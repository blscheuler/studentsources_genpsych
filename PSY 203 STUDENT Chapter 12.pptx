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5"/>
  </p:notesMasterIdLst>
  <p:handoutMasterIdLst>
    <p:handoutMasterId r:id="rId26"/>
  </p:handoutMasterIdLst>
  <p:sldIdLst>
    <p:sldId id="338" r:id="rId5"/>
    <p:sldId id="339" r:id="rId6"/>
    <p:sldId id="345" r:id="rId7"/>
    <p:sldId id="346" r:id="rId8"/>
    <p:sldId id="347" r:id="rId9"/>
    <p:sldId id="348" r:id="rId10"/>
    <p:sldId id="350" r:id="rId11"/>
    <p:sldId id="263" r:id="rId12"/>
    <p:sldId id="351" r:id="rId13"/>
    <p:sldId id="352" r:id="rId14"/>
    <p:sldId id="354" r:id="rId15"/>
    <p:sldId id="355" r:id="rId16"/>
    <p:sldId id="356" r:id="rId17"/>
    <p:sldId id="357" r:id="rId18"/>
    <p:sldId id="358" r:id="rId19"/>
    <p:sldId id="359" r:id="rId20"/>
    <p:sldId id="360" r:id="rId21"/>
    <p:sldId id="361" r:id="rId22"/>
    <p:sldId id="362" r:id="rId23"/>
    <p:sldId id="34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85135"/>
    <a:srgbClr val="BDA07D"/>
    <a:srgbClr val="F5F9F9"/>
    <a:srgbClr val="627272"/>
    <a:srgbClr val="93A5A8"/>
    <a:srgbClr val="3E709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7292A2E-F333-43FB-9621-5CBBE7FDCDCB}">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4" autoAdjust="0"/>
    <p:restoredTop sz="85903" autoAdjust="0"/>
  </p:normalViewPr>
  <p:slideViewPr>
    <p:cSldViewPr snapToGrid="0">
      <p:cViewPr varScale="1">
        <p:scale>
          <a:sx n="93" d="100"/>
          <a:sy n="93" d="100"/>
        </p:scale>
        <p:origin x="2682" y="7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BF7C7B6-D47E-46BA-B2D9-E18FE0A2A93C}"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32189C35-3A22-4960-85EA-1EDE59624D6D}">
      <dgm:prSet/>
      <dgm:spPr/>
      <dgm:t>
        <a:bodyPr/>
        <a:lstStyle/>
        <a:p>
          <a:r>
            <a:rPr lang="en-US" dirty="0"/>
            <a:t>Foot-in-the-Door Technique</a:t>
          </a:r>
        </a:p>
      </dgm:t>
    </dgm:pt>
    <dgm:pt modelId="{6548CDB3-A094-44F7-BE1D-E7E38D76317F}" type="parTrans" cxnId="{BC7D1BE5-530C-44C3-9CE3-448CC1706472}">
      <dgm:prSet/>
      <dgm:spPr/>
      <dgm:t>
        <a:bodyPr/>
        <a:lstStyle/>
        <a:p>
          <a:endParaRPr lang="en-US"/>
        </a:p>
      </dgm:t>
    </dgm:pt>
    <dgm:pt modelId="{68C924CF-31AB-4E7C-843B-0B1D0854E4C1}" type="sibTrans" cxnId="{BC7D1BE5-530C-44C3-9CE3-448CC1706472}">
      <dgm:prSet/>
      <dgm:spPr/>
      <dgm:t>
        <a:bodyPr/>
        <a:lstStyle/>
        <a:p>
          <a:endParaRPr lang="en-US"/>
        </a:p>
      </dgm:t>
    </dgm:pt>
    <dgm:pt modelId="{E4E7F2CD-9319-4A12-B966-BA173BF92926}">
      <dgm:prSet/>
      <dgm:spPr/>
      <dgm:t>
        <a:bodyPr/>
        <a:lstStyle/>
        <a:p>
          <a:r>
            <a:rPr lang="en-US"/>
            <a:t>Elaboration Likelihood Model</a:t>
          </a:r>
        </a:p>
      </dgm:t>
    </dgm:pt>
    <dgm:pt modelId="{C56D892B-905E-4103-88F2-F8EADBA59905}" type="parTrans" cxnId="{BFC08E2C-8777-4D20-AB78-88028353DAF9}">
      <dgm:prSet/>
      <dgm:spPr/>
      <dgm:t>
        <a:bodyPr/>
        <a:lstStyle/>
        <a:p>
          <a:endParaRPr lang="en-US"/>
        </a:p>
      </dgm:t>
    </dgm:pt>
    <dgm:pt modelId="{5B1BEEB8-606D-4833-BA42-BB1DDD753617}" type="sibTrans" cxnId="{BFC08E2C-8777-4D20-AB78-88028353DAF9}">
      <dgm:prSet/>
      <dgm:spPr/>
      <dgm:t>
        <a:bodyPr/>
        <a:lstStyle/>
        <a:p>
          <a:endParaRPr lang="en-US"/>
        </a:p>
      </dgm:t>
    </dgm:pt>
    <dgm:pt modelId="{B7D60D48-F85F-4D78-8680-6D4C40B07174}">
      <dgm:prSet/>
      <dgm:spPr/>
      <dgm:t>
        <a:bodyPr/>
        <a:lstStyle/>
        <a:p>
          <a:r>
            <a:rPr lang="en-US"/>
            <a:t>Yale Attitude Change Approach</a:t>
          </a:r>
        </a:p>
      </dgm:t>
    </dgm:pt>
    <dgm:pt modelId="{C7DCF37E-D2A7-4261-A568-8A94B44C1F1F}" type="parTrans" cxnId="{B4F803F8-B462-427C-BFC2-81E3CA9C5ABA}">
      <dgm:prSet/>
      <dgm:spPr/>
      <dgm:t>
        <a:bodyPr/>
        <a:lstStyle/>
        <a:p>
          <a:endParaRPr lang="en-US"/>
        </a:p>
      </dgm:t>
    </dgm:pt>
    <dgm:pt modelId="{192F0B52-623A-42DE-8742-9F4BFDC3D3D6}" type="sibTrans" cxnId="{B4F803F8-B462-427C-BFC2-81E3CA9C5ABA}">
      <dgm:prSet/>
      <dgm:spPr/>
      <dgm:t>
        <a:bodyPr/>
        <a:lstStyle/>
        <a:p>
          <a:endParaRPr lang="en-US"/>
        </a:p>
      </dgm:t>
    </dgm:pt>
    <dgm:pt modelId="{1ACA7D64-05BF-4E91-855D-F116274B384E}" type="pres">
      <dgm:prSet presAssocID="{DBF7C7B6-D47E-46BA-B2D9-E18FE0A2A93C}" presName="hierChild1" presStyleCnt="0">
        <dgm:presLayoutVars>
          <dgm:chPref val="1"/>
          <dgm:dir/>
          <dgm:animOne val="branch"/>
          <dgm:animLvl val="lvl"/>
          <dgm:resizeHandles/>
        </dgm:presLayoutVars>
      </dgm:prSet>
      <dgm:spPr/>
    </dgm:pt>
    <dgm:pt modelId="{0FBE7089-2BA6-4BB5-9C26-1A162A70DBE5}" type="pres">
      <dgm:prSet presAssocID="{32189C35-3A22-4960-85EA-1EDE59624D6D}" presName="hierRoot1" presStyleCnt="0"/>
      <dgm:spPr/>
    </dgm:pt>
    <dgm:pt modelId="{EC6640D1-61B1-45A9-8505-BEBA47B30C33}" type="pres">
      <dgm:prSet presAssocID="{32189C35-3A22-4960-85EA-1EDE59624D6D}" presName="composite" presStyleCnt="0"/>
      <dgm:spPr/>
    </dgm:pt>
    <dgm:pt modelId="{058F4012-895A-4BBB-9FC5-8EFE675D68B1}" type="pres">
      <dgm:prSet presAssocID="{32189C35-3A22-4960-85EA-1EDE59624D6D}" presName="background" presStyleLbl="node0" presStyleIdx="0" presStyleCnt="3"/>
      <dgm:spPr/>
    </dgm:pt>
    <dgm:pt modelId="{BAA8F656-31B5-44BE-88C7-6F4BA6EBDEFD}" type="pres">
      <dgm:prSet presAssocID="{32189C35-3A22-4960-85EA-1EDE59624D6D}" presName="text" presStyleLbl="fgAcc0" presStyleIdx="0" presStyleCnt="3">
        <dgm:presLayoutVars>
          <dgm:chPref val="3"/>
        </dgm:presLayoutVars>
      </dgm:prSet>
      <dgm:spPr/>
    </dgm:pt>
    <dgm:pt modelId="{86CB4B46-BED1-42D3-A257-7685F0F4411C}" type="pres">
      <dgm:prSet presAssocID="{32189C35-3A22-4960-85EA-1EDE59624D6D}" presName="hierChild2" presStyleCnt="0"/>
      <dgm:spPr/>
    </dgm:pt>
    <dgm:pt modelId="{EF94E64D-AAEF-4165-9537-6EF2CCCE2454}" type="pres">
      <dgm:prSet presAssocID="{B7D60D48-F85F-4D78-8680-6D4C40B07174}" presName="hierRoot1" presStyleCnt="0"/>
      <dgm:spPr/>
    </dgm:pt>
    <dgm:pt modelId="{78766D3A-81C8-4154-964D-8FA35B4DB90B}" type="pres">
      <dgm:prSet presAssocID="{B7D60D48-F85F-4D78-8680-6D4C40B07174}" presName="composite" presStyleCnt="0"/>
      <dgm:spPr/>
    </dgm:pt>
    <dgm:pt modelId="{77A5E294-3E7A-4689-AD98-12510C7BD2BF}" type="pres">
      <dgm:prSet presAssocID="{B7D60D48-F85F-4D78-8680-6D4C40B07174}" presName="background" presStyleLbl="node0" presStyleIdx="1" presStyleCnt="3"/>
      <dgm:spPr/>
    </dgm:pt>
    <dgm:pt modelId="{6139A727-A673-4CE3-8079-8D2C16757819}" type="pres">
      <dgm:prSet presAssocID="{B7D60D48-F85F-4D78-8680-6D4C40B07174}" presName="text" presStyleLbl="fgAcc0" presStyleIdx="1" presStyleCnt="3">
        <dgm:presLayoutVars>
          <dgm:chPref val="3"/>
        </dgm:presLayoutVars>
      </dgm:prSet>
      <dgm:spPr/>
    </dgm:pt>
    <dgm:pt modelId="{FA1C4EF1-4DEA-4315-B12C-AA0B5FCB0D17}" type="pres">
      <dgm:prSet presAssocID="{B7D60D48-F85F-4D78-8680-6D4C40B07174}" presName="hierChild2" presStyleCnt="0"/>
      <dgm:spPr/>
    </dgm:pt>
    <dgm:pt modelId="{7436146A-7491-4E1A-9F51-CA2BE273CF49}" type="pres">
      <dgm:prSet presAssocID="{E4E7F2CD-9319-4A12-B966-BA173BF92926}" presName="hierRoot1" presStyleCnt="0"/>
      <dgm:spPr/>
    </dgm:pt>
    <dgm:pt modelId="{9F6A18EA-1E2D-489D-BBC1-492364044CFA}" type="pres">
      <dgm:prSet presAssocID="{E4E7F2CD-9319-4A12-B966-BA173BF92926}" presName="composite" presStyleCnt="0"/>
      <dgm:spPr/>
    </dgm:pt>
    <dgm:pt modelId="{496C5B1F-EEFA-4B05-A103-60A3F0A75E1E}" type="pres">
      <dgm:prSet presAssocID="{E4E7F2CD-9319-4A12-B966-BA173BF92926}" presName="background" presStyleLbl="node0" presStyleIdx="2" presStyleCnt="3"/>
      <dgm:spPr/>
    </dgm:pt>
    <dgm:pt modelId="{4243C7D8-4AEA-4A56-AC51-2D7F41C3DE9D}" type="pres">
      <dgm:prSet presAssocID="{E4E7F2CD-9319-4A12-B966-BA173BF92926}" presName="text" presStyleLbl="fgAcc0" presStyleIdx="2" presStyleCnt="3">
        <dgm:presLayoutVars>
          <dgm:chPref val="3"/>
        </dgm:presLayoutVars>
      </dgm:prSet>
      <dgm:spPr/>
    </dgm:pt>
    <dgm:pt modelId="{0BADE295-345F-4719-940F-42926C390F7B}" type="pres">
      <dgm:prSet presAssocID="{E4E7F2CD-9319-4A12-B966-BA173BF92926}" presName="hierChild2" presStyleCnt="0"/>
      <dgm:spPr/>
    </dgm:pt>
  </dgm:ptLst>
  <dgm:cxnLst>
    <dgm:cxn modelId="{DC63AF2B-BE67-44B3-BDE1-0EF55B06DC86}" type="presOf" srcId="{B7D60D48-F85F-4D78-8680-6D4C40B07174}" destId="{6139A727-A673-4CE3-8079-8D2C16757819}" srcOrd="0" destOrd="0" presId="urn:microsoft.com/office/officeart/2005/8/layout/hierarchy1"/>
    <dgm:cxn modelId="{BFC08E2C-8777-4D20-AB78-88028353DAF9}" srcId="{DBF7C7B6-D47E-46BA-B2D9-E18FE0A2A93C}" destId="{E4E7F2CD-9319-4A12-B966-BA173BF92926}" srcOrd="2" destOrd="0" parTransId="{C56D892B-905E-4103-88F2-F8EADBA59905}" sibTransId="{5B1BEEB8-606D-4833-BA42-BB1DDD753617}"/>
    <dgm:cxn modelId="{0EAFF463-8905-4935-BA32-D8D5E44AA0CC}" type="presOf" srcId="{32189C35-3A22-4960-85EA-1EDE59624D6D}" destId="{BAA8F656-31B5-44BE-88C7-6F4BA6EBDEFD}" srcOrd="0" destOrd="0" presId="urn:microsoft.com/office/officeart/2005/8/layout/hierarchy1"/>
    <dgm:cxn modelId="{D00076A0-30FA-4206-A540-05768F73C74C}" type="presOf" srcId="{E4E7F2CD-9319-4A12-B966-BA173BF92926}" destId="{4243C7D8-4AEA-4A56-AC51-2D7F41C3DE9D}" srcOrd="0" destOrd="0" presId="urn:microsoft.com/office/officeart/2005/8/layout/hierarchy1"/>
    <dgm:cxn modelId="{BC7D1BE5-530C-44C3-9CE3-448CC1706472}" srcId="{DBF7C7B6-D47E-46BA-B2D9-E18FE0A2A93C}" destId="{32189C35-3A22-4960-85EA-1EDE59624D6D}" srcOrd="0" destOrd="0" parTransId="{6548CDB3-A094-44F7-BE1D-E7E38D76317F}" sibTransId="{68C924CF-31AB-4E7C-843B-0B1D0854E4C1}"/>
    <dgm:cxn modelId="{9E150DED-65B8-4F29-A484-F5F49678C9A8}" type="presOf" srcId="{DBF7C7B6-D47E-46BA-B2D9-E18FE0A2A93C}" destId="{1ACA7D64-05BF-4E91-855D-F116274B384E}" srcOrd="0" destOrd="0" presId="urn:microsoft.com/office/officeart/2005/8/layout/hierarchy1"/>
    <dgm:cxn modelId="{B4F803F8-B462-427C-BFC2-81E3CA9C5ABA}" srcId="{DBF7C7B6-D47E-46BA-B2D9-E18FE0A2A93C}" destId="{B7D60D48-F85F-4D78-8680-6D4C40B07174}" srcOrd="1" destOrd="0" parTransId="{C7DCF37E-D2A7-4261-A568-8A94B44C1F1F}" sibTransId="{192F0B52-623A-42DE-8742-9F4BFDC3D3D6}"/>
    <dgm:cxn modelId="{A8D329C6-200B-4700-9587-FAEE131EB57C}" type="presParOf" srcId="{1ACA7D64-05BF-4E91-855D-F116274B384E}" destId="{0FBE7089-2BA6-4BB5-9C26-1A162A70DBE5}" srcOrd="0" destOrd="0" presId="urn:microsoft.com/office/officeart/2005/8/layout/hierarchy1"/>
    <dgm:cxn modelId="{5A003778-3FF3-4204-A537-ACE2C68E84EB}" type="presParOf" srcId="{0FBE7089-2BA6-4BB5-9C26-1A162A70DBE5}" destId="{EC6640D1-61B1-45A9-8505-BEBA47B30C33}" srcOrd="0" destOrd="0" presId="urn:microsoft.com/office/officeart/2005/8/layout/hierarchy1"/>
    <dgm:cxn modelId="{A8191C10-4242-4E2A-A56B-E73306B668E9}" type="presParOf" srcId="{EC6640D1-61B1-45A9-8505-BEBA47B30C33}" destId="{058F4012-895A-4BBB-9FC5-8EFE675D68B1}" srcOrd="0" destOrd="0" presId="urn:microsoft.com/office/officeart/2005/8/layout/hierarchy1"/>
    <dgm:cxn modelId="{6A478D59-E89D-473C-AA82-49DF88868070}" type="presParOf" srcId="{EC6640D1-61B1-45A9-8505-BEBA47B30C33}" destId="{BAA8F656-31B5-44BE-88C7-6F4BA6EBDEFD}" srcOrd="1" destOrd="0" presId="urn:microsoft.com/office/officeart/2005/8/layout/hierarchy1"/>
    <dgm:cxn modelId="{24AC4022-5017-4B92-AAF0-7AC94D9D3FD5}" type="presParOf" srcId="{0FBE7089-2BA6-4BB5-9C26-1A162A70DBE5}" destId="{86CB4B46-BED1-42D3-A257-7685F0F4411C}" srcOrd="1" destOrd="0" presId="urn:microsoft.com/office/officeart/2005/8/layout/hierarchy1"/>
    <dgm:cxn modelId="{51A948FD-474B-4EBF-9BD9-DCEF14074F42}" type="presParOf" srcId="{1ACA7D64-05BF-4E91-855D-F116274B384E}" destId="{EF94E64D-AAEF-4165-9537-6EF2CCCE2454}" srcOrd="1" destOrd="0" presId="urn:microsoft.com/office/officeart/2005/8/layout/hierarchy1"/>
    <dgm:cxn modelId="{D0070C31-FF52-4D9C-93C2-61880CCE600E}" type="presParOf" srcId="{EF94E64D-AAEF-4165-9537-6EF2CCCE2454}" destId="{78766D3A-81C8-4154-964D-8FA35B4DB90B}" srcOrd="0" destOrd="0" presId="urn:microsoft.com/office/officeart/2005/8/layout/hierarchy1"/>
    <dgm:cxn modelId="{45437D6C-359F-4531-9FDC-21A6DBEA3929}" type="presParOf" srcId="{78766D3A-81C8-4154-964D-8FA35B4DB90B}" destId="{77A5E294-3E7A-4689-AD98-12510C7BD2BF}" srcOrd="0" destOrd="0" presId="urn:microsoft.com/office/officeart/2005/8/layout/hierarchy1"/>
    <dgm:cxn modelId="{25F5F9A0-0163-4D84-874C-29CA157F66E7}" type="presParOf" srcId="{78766D3A-81C8-4154-964D-8FA35B4DB90B}" destId="{6139A727-A673-4CE3-8079-8D2C16757819}" srcOrd="1" destOrd="0" presId="urn:microsoft.com/office/officeart/2005/8/layout/hierarchy1"/>
    <dgm:cxn modelId="{5631E902-D609-4CDE-B475-F0A7870445A3}" type="presParOf" srcId="{EF94E64D-AAEF-4165-9537-6EF2CCCE2454}" destId="{FA1C4EF1-4DEA-4315-B12C-AA0B5FCB0D17}" srcOrd="1" destOrd="0" presId="urn:microsoft.com/office/officeart/2005/8/layout/hierarchy1"/>
    <dgm:cxn modelId="{51CE5B19-1285-44C1-9AF4-1965E8A6DF86}" type="presParOf" srcId="{1ACA7D64-05BF-4E91-855D-F116274B384E}" destId="{7436146A-7491-4E1A-9F51-CA2BE273CF49}" srcOrd="2" destOrd="0" presId="urn:microsoft.com/office/officeart/2005/8/layout/hierarchy1"/>
    <dgm:cxn modelId="{D2F7B2E1-2E75-46C6-AC8F-45E96C61CF42}" type="presParOf" srcId="{7436146A-7491-4E1A-9F51-CA2BE273CF49}" destId="{9F6A18EA-1E2D-489D-BBC1-492364044CFA}" srcOrd="0" destOrd="0" presId="urn:microsoft.com/office/officeart/2005/8/layout/hierarchy1"/>
    <dgm:cxn modelId="{6E7B0A51-AAE9-4795-B147-60146C9E7A67}" type="presParOf" srcId="{9F6A18EA-1E2D-489D-BBC1-492364044CFA}" destId="{496C5B1F-EEFA-4B05-A103-60A3F0A75E1E}" srcOrd="0" destOrd="0" presId="urn:microsoft.com/office/officeart/2005/8/layout/hierarchy1"/>
    <dgm:cxn modelId="{D0F55A7A-A022-475D-BEFC-6A6160513CEC}" type="presParOf" srcId="{9F6A18EA-1E2D-489D-BBC1-492364044CFA}" destId="{4243C7D8-4AEA-4A56-AC51-2D7F41C3DE9D}" srcOrd="1" destOrd="0" presId="urn:microsoft.com/office/officeart/2005/8/layout/hierarchy1"/>
    <dgm:cxn modelId="{C8284FEF-E574-413F-BF37-AB8B18EBCE3F}" type="presParOf" srcId="{7436146A-7491-4E1A-9F51-CA2BE273CF49}" destId="{0BADE295-345F-4719-940F-42926C390F7B}"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D84365A-D213-429A-B0E5-8B587173CE5C}"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22426455-0E4E-40AC-BD3E-E050840FB0BD}">
      <dgm:prSet/>
      <dgm:spPr/>
      <dgm:t>
        <a:bodyPr/>
        <a:lstStyle/>
        <a:p>
          <a:r>
            <a:rPr lang="en-US"/>
            <a:t>Racism</a:t>
          </a:r>
        </a:p>
      </dgm:t>
    </dgm:pt>
    <dgm:pt modelId="{45ED64B2-5CCE-4A03-93A9-D769705E567A}" type="parTrans" cxnId="{36D52D02-9E8E-4F78-B3AE-5D586E3583D7}">
      <dgm:prSet/>
      <dgm:spPr/>
      <dgm:t>
        <a:bodyPr/>
        <a:lstStyle/>
        <a:p>
          <a:endParaRPr lang="en-US"/>
        </a:p>
      </dgm:t>
    </dgm:pt>
    <dgm:pt modelId="{32DF23DB-012B-4A61-8647-75A73E8A6218}" type="sibTrans" cxnId="{36D52D02-9E8E-4F78-B3AE-5D586E3583D7}">
      <dgm:prSet/>
      <dgm:spPr/>
      <dgm:t>
        <a:bodyPr/>
        <a:lstStyle/>
        <a:p>
          <a:endParaRPr lang="en-US"/>
        </a:p>
      </dgm:t>
    </dgm:pt>
    <dgm:pt modelId="{EC22A219-7145-4942-90C5-38EDF1B727FB}">
      <dgm:prSet/>
      <dgm:spPr/>
      <dgm:t>
        <a:bodyPr/>
        <a:lstStyle/>
        <a:p>
          <a:r>
            <a:rPr lang="en-US"/>
            <a:t>Ageism</a:t>
          </a:r>
        </a:p>
      </dgm:t>
    </dgm:pt>
    <dgm:pt modelId="{2A6FCBC5-DAEB-4718-9002-0B104AF8F65A}" type="parTrans" cxnId="{D89EBB9F-7B8B-4F1B-A4CE-11B6D26D5192}">
      <dgm:prSet/>
      <dgm:spPr/>
      <dgm:t>
        <a:bodyPr/>
        <a:lstStyle/>
        <a:p>
          <a:endParaRPr lang="en-US"/>
        </a:p>
      </dgm:t>
    </dgm:pt>
    <dgm:pt modelId="{5489E3A0-5F05-4AF1-8DD9-795683AA49BD}" type="sibTrans" cxnId="{D89EBB9F-7B8B-4F1B-A4CE-11B6D26D5192}">
      <dgm:prSet/>
      <dgm:spPr/>
      <dgm:t>
        <a:bodyPr/>
        <a:lstStyle/>
        <a:p>
          <a:endParaRPr lang="en-US"/>
        </a:p>
      </dgm:t>
    </dgm:pt>
    <dgm:pt modelId="{6A67827E-0FF6-4C75-A632-2358E6A7FCEE}">
      <dgm:prSet/>
      <dgm:spPr/>
      <dgm:t>
        <a:bodyPr/>
        <a:lstStyle/>
        <a:p>
          <a:r>
            <a:rPr lang="en-US"/>
            <a:t>Sexism</a:t>
          </a:r>
        </a:p>
      </dgm:t>
    </dgm:pt>
    <dgm:pt modelId="{288F21ED-A350-4717-AE4A-EDCFE2628B43}" type="parTrans" cxnId="{14EF3D9B-E6F5-40A7-9997-072636F3F67B}">
      <dgm:prSet/>
      <dgm:spPr/>
      <dgm:t>
        <a:bodyPr/>
        <a:lstStyle/>
        <a:p>
          <a:endParaRPr lang="en-US"/>
        </a:p>
      </dgm:t>
    </dgm:pt>
    <dgm:pt modelId="{331B097F-59C7-43B2-BBAB-ED3AC0C3D421}" type="sibTrans" cxnId="{14EF3D9B-E6F5-40A7-9997-072636F3F67B}">
      <dgm:prSet/>
      <dgm:spPr/>
      <dgm:t>
        <a:bodyPr/>
        <a:lstStyle/>
        <a:p>
          <a:endParaRPr lang="en-US"/>
        </a:p>
      </dgm:t>
    </dgm:pt>
    <dgm:pt modelId="{94D226CA-74D3-43AA-A65B-2DB86D0634B1}">
      <dgm:prSet/>
      <dgm:spPr/>
      <dgm:t>
        <a:bodyPr/>
        <a:lstStyle/>
        <a:p>
          <a:r>
            <a:rPr lang="en-US" dirty="0"/>
            <a:t>Homophobia &amp; Transphobia</a:t>
          </a:r>
        </a:p>
      </dgm:t>
    </dgm:pt>
    <dgm:pt modelId="{E78457BD-A8D3-4427-89CD-1BD46F391503}" type="parTrans" cxnId="{5D0E2EE8-48E5-4FF8-9100-7CAE6F1C7298}">
      <dgm:prSet/>
      <dgm:spPr/>
      <dgm:t>
        <a:bodyPr/>
        <a:lstStyle/>
        <a:p>
          <a:endParaRPr lang="en-US"/>
        </a:p>
      </dgm:t>
    </dgm:pt>
    <dgm:pt modelId="{709250E2-BFAB-42CD-8233-19EC645C788B}" type="sibTrans" cxnId="{5D0E2EE8-48E5-4FF8-9100-7CAE6F1C7298}">
      <dgm:prSet/>
      <dgm:spPr/>
      <dgm:t>
        <a:bodyPr/>
        <a:lstStyle/>
        <a:p>
          <a:endParaRPr lang="en-US"/>
        </a:p>
      </dgm:t>
    </dgm:pt>
    <dgm:pt modelId="{59665D9D-6DA3-4B99-867D-BED49BC3C19F}" type="pres">
      <dgm:prSet presAssocID="{5D84365A-D213-429A-B0E5-8B587173CE5C}" presName="linear" presStyleCnt="0">
        <dgm:presLayoutVars>
          <dgm:animLvl val="lvl"/>
          <dgm:resizeHandles val="exact"/>
        </dgm:presLayoutVars>
      </dgm:prSet>
      <dgm:spPr/>
    </dgm:pt>
    <dgm:pt modelId="{C66F0029-CA21-4A14-88D2-FA3F1FD80212}" type="pres">
      <dgm:prSet presAssocID="{22426455-0E4E-40AC-BD3E-E050840FB0BD}" presName="parentText" presStyleLbl="node1" presStyleIdx="0" presStyleCnt="4">
        <dgm:presLayoutVars>
          <dgm:chMax val="0"/>
          <dgm:bulletEnabled val="1"/>
        </dgm:presLayoutVars>
      </dgm:prSet>
      <dgm:spPr/>
    </dgm:pt>
    <dgm:pt modelId="{7D0BAAE8-C8D3-40CC-9025-E43765FA84AA}" type="pres">
      <dgm:prSet presAssocID="{32DF23DB-012B-4A61-8647-75A73E8A6218}" presName="spacer" presStyleCnt="0"/>
      <dgm:spPr/>
    </dgm:pt>
    <dgm:pt modelId="{F240527F-EFDA-4B8A-AC76-DF1EEA728D38}" type="pres">
      <dgm:prSet presAssocID="{EC22A219-7145-4942-90C5-38EDF1B727FB}" presName="parentText" presStyleLbl="node1" presStyleIdx="1" presStyleCnt="4">
        <dgm:presLayoutVars>
          <dgm:chMax val="0"/>
          <dgm:bulletEnabled val="1"/>
        </dgm:presLayoutVars>
      </dgm:prSet>
      <dgm:spPr/>
    </dgm:pt>
    <dgm:pt modelId="{61D23824-CAFB-49B8-AD41-8D28522F777B}" type="pres">
      <dgm:prSet presAssocID="{5489E3A0-5F05-4AF1-8DD9-795683AA49BD}" presName="spacer" presStyleCnt="0"/>
      <dgm:spPr/>
    </dgm:pt>
    <dgm:pt modelId="{DFB52107-EE7E-4D44-BEEB-7CA3A0422767}" type="pres">
      <dgm:prSet presAssocID="{6A67827E-0FF6-4C75-A632-2358E6A7FCEE}" presName="parentText" presStyleLbl="node1" presStyleIdx="2" presStyleCnt="4">
        <dgm:presLayoutVars>
          <dgm:chMax val="0"/>
          <dgm:bulletEnabled val="1"/>
        </dgm:presLayoutVars>
      </dgm:prSet>
      <dgm:spPr/>
    </dgm:pt>
    <dgm:pt modelId="{9731E5F6-85FC-452E-8DB9-351082246C95}" type="pres">
      <dgm:prSet presAssocID="{331B097F-59C7-43B2-BBAB-ED3AC0C3D421}" presName="spacer" presStyleCnt="0"/>
      <dgm:spPr/>
    </dgm:pt>
    <dgm:pt modelId="{E4C777C1-F37A-4796-81BE-FB24AB4ED8F5}" type="pres">
      <dgm:prSet presAssocID="{94D226CA-74D3-43AA-A65B-2DB86D0634B1}" presName="parentText" presStyleLbl="node1" presStyleIdx="3" presStyleCnt="4">
        <dgm:presLayoutVars>
          <dgm:chMax val="0"/>
          <dgm:bulletEnabled val="1"/>
        </dgm:presLayoutVars>
      </dgm:prSet>
      <dgm:spPr/>
    </dgm:pt>
  </dgm:ptLst>
  <dgm:cxnLst>
    <dgm:cxn modelId="{36D52D02-9E8E-4F78-B3AE-5D586E3583D7}" srcId="{5D84365A-D213-429A-B0E5-8B587173CE5C}" destId="{22426455-0E4E-40AC-BD3E-E050840FB0BD}" srcOrd="0" destOrd="0" parTransId="{45ED64B2-5CCE-4A03-93A9-D769705E567A}" sibTransId="{32DF23DB-012B-4A61-8647-75A73E8A6218}"/>
    <dgm:cxn modelId="{F21BDA03-2945-47A3-95AA-31239A08DDB5}" type="presOf" srcId="{EC22A219-7145-4942-90C5-38EDF1B727FB}" destId="{F240527F-EFDA-4B8A-AC76-DF1EEA728D38}" srcOrd="0" destOrd="0" presId="urn:microsoft.com/office/officeart/2005/8/layout/vList2"/>
    <dgm:cxn modelId="{31935D44-9250-4161-A1F6-61F1F17B0DDA}" type="presOf" srcId="{6A67827E-0FF6-4C75-A632-2358E6A7FCEE}" destId="{DFB52107-EE7E-4D44-BEEB-7CA3A0422767}" srcOrd="0" destOrd="0" presId="urn:microsoft.com/office/officeart/2005/8/layout/vList2"/>
    <dgm:cxn modelId="{14EF3D9B-E6F5-40A7-9997-072636F3F67B}" srcId="{5D84365A-D213-429A-B0E5-8B587173CE5C}" destId="{6A67827E-0FF6-4C75-A632-2358E6A7FCEE}" srcOrd="2" destOrd="0" parTransId="{288F21ED-A350-4717-AE4A-EDCFE2628B43}" sibTransId="{331B097F-59C7-43B2-BBAB-ED3AC0C3D421}"/>
    <dgm:cxn modelId="{D89EBB9F-7B8B-4F1B-A4CE-11B6D26D5192}" srcId="{5D84365A-D213-429A-B0E5-8B587173CE5C}" destId="{EC22A219-7145-4942-90C5-38EDF1B727FB}" srcOrd="1" destOrd="0" parTransId="{2A6FCBC5-DAEB-4718-9002-0B104AF8F65A}" sibTransId="{5489E3A0-5F05-4AF1-8DD9-795683AA49BD}"/>
    <dgm:cxn modelId="{87381BA1-7BFC-42DC-9EFE-23C020348170}" type="presOf" srcId="{22426455-0E4E-40AC-BD3E-E050840FB0BD}" destId="{C66F0029-CA21-4A14-88D2-FA3F1FD80212}" srcOrd="0" destOrd="0" presId="urn:microsoft.com/office/officeart/2005/8/layout/vList2"/>
    <dgm:cxn modelId="{A2FB93B1-C247-42B6-9C7F-146447ACC822}" type="presOf" srcId="{5D84365A-D213-429A-B0E5-8B587173CE5C}" destId="{59665D9D-6DA3-4B99-867D-BED49BC3C19F}" srcOrd="0" destOrd="0" presId="urn:microsoft.com/office/officeart/2005/8/layout/vList2"/>
    <dgm:cxn modelId="{871E84CE-4DDE-450B-BC49-AFC771AF324B}" type="presOf" srcId="{94D226CA-74D3-43AA-A65B-2DB86D0634B1}" destId="{E4C777C1-F37A-4796-81BE-FB24AB4ED8F5}" srcOrd="0" destOrd="0" presId="urn:microsoft.com/office/officeart/2005/8/layout/vList2"/>
    <dgm:cxn modelId="{5D0E2EE8-48E5-4FF8-9100-7CAE6F1C7298}" srcId="{5D84365A-D213-429A-B0E5-8B587173CE5C}" destId="{94D226CA-74D3-43AA-A65B-2DB86D0634B1}" srcOrd="3" destOrd="0" parTransId="{E78457BD-A8D3-4427-89CD-1BD46F391503}" sibTransId="{709250E2-BFAB-42CD-8233-19EC645C788B}"/>
    <dgm:cxn modelId="{D7F9A52B-260A-4310-B9D8-55CEB5D3F811}" type="presParOf" srcId="{59665D9D-6DA3-4B99-867D-BED49BC3C19F}" destId="{C66F0029-CA21-4A14-88D2-FA3F1FD80212}" srcOrd="0" destOrd="0" presId="urn:microsoft.com/office/officeart/2005/8/layout/vList2"/>
    <dgm:cxn modelId="{1A9DA1A3-5AAC-46D6-8009-D26DCF5276F7}" type="presParOf" srcId="{59665D9D-6DA3-4B99-867D-BED49BC3C19F}" destId="{7D0BAAE8-C8D3-40CC-9025-E43765FA84AA}" srcOrd="1" destOrd="0" presId="urn:microsoft.com/office/officeart/2005/8/layout/vList2"/>
    <dgm:cxn modelId="{C9501772-EBD3-4147-85CD-ACA54B3CDEBE}" type="presParOf" srcId="{59665D9D-6DA3-4B99-867D-BED49BC3C19F}" destId="{F240527F-EFDA-4B8A-AC76-DF1EEA728D38}" srcOrd="2" destOrd="0" presId="urn:microsoft.com/office/officeart/2005/8/layout/vList2"/>
    <dgm:cxn modelId="{E7A25875-BDB1-4122-B521-7BCCEFB0F672}" type="presParOf" srcId="{59665D9D-6DA3-4B99-867D-BED49BC3C19F}" destId="{61D23824-CAFB-49B8-AD41-8D28522F777B}" srcOrd="3" destOrd="0" presId="urn:microsoft.com/office/officeart/2005/8/layout/vList2"/>
    <dgm:cxn modelId="{9F3EC36A-5100-421F-978C-F9E9198078BC}" type="presParOf" srcId="{59665D9D-6DA3-4B99-867D-BED49BC3C19F}" destId="{DFB52107-EE7E-4D44-BEEB-7CA3A0422767}" srcOrd="4" destOrd="0" presId="urn:microsoft.com/office/officeart/2005/8/layout/vList2"/>
    <dgm:cxn modelId="{82131D47-2A68-430F-AEC3-40ABE3E4CBC9}" type="presParOf" srcId="{59665D9D-6DA3-4B99-867D-BED49BC3C19F}" destId="{9731E5F6-85FC-452E-8DB9-351082246C95}" srcOrd="5" destOrd="0" presId="urn:microsoft.com/office/officeart/2005/8/layout/vList2"/>
    <dgm:cxn modelId="{B46DBC0E-8848-45C0-B7DB-653B9B013E7C}" type="presParOf" srcId="{59665D9D-6DA3-4B99-867D-BED49BC3C19F}" destId="{E4C777C1-F37A-4796-81BE-FB24AB4ED8F5}"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10EE7B3-AD73-4ADF-BBBF-8FC1FD8E5847}" type="doc">
      <dgm:prSet loTypeId="urn:microsoft.com/office/officeart/2008/layout/LinedList" loCatId="list" qsTypeId="urn:microsoft.com/office/officeart/2005/8/quickstyle/simple4" qsCatId="simple" csTypeId="urn:microsoft.com/office/officeart/2005/8/colors/colorful2" csCatId="colorful" phldr="1"/>
      <dgm:spPr/>
      <dgm:t>
        <a:bodyPr/>
        <a:lstStyle/>
        <a:p>
          <a:endParaRPr lang="en-US"/>
        </a:p>
      </dgm:t>
    </dgm:pt>
    <dgm:pt modelId="{6D5194AF-4E92-46AC-9870-765B2017EDF9}">
      <dgm:prSet/>
      <dgm:spPr/>
      <dgm:t>
        <a:bodyPr/>
        <a:lstStyle/>
        <a:p>
          <a:r>
            <a:rPr lang="en-US"/>
            <a:t>Self-fulfilling prophecy</a:t>
          </a:r>
        </a:p>
      </dgm:t>
    </dgm:pt>
    <dgm:pt modelId="{BC5B590D-6262-453E-BB10-0D705DEFAFC4}" type="parTrans" cxnId="{B2B46D25-BAB1-4267-8541-78D9ABCDF707}">
      <dgm:prSet/>
      <dgm:spPr/>
      <dgm:t>
        <a:bodyPr/>
        <a:lstStyle/>
        <a:p>
          <a:endParaRPr lang="en-US"/>
        </a:p>
      </dgm:t>
    </dgm:pt>
    <dgm:pt modelId="{2E298EB5-3A4B-4CB2-A377-F63C605699DD}" type="sibTrans" cxnId="{B2B46D25-BAB1-4267-8541-78D9ABCDF707}">
      <dgm:prSet/>
      <dgm:spPr/>
      <dgm:t>
        <a:bodyPr/>
        <a:lstStyle/>
        <a:p>
          <a:endParaRPr lang="en-US"/>
        </a:p>
      </dgm:t>
    </dgm:pt>
    <dgm:pt modelId="{D1AC8128-2C0A-4957-883B-BE17FB22C170}">
      <dgm:prSet/>
      <dgm:spPr/>
      <dgm:t>
        <a:bodyPr/>
        <a:lstStyle/>
        <a:p>
          <a:r>
            <a:rPr lang="en-US"/>
            <a:t>Confirmation bias</a:t>
          </a:r>
        </a:p>
      </dgm:t>
    </dgm:pt>
    <dgm:pt modelId="{5AD12575-4F09-4D6F-A786-2E63DC9AF5E5}" type="parTrans" cxnId="{D51F2D2C-A327-4E3F-8535-38EDD8565B0C}">
      <dgm:prSet/>
      <dgm:spPr/>
      <dgm:t>
        <a:bodyPr/>
        <a:lstStyle/>
        <a:p>
          <a:endParaRPr lang="en-US"/>
        </a:p>
      </dgm:t>
    </dgm:pt>
    <dgm:pt modelId="{27AE8CE3-B7D7-4D16-93CE-5C813992C854}" type="sibTrans" cxnId="{D51F2D2C-A327-4E3F-8535-38EDD8565B0C}">
      <dgm:prSet/>
      <dgm:spPr/>
      <dgm:t>
        <a:bodyPr/>
        <a:lstStyle/>
        <a:p>
          <a:endParaRPr lang="en-US"/>
        </a:p>
      </dgm:t>
    </dgm:pt>
    <dgm:pt modelId="{BFDA4AF1-1EC2-4773-A8B2-C2041242B5FD}">
      <dgm:prSet/>
      <dgm:spPr/>
      <dgm:t>
        <a:bodyPr/>
        <a:lstStyle/>
        <a:p>
          <a:r>
            <a:rPr lang="en-US"/>
            <a:t>In-group vs out-groups</a:t>
          </a:r>
        </a:p>
      </dgm:t>
    </dgm:pt>
    <dgm:pt modelId="{A9A0C98D-5510-4F79-834B-C3B23F2C2B0B}" type="parTrans" cxnId="{9B1EEE30-185C-4351-839A-D8D11B49D068}">
      <dgm:prSet/>
      <dgm:spPr/>
      <dgm:t>
        <a:bodyPr/>
        <a:lstStyle/>
        <a:p>
          <a:endParaRPr lang="en-US"/>
        </a:p>
      </dgm:t>
    </dgm:pt>
    <dgm:pt modelId="{FACE51E6-574A-4A1F-B0E7-6275AB07DB43}" type="sibTrans" cxnId="{9B1EEE30-185C-4351-839A-D8D11B49D068}">
      <dgm:prSet/>
      <dgm:spPr/>
      <dgm:t>
        <a:bodyPr/>
        <a:lstStyle/>
        <a:p>
          <a:endParaRPr lang="en-US"/>
        </a:p>
      </dgm:t>
    </dgm:pt>
    <dgm:pt modelId="{9E5D1441-C848-408A-AD90-1AC63B659617}">
      <dgm:prSet/>
      <dgm:spPr/>
      <dgm:t>
        <a:bodyPr/>
        <a:lstStyle/>
        <a:p>
          <a:r>
            <a:rPr lang="en-US" dirty="0"/>
            <a:t>In-group bias</a:t>
          </a:r>
        </a:p>
      </dgm:t>
    </dgm:pt>
    <dgm:pt modelId="{A8BEE75F-AA8F-4A4B-8EA4-D71A4DFB35D5}" type="parTrans" cxnId="{4760455D-7403-4651-A86D-1016F496D1D7}">
      <dgm:prSet/>
      <dgm:spPr/>
      <dgm:t>
        <a:bodyPr/>
        <a:lstStyle/>
        <a:p>
          <a:endParaRPr lang="en-US"/>
        </a:p>
      </dgm:t>
    </dgm:pt>
    <dgm:pt modelId="{050332B1-53E9-4542-A6D7-4A849E7F356C}" type="sibTrans" cxnId="{4760455D-7403-4651-A86D-1016F496D1D7}">
      <dgm:prSet/>
      <dgm:spPr/>
      <dgm:t>
        <a:bodyPr/>
        <a:lstStyle/>
        <a:p>
          <a:endParaRPr lang="en-US"/>
        </a:p>
      </dgm:t>
    </dgm:pt>
    <dgm:pt modelId="{A9D6646B-9F32-4562-B8C8-AAA61F405A99}">
      <dgm:prSet/>
      <dgm:spPr/>
      <dgm:t>
        <a:bodyPr/>
        <a:lstStyle/>
        <a:p>
          <a:r>
            <a:rPr lang="en-US"/>
            <a:t>Scapegoating</a:t>
          </a:r>
        </a:p>
      </dgm:t>
    </dgm:pt>
    <dgm:pt modelId="{765DDE0F-CDB7-4F00-9705-6B0F8516AA7D}" type="parTrans" cxnId="{5EAF2D88-CB14-4C08-BB73-1E984148D57F}">
      <dgm:prSet/>
      <dgm:spPr/>
      <dgm:t>
        <a:bodyPr/>
        <a:lstStyle/>
        <a:p>
          <a:endParaRPr lang="en-US"/>
        </a:p>
      </dgm:t>
    </dgm:pt>
    <dgm:pt modelId="{9822877E-8540-439D-8299-CEE0C3B6CB05}" type="sibTrans" cxnId="{5EAF2D88-CB14-4C08-BB73-1E984148D57F}">
      <dgm:prSet/>
      <dgm:spPr/>
      <dgm:t>
        <a:bodyPr/>
        <a:lstStyle/>
        <a:p>
          <a:endParaRPr lang="en-US"/>
        </a:p>
      </dgm:t>
    </dgm:pt>
    <dgm:pt modelId="{2B8F0A91-1E0E-4608-9F5D-4A54ECB78F37}" type="pres">
      <dgm:prSet presAssocID="{110EE7B3-AD73-4ADF-BBBF-8FC1FD8E5847}" presName="vert0" presStyleCnt="0">
        <dgm:presLayoutVars>
          <dgm:dir/>
          <dgm:animOne val="branch"/>
          <dgm:animLvl val="lvl"/>
        </dgm:presLayoutVars>
      </dgm:prSet>
      <dgm:spPr/>
    </dgm:pt>
    <dgm:pt modelId="{6FBB986E-5CF0-4149-B9FE-C70A3FBE3539}" type="pres">
      <dgm:prSet presAssocID="{6D5194AF-4E92-46AC-9870-765B2017EDF9}" presName="thickLine" presStyleLbl="alignNode1" presStyleIdx="0" presStyleCnt="5"/>
      <dgm:spPr/>
    </dgm:pt>
    <dgm:pt modelId="{C9A42901-1F5B-4078-86EB-A928F1FC35BB}" type="pres">
      <dgm:prSet presAssocID="{6D5194AF-4E92-46AC-9870-765B2017EDF9}" presName="horz1" presStyleCnt="0"/>
      <dgm:spPr/>
    </dgm:pt>
    <dgm:pt modelId="{09EB9FA4-FCDE-4B65-8557-4410979BBD19}" type="pres">
      <dgm:prSet presAssocID="{6D5194AF-4E92-46AC-9870-765B2017EDF9}" presName="tx1" presStyleLbl="revTx" presStyleIdx="0" presStyleCnt="5"/>
      <dgm:spPr/>
    </dgm:pt>
    <dgm:pt modelId="{48C5716C-1AF2-4616-AFAB-7DAF34EBBF6B}" type="pres">
      <dgm:prSet presAssocID="{6D5194AF-4E92-46AC-9870-765B2017EDF9}" presName="vert1" presStyleCnt="0"/>
      <dgm:spPr/>
    </dgm:pt>
    <dgm:pt modelId="{FB0B0F85-22F7-4E63-97C6-20F7E432C6E1}" type="pres">
      <dgm:prSet presAssocID="{D1AC8128-2C0A-4957-883B-BE17FB22C170}" presName="thickLine" presStyleLbl="alignNode1" presStyleIdx="1" presStyleCnt="5"/>
      <dgm:spPr/>
    </dgm:pt>
    <dgm:pt modelId="{706D1995-A44A-48E9-BA49-9CD37A79153A}" type="pres">
      <dgm:prSet presAssocID="{D1AC8128-2C0A-4957-883B-BE17FB22C170}" presName="horz1" presStyleCnt="0"/>
      <dgm:spPr/>
    </dgm:pt>
    <dgm:pt modelId="{489A7FFB-1570-44D7-A5BD-C6EAF74E1572}" type="pres">
      <dgm:prSet presAssocID="{D1AC8128-2C0A-4957-883B-BE17FB22C170}" presName="tx1" presStyleLbl="revTx" presStyleIdx="1" presStyleCnt="5"/>
      <dgm:spPr/>
    </dgm:pt>
    <dgm:pt modelId="{01EDBEA4-FDDA-4A4D-BD17-C2054BACD760}" type="pres">
      <dgm:prSet presAssocID="{D1AC8128-2C0A-4957-883B-BE17FB22C170}" presName="vert1" presStyleCnt="0"/>
      <dgm:spPr/>
    </dgm:pt>
    <dgm:pt modelId="{983572CC-F215-4902-8738-D8C6C6659CD7}" type="pres">
      <dgm:prSet presAssocID="{BFDA4AF1-1EC2-4773-A8B2-C2041242B5FD}" presName="thickLine" presStyleLbl="alignNode1" presStyleIdx="2" presStyleCnt="5"/>
      <dgm:spPr/>
    </dgm:pt>
    <dgm:pt modelId="{FF1AA497-3B92-48EA-9A1E-1BAB2B1CD819}" type="pres">
      <dgm:prSet presAssocID="{BFDA4AF1-1EC2-4773-A8B2-C2041242B5FD}" presName="horz1" presStyleCnt="0"/>
      <dgm:spPr/>
    </dgm:pt>
    <dgm:pt modelId="{74683365-44CE-4D75-B783-61AF2427AAA5}" type="pres">
      <dgm:prSet presAssocID="{BFDA4AF1-1EC2-4773-A8B2-C2041242B5FD}" presName="tx1" presStyleLbl="revTx" presStyleIdx="2" presStyleCnt="5"/>
      <dgm:spPr/>
    </dgm:pt>
    <dgm:pt modelId="{036239A8-3820-4334-B40A-3B0B84CE591B}" type="pres">
      <dgm:prSet presAssocID="{BFDA4AF1-1EC2-4773-A8B2-C2041242B5FD}" presName="vert1" presStyleCnt="0"/>
      <dgm:spPr/>
    </dgm:pt>
    <dgm:pt modelId="{C17E3E2A-F567-4677-8E06-730B77F957EB}" type="pres">
      <dgm:prSet presAssocID="{9E5D1441-C848-408A-AD90-1AC63B659617}" presName="thickLine" presStyleLbl="alignNode1" presStyleIdx="3" presStyleCnt="5"/>
      <dgm:spPr/>
    </dgm:pt>
    <dgm:pt modelId="{7F18DF22-EF18-4977-9856-7E7DFD73BC80}" type="pres">
      <dgm:prSet presAssocID="{9E5D1441-C848-408A-AD90-1AC63B659617}" presName="horz1" presStyleCnt="0"/>
      <dgm:spPr/>
    </dgm:pt>
    <dgm:pt modelId="{9DA3B710-666C-4FBC-AA0E-8466A93764A3}" type="pres">
      <dgm:prSet presAssocID="{9E5D1441-C848-408A-AD90-1AC63B659617}" presName="tx1" presStyleLbl="revTx" presStyleIdx="3" presStyleCnt="5"/>
      <dgm:spPr/>
    </dgm:pt>
    <dgm:pt modelId="{A67F57AC-9D6C-4BA5-8A48-C2357E031D7F}" type="pres">
      <dgm:prSet presAssocID="{9E5D1441-C848-408A-AD90-1AC63B659617}" presName="vert1" presStyleCnt="0"/>
      <dgm:spPr/>
    </dgm:pt>
    <dgm:pt modelId="{B5C7885D-1605-49E6-8906-E5FD6F0118B4}" type="pres">
      <dgm:prSet presAssocID="{A9D6646B-9F32-4562-B8C8-AAA61F405A99}" presName="thickLine" presStyleLbl="alignNode1" presStyleIdx="4" presStyleCnt="5"/>
      <dgm:spPr/>
    </dgm:pt>
    <dgm:pt modelId="{AC1A3D71-F98E-4351-8B30-8624988443B1}" type="pres">
      <dgm:prSet presAssocID="{A9D6646B-9F32-4562-B8C8-AAA61F405A99}" presName="horz1" presStyleCnt="0"/>
      <dgm:spPr/>
    </dgm:pt>
    <dgm:pt modelId="{255D64D8-DCBE-45AF-A2A6-21F1271F3036}" type="pres">
      <dgm:prSet presAssocID="{A9D6646B-9F32-4562-B8C8-AAA61F405A99}" presName="tx1" presStyleLbl="revTx" presStyleIdx="4" presStyleCnt="5"/>
      <dgm:spPr/>
    </dgm:pt>
    <dgm:pt modelId="{05E8AA36-5E7B-451A-BED4-D9B503E922FF}" type="pres">
      <dgm:prSet presAssocID="{A9D6646B-9F32-4562-B8C8-AAA61F405A99}" presName="vert1" presStyleCnt="0"/>
      <dgm:spPr/>
    </dgm:pt>
  </dgm:ptLst>
  <dgm:cxnLst>
    <dgm:cxn modelId="{C15B310F-8655-46FB-8D22-5571455ACE5E}" type="presOf" srcId="{BFDA4AF1-1EC2-4773-A8B2-C2041242B5FD}" destId="{74683365-44CE-4D75-B783-61AF2427AAA5}" srcOrd="0" destOrd="0" presId="urn:microsoft.com/office/officeart/2008/layout/LinedList"/>
    <dgm:cxn modelId="{B2B46D25-BAB1-4267-8541-78D9ABCDF707}" srcId="{110EE7B3-AD73-4ADF-BBBF-8FC1FD8E5847}" destId="{6D5194AF-4E92-46AC-9870-765B2017EDF9}" srcOrd="0" destOrd="0" parTransId="{BC5B590D-6262-453E-BB10-0D705DEFAFC4}" sibTransId="{2E298EB5-3A4B-4CB2-A377-F63C605699DD}"/>
    <dgm:cxn modelId="{D51F2D2C-A327-4E3F-8535-38EDD8565B0C}" srcId="{110EE7B3-AD73-4ADF-BBBF-8FC1FD8E5847}" destId="{D1AC8128-2C0A-4957-883B-BE17FB22C170}" srcOrd="1" destOrd="0" parTransId="{5AD12575-4F09-4D6F-A786-2E63DC9AF5E5}" sibTransId="{27AE8CE3-B7D7-4D16-93CE-5C813992C854}"/>
    <dgm:cxn modelId="{9B1EEE30-185C-4351-839A-D8D11B49D068}" srcId="{110EE7B3-AD73-4ADF-BBBF-8FC1FD8E5847}" destId="{BFDA4AF1-1EC2-4773-A8B2-C2041242B5FD}" srcOrd="2" destOrd="0" parTransId="{A9A0C98D-5510-4F79-834B-C3B23F2C2B0B}" sibTransId="{FACE51E6-574A-4A1F-B0E7-6275AB07DB43}"/>
    <dgm:cxn modelId="{4760455D-7403-4651-A86D-1016F496D1D7}" srcId="{110EE7B3-AD73-4ADF-BBBF-8FC1FD8E5847}" destId="{9E5D1441-C848-408A-AD90-1AC63B659617}" srcOrd="3" destOrd="0" parTransId="{A8BEE75F-AA8F-4A4B-8EA4-D71A4DFB35D5}" sibTransId="{050332B1-53E9-4542-A6D7-4A849E7F356C}"/>
    <dgm:cxn modelId="{AC03C35A-6975-45D4-8B85-18B1AF883AD7}" type="presOf" srcId="{6D5194AF-4E92-46AC-9870-765B2017EDF9}" destId="{09EB9FA4-FCDE-4B65-8557-4410979BBD19}" srcOrd="0" destOrd="0" presId="urn:microsoft.com/office/officeart/2008/layout/LinedList"/>
    <dgm:cxn modelId="{72A4B77B-CD89-4430-809A-4C1E8D46CE31}" type="presOf" srcId="{9E5D1441-C848-408A-AD90-1AC63B659617}" destId="{9DA3B710-666C-4FBC-AA0E-8466A93764A3}" srcOrd="0" destOrd="0" presId="urn:microsoft.com/office/officeart/2008/layout/LinedList"/>
    <dgm:cxn modelId="{5EAF2D88-CB14-4C08-BB73-1E984148D57F}" srcId="{110EE7B3-AD73-4ADF-BBBF-8FC1FD8E5847}" destId="{A9D6646B-9F32-4562-B8C8-AAA61F405A99}" srcOrd="4" destOrd="0" parTransId="{765DDE0F-CDB7-4F00-9705-6B0F8516AA7D}" sibTransId="{9822877E-8540-439D-8299-CEE0C3B6CB05}"/>
    <dgm:cxn modelId="{9521CDBE-E75C-491C-AE98-FF00E010F638}" type="presOf" srcId="{D1AC8128-2C0A-4957-883B-BE17FB22C170}" destId="{489A7FFB-1570-44D7-A5BD-C6EAF74E1572}" srcOrd="0" destOrd="0" presId="urn:microsoft.com/office/officeart/2008/layout/LinedList"/>
    <dgm:cxn modelId="{FDBE87D4-688A-40F8-AD26-DFA58322CA18}" type="presOf" srcId="{A9D6646B-9F32-4562-B8C8-AAA61F405A99}" destId="{255D64D8-DCBE-45AF-A2A6-21F1271F3036}" srcOrd="0" destOrd="0" presId="urn:microsoft.com/office/officeart/2008/layout/LinedList"/>
    <dgm:cxn modelId="{014FF5F7-20FC-4663-BA8A-6B66A2030FF0}" type="presOf" srcId="{110EE7B3-AD73-4ADF-BBBF-8FC1FD8E5847}" destId="{2B8F0A91-1E0E-4608-9F5D-4A54ECB78F37}" srcOrd="0" destOrd="0" presId="urn:microsoft.com/office/officeart/2008/layout/LinedList"/>
    <dgm:cxn modelId="{3882A0FB-5A1C-4CB4-AD71-C43DCDD25BE4}" type="presParOf" srcId="{2B8F0A91-1E0E-4608-9F5D-4A54ECB78F37}" destId="{6FBB986E-5CF0-4149-B9FE-C70A3FBE3539}" srcOrd="0" destOrd="0" presId="urn:microsoft.com/office/officeart/2008/layout/LinedList"/>
    <dgm:cxn modelId="{190C956A-6D71-4374-B608-78CE728D41AD}" type="presParOf" srcId="{2B8F0A91-1E0E-4608-9F5D-4A54ECB78F37}" destId="{C9A42901-1F5B-4078-86EB-A928F1FC35BB}" srcOrd="1" destOrd="0" presId="urn:microsoft.com/office/officeart/2008/layout/LinedList"/>
    <dgm:cxn modelId="{EEDF53F4-A462-42AC-A37C-16EDC3CC94FB}" type="presParOf" srcId="{C9A42901-1F5B-4078-86EB-A928F1FC35BB}" destId="{09EB9FA4-FCDE-4B65-8557-4410979BBD19}" srcOrd="0" destOrd="0" presId="urn:microsoft.com/office/officeart/2008/layout/LinedList"/>
    <dgm:cxn modelId="{BF41FB70-2130-4E92-BE58-77A8038A7A85}" type="presParOf" srcId="{C9A42901-1F5B-4078-86EB-A928F1FC35BB}" destId="{48C5716C-1AF2-4616-AFAB-7DAF34EBBF6B}" srcOrd="1" destOrd="0" presId="urn:microsoft.com/office/officeart/2008/layout/LinedList"/>
    <dgm:cxn modelId="{0F1F0E6E-B49E-4E2C-A904-9B30378BC1F3}" type="presParOf" srcId="{2B8F0A91-1E0E-4608-9F5D-4A54ECB78F37}" destId="{FB0B0F85-22F7-4E63-97C6-20F7E432C6E1}" srcOrd="2" destOrd="0" presId="urn:microsoft.com/office/officeart/2008/layout/LinedList"/>
    <dgm:cxn modelId="{DA14E898-8B7A-4790-A7EC-CD9A9C905603}" type="presParOf" srcId="{2B8F0A91-1E0E-4608-9F5D-4A54ECB78F37}" destId="{706D1995-A44A-48E9-BA49-9CD37A79153A}" srcOrd="3" destOrd="0" presId="urn:microsoft.com/office/officeart/2008/layout/LinedList"/>
    <dgm:cxn modelId="{CD22CE50-4AD5-45DD-9377-D86771AE313C}" type="presParOf" srcId="{706D1995-A44A-48E9-BA49-9CD37A79153A}" destId="{489A7FFB-1570-44D7-A5BD-C6EAF74E1572}" srcOrd="0" destOrd="0" presId="urn:microsoft.com/office/officeart/2008/layout/LinedList"/>
    <dgm:cxn modelId="{7DC98E33-95F7-4013-AE19-6AED72F99778}" type="presParOf" srcId="{706D1995-A44A-48E9-BA49-9CD37A79153A}" destId="{01EDBEA4-FDDA-4A4D-BD17-C2054BACD760}" srcOrd="1" destOrd="0" presId="urn:microsoft.com/office/officeart/2008/layout/LinedList"/>
    <dgm:cxn modelId="{AF3DCE49-5D10-4E7F-AC4D-A212379AEB2D}" type="presParOf" srcId="{2B8F0A91-1E0E-4608-9F5D-4A54ECB78F37}" destId="{983572CC-F215-4902-8738-D8C6C6659CD7}" srcOrd="4" destOrd="0" presId="urn:microsoft.com/office/officeart/2008/layout/LinedList"/>
    <dgm:cxn modelId="{37850B42-E758-44E3-978C-BDF628FA6995}" type="presParOf" srcId="{2B8F0A91-1E0E-4608-9F5D-4A54ECB78F37}" destId="{FF1AA497-3B92-48EA-9A1E-1BAB2B1CD819}" srcOrd="5" destOrd="0" presId="urn:microsoft.com/office/officeart/2008/layout/LinedList"/>
    <dgm:cxn modelId="{C5414905-0D27-4889-8C48-60FB3D386214}" type="presParOf" srcId="{FF1AA497-3B92-48EA-9A1E-1BAB2B1CD819}" destId="{74683365-44CE-4D75-B783-61AF2427AAA5}" srcOrd="0" destOrd="0" presId="urn:microsoft.com/office/officeart/2008/layout/LinedList"/>
    <dgm:cxn modelId="{EE7C6D2F-21F5-4790-B7F4-35F365D5496A}" type="presParOf" srcId="{FF1AA497-3B92-48EA-9A1E-1BAB2B1CD819}" destId="{036239A8-3820-4334-B40A-3B0B84CE591B}" srcOrd="1" destOrd="0" presId="urn:microsoft.com/office/officeart/2008/layout/LinedList"/>
    <dgm:cxn modelId="{CF3FD1E7-2B55-453C-AB89-0AA36602F120}" type="presParOf" srcId="{2B8F0A91-1E0E-4608-9F5D-4A54ECB78F37}" destId="{C17E3E2A-F567-4677-8E06-730B77F957EB}" srcOrd="6" destOrd="0" presId="urn:microsoft.com/office/officeart/2008/layout/LinedList"/>
    <dgm:cxn modelId="{130B0D0A-41B0-490A-B4A6-3D47062DAFC3}" type="presParOf" srcId="{2B8F0A91-1E0E-4608-9F5D-4A54ECB78F37}" destId="{7F18DF22-EF18-4977-9856-7E7DFD73BC80}" srcOrd="7" destOrd="0" presId="urn:microsoft.com/office/officeart/2008/layout/LinedList"/>
    <dgm:cxn modelId="{8DB72AB1-6618-47A9-82E3-270477A821E1}" type="presParOf" srcId="{7F18DF22-EF18-4977-9856-7E7DFD73BC80}" destId="{9DA3B710-666C-4FBC-AA0E-8466A93764A3}" srcOrd="0" destOrd="0" presId="urn:microsoft.com/office/officeart/2008/layout/LinedList"/>
    <dgm:cxn modelId="{F186ACD0-23B8-47F7-924A-E50BBA68F2D6}" type="presParOf" srcId="{7F18DF22-EF18-4977-9856-7E7DFD73BC80}" destId="{A67F57AC-9D6C-4BA5-8A48-C2357E031D7F}" srcOrd="1" destOrd="0" presId="urn:microsoft.com/office/officeart/2008/layout/LinedList"/>
    <dgm:cxn modelId="{159406A4-3211-4B6F-BD93-6F8BCF2F7F22}" type="presParOf" srcId="{2B8F0A91-1E0E-4608-9F5D-4A54ECB78F37}" destId="{B5C7885D-1605-49E6-8906-E5FD6F0118B4}" srcOrd="8" destOrd="0" presId="urn:microsoft.com/office/officeart/2008/layout/LinedList"/>
    <dgm:cxn modelId="{B5C0D577-E6E1-4D90-BFAE-9B3DEBF6E22D}" type="presParOf" srcId="{2B8F0A91-1E0E-4608-9F5D-4A54ECB78F37}" destId="{AC1A3D71-F98E-4351-8B30-8624988443B1}" srcOrd="9" destOrd="0" presId="urn:microsoft.com/office/officeart/2008/layout/LinedList"/>
    <dgm:cxn modelId="{3C8F5D6E-F283-436E-8E9D-E891B86B1C77}" type="presParOf" srcId="{AC1A3D71-F98E-4351-8B30-8624988443B1}" destId="{255D64D8-DCBE-45AF-A2A6-21F1271F3036}" srcOrd="0" destOrd="0" presId="urn:microsoft.com/office/officeart/2008/layout/LinedList"/>
    <dgm:cxn modelId="{D1AAE07B-F3E3-494F-83D6-002E85939475}" type="presParOf" srcId="{AC1A3D71-F98E-4351-8B30-8624988443B1}" destId="{05E8AA36-5E7B-451A-BED4-D9B503E922FF}"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3D82FA8-AE00-4E92-9B3D-6400BE19FBFA}"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34835787-3064-486B-B8CD-C4B760DAEFE6}">
      <dgm:prSet/>
      <dgm:spPr/>
      <dgm:t>
        <a:bodyPr/>
        <a:lstStyle/>
        <a:p>
          <a:r>
            <a:rPr lang="en-US"/>
            <a:t>Altruism</a:t>
          </a:r>
        </a:p>
      </dgm:t>
    </dgm:pt>
    <dgm:pt modelId="{ABB46282-E95D-4552-B8B2-E6CF526AFA10}" type="parTrans" cxnId="{982A5431-7143-4E48-8C9C-586A3650BD7A}">
      <dgm:prSet/>
      <dgm:spPr/>
      <dgm:t>
        <a:bodyPr/>
        <a:lstStyle/>
        <a:p>
          <a:endParaRPr lang="en-US"/>
        </a:p>
      </dgm:t>
    </dgm:pt>
    <dgm:pt modelId="{2F5999D4-03D5-44CD-8DD1-8FE91677E37F}" type="sibTrans" cxnId="{982A5431-7143-4E48-8C9C-586A3650BD7A}">
      <dgm:prSet/>
      <dgm:spPr/>
      <dgm:t>
        <a:bodyPr/>
        <a:lstStyle/>
        <a:p>
          <a:endParaRPr lang="en-US"/>
        </a:p>
      </dgm:t>
    </dgm:pt>
    <dgm:pt modelId="{2ABDB5BB-2F15-4EDC-9D14-5F19C3714E1E}">
      <dgm:prSet/>
      <dgm:spPr/>
      <dgm:t>
        <a:bodyPr/>
        <a:lstStyle/>
        <a:p>
          <a:r>
            <a:rPr lang="en-US"/>
            <a:t>Empathy and sympathy</a:t>
          </a:r>
        </a:p>
      </dgm:t>
    </dgm:pt>
    <dgm:pt modelId="{7AB3633A-97EE-4D7C-A237-9BB3316FCD32}" type="parTrans" cxnId="{2C02D4F1-8844-4F70-865D-AD361C0D5B85}">
      <dgm:prSet/>
      <dgm:spPr/>
      <dgm:t>
        <a:bodyPr/>
        <a:lstStyle/>
        <a:p>
          <a:endParaRPr lang="en-US"/>
        </a:p>
      </dgm:t>
    </dgm:pt>
    <dgm:pt modelId="{5A8D7346-3069-4B6E-B64C-DB6F64ADC429}" type="sibTrans" cxnId="{2C02D4F1-8844-4F70-865D-AD361C0D5B85}">
      <dgm:prSet/>
      <dgm:spPr/>
      <dgm:t>
        <a:bodyPr/>
        <a:lstStyle/>
        <a:p>
          <a:endParaRPr lang="en-US"/>
        </a:p>
      </dgm:t>
    </dgm:pt>
    <dgm:pt modelId="{032D38EA-E093-4AF0-A39B-82F49E8FAD6F}">
      <dgm:prSet/>
      <dgm:spPr/>
      <dgm:t>
        <a:bodyPr/>
        <a:lstStyle/>
        <a:p>
          <a:r>
            <a:rPr lang="en-US"/>
            <a:t>Homophily</a:t>
          </a:r>
        </a:p>
      </dgm:t>
    </dgm:pt>
    <dgm:pt modelId="{0BE4FA88-D56F-4555-909F-C7D2126F1955}" type="parTrans" cxnId="{D8218255-3666-457A-9DB7-2A107C339033}">
      <dgm:prSet/>
      <dgm:spPr/>
      <dgm:t>
        <a:bodyPr/>
        <a:lstStyle/>
        <a:p>
          <a:endParaRPr lang="en-US"/>
        </a:p>
      </dgm:t>
    </dgm:pt>
    <dgm:pt modelId="{D832A404-7BCC-437C-B3B4-1E5CF1209715}" type="sibTrans" cxnId="{D8218255-3666-457A-9DB7-2A107C339033}">
      <dgm:prSet/>
      <dgm:spPr/>
      <dgm:t>
        <a:bodyPr/>
        <a:lstStyle/>
        <a:p>
          <a:endParaRPr lang="en-US"/>
        </a:p>
      </dgm:t>
    </dgm:pt>
    <dgm:pt modelId="{9708342E-639C-495F-A0F8-8B9BD9DB08C9}">
      <dgm:prSet/>
      <dgm:spPr/>
      <dgm:t>
        <a:bodyPr/>
        <a:lstStyle/>
        <a:p>
          <a:r>
            <a:rPr lang="en-US"/>
            <a:t>Reciprocity</a:t>
          </a:r>
        </a:p>
      </dgm:t>
    </dgm:pt>
    <dgm:pt modelId="{D3D0570A-7D5F-42E4-B605-389C4B301542}" type="parTrans" cxnId="{CE0E4513-37DE-49EF-A8F8-FE69B2AD169A}">
      <dgm:prSet/>
      <dgm:spPr/>
      <dgm:t>
        <a:bodyPr/>
        <a:lstStyle/>
        <a:p>
          <a:endParaRPr lang="en-US"/>
        </a:p>
      </dgm:t>
    </dgm:pt>
    <dgm:pt modelId="{B80C39A1-888C-443C-BF82-D961D901B9CD}" type="sibTrans" cxnId="{CE0E4513-37DE-49EF-A8F8-FE69B2AD169A}">
      <dgm:prSet/>
      <dgm:spPr/>
      <dgm:t>
        <a:bodyPr/>
        <a:lstStyle/>
        <a:p>
          <a:endParaRPr lang="en-US"/>
        </a:p>
      </dgm:t>
    </dgm:pt>
    <dgm:pt modelId="{B7ECC50F-52FA-4F2A-A6C9-DC927545C7DA}">
      <dgm:prSet/>
      <dgm:spPr/>
      <dgm:t>
        <a:bodyPr/>
        <a:lstStyle/>
        <a:p>
          <a:r>
            <a:rPr lang="en-US"/>
            <a:t>Self-disclosure</a:t>
          </a:r>
        </a:p>
      </dgm:t>
    </dgm:pt>
    <dgm:pt modelId="{C9A917BD-721D-4F98-A946-63E84EC2CDE2}" type="parTrans" cxnId="{E86283CC-42F4-418E-BC99-AE8EE310F845}">
      <dgm:prSet/>
      <dgm:spPr/>
      <dgm:t>
        <a:bodyPr/>
        <a:lstStyle/>
        <a:p>
          <a:endParaRPr lang="en-US"/>
        </a:p>
      </dgm:t>
    </dgm:pt>
    <dgm:pt modelId="{455178EE-D563-4603-8251-C0730A4E49A3}" type="sibTrans" cxnId="{E86283CC-42F4-418E-BC99-AE8EE310F845}">
      <dgm:prSet/>
      <dgm:spPr/>
      <dgm:t>
        <a:bodyPr/>
        <a:lstStyle/>
        <a:p>
          <a:endParaRPr lang="en-US"/>
        </a:p>
      </dgm:t>
    </dgm:pt>
    <dgm:pt modelId="{4AF6914A-9E03-44FC-B0AB-588DD27259BB}" type="pres">
      <dgm:prSet presAssocID="{D3D82FA8-AE00-4E92-9B3D-6400BE19FBFA}" presName="vert0" presStyleCnt="0">
        <dgm:presLayoutVars>
          <dgm:dir/>
          <dgm:animOne val="branch"/>
          <dgm:animLvl val="lvl"/>
        </dgm:presLayoutVars>
      </dgm:prSet>
      <dgm:spPr/>
    </dgm:pt>
    <dgm:pt modelId="{F37AF694-4B6C-4B25-886A-A59180F85309}" type="pres">
      <dgm:prSet presAssocID="{34835787-3064-486B-B8CD-C4B760DAEFE6}" presName="thickLine" presStyleLbl="alignNode1" presStyleIdx="0" presStyleCnt="5"/>
      <dgm:spPr/>
    </dgm:pt>
    <dgm:pt modelId="{C8247CF2-9706-4FD3-B1DB-2B1C9B36611F}" type="pres">
      <dgm:prSet presAssocID="{34835787-3064-486B-B8CD-C4B760DAEFE6}" presName="horz1" presStyleCnt="0"/>
      <dgm:spPr/>
    </dgm:pt>
    <dgm:pt modelId="{BD891316-D336-499E-805E-8DEB28735644}" type="pres">
      <dgm:prSet presAssocID="{34835787-3064-486B-B8CD-C4B760DAEFE6}" presName="tx1" presStyleLbl="revTx" presStyleIdx="0" presStyleCnt="5"/>
      <dgm:spPr/>
    </dgm:pt>
    <dgm:pt modelId="{11F102F6-5007-4C86-AA80-87ABC25FD116}" type="pres">
      <dgm:prSet presAssocID="{34835787-3064-486B-B8CD-C4B760DAEFE6}" presName="vert1" presStyleCnt="0"/>
      <dgm:spPr/>
    </dgm:pt>
    <dgm:pt modelId="{661C8D36-FDEA-4EDC-B4FB-5F75FA0FAD8A}" type="pres">
      <dgm:prSet presAssocID="{2ABDB5BB-2F15-4EDC-9D14-5F19C3714E1E}" presName="thickLine" presStyleLbl="alignNode1" presStyleIdx="1" presStyleCnt="5"/>
      <dgm:spPr/>
    </dgm:pt>
    <dgm:pt modelId="{51621AD0-1023-4EC3-B70B-3B631BC55815}" type="pres">
      <dgm:prSet presAssocID="{2ABDB5BB-2F15-4EDC-9D14-5F19C3714E1E}" presName="horz1" presStyleCnt="0"/>
      <dgm:spPr/>
    </dgm:pt>
    <dgm:pt modelId="{AC223DFF-6FC2-40BC-B06C-0AB622D90E98}" type="pres">
      <dgm:prSet presAssocID="{2ABDB5BB-2F15-4EDC-9D14-5F19C3714E1E}" presName="tx1" presStyleLbl="revTx" presStyleIdx="1" presStyleCnt="5"/>
      <dgm:spPr/>
    </dgm:pt>
    <dgm:pt modelId="{243E0010-9BB4-4BEF-B9D3-0F5369E700F3}" type="pres">
      <dgm:prSet presAssocID="{2ABDB5BB-2F15-4EDC-9D14-5F19C3714E1E}" presName="vert1" presStyleCnt="0"/>
      <dgm:spPr/>
    </dgm:pt>
    <dgm:pt modelId="{88D5DF41-EB45-48F0-9EEE-68BAF5C94A35}" type="pres">
      <dgm:prSet presAssocID="{032D38EA-E093-4AF0-A39B-82F49E8FAD6F}" presName="thickLine" presStyleLbl="alignNode1" presStyleIdx="2" presStyleCnt="5"/>
      <dgm:spPr/>
    </dgm:pt>
    <dgm:pt modelId="{53091F2B-BAD0-4907-8512-3A0BB508DF06}" type="pres">
      <dgm:prSet presAssocID="{032D38EA-E093-4AF0-A39B-82F49E8FAD6F}" presName="horz1" presStyleCnt="0"/>
      <dgm:spPr/>
    </dgm:pt>
    <dgm:pt modelId="{054E15BE-EA91-475D-AED0-B0E850742929}" type="pres">
      <dgm:prSet presAssocID="{032D38EA-E093-4AF0-A39B-82F49E8FAD6F}" presName="tx1" presStyleLbl="revTx" presStyleIdx="2" presStyleCnt="5"/>
      <dgm:spPr/>
    </dgm:pt>
    <dgm:pt modelId="{85045587-8730-4DCA-BEA4-7075ACD08FB3}" type="pres">
      <dgm:prSet presAssocID="{032D38EA-E093-4AF0-A39B-82F49E8FAD6F}" presName="vert1" presStyleCnt="0"/>
      <dgm:spPr/>
    </dgm:pt>
    <dgm:pt modelId="{2FC8DF01-4CF6-4B7A-8F36-27E49229305D}" type="pres">
      <dgm:prSet presAssocID="{9708342E-639C-495F-A0F8-8B9BD9DB08C9}" presName="thickLine" presStyleLbl="alignNode1" presStyleIdx="3" presStyleCnt="5"/>
      <dgm:spPr/>
    </dgm:pt>
    <dgm:pt modelId="{D9D92928-72FE-4688-A765-47DC3BC86BFF}" type="pres">
      <dgm:prSet presAssocID="{9708342E-639C-495F-A0F8-8B9BD9DB08C9}" presName="horz1" presStyleCnt="0"/>
      <dgm:spPr/>
    </dgm:pt>
    <dgm:pt modelId="{82E448AF-259D-42E0-8B6F-AD0DD15E02E6}" type="pres">
      <dgm:prSet presAssocID="{9708342E-639C-495F-A0F8-8B9BD9DB08C9}" presName="tx1" presStyleLbl="revTx" presStyleIdx="3" presStyleCnt="5"/>
      <dgm:spPr/>
    </dgm:pt>
    <dgm:pt modelId="{2A7B2B54-AB9F-409D-B660-537A02970F7A}" type="pres">
      <dgm:prSet presAssocID="{9708342E-639C-495F-A0F8-8B9BD9DB08C9}" presName="vert1" presStyleCnt="0"/>
      <dgm:spPr/>
    </dgm:pt>
    <dgm:pt modelId="{5CDC8A45-C13C-4458-90F9-B70876CB1452}" type="pres">
      <dgm:prSet presAssocID="{B7ECC50F-52FA-4F2A-A6C9-DC927545C7DA}" presName="thickLine" presStyleLbl="alignNode1" presStyleIdx="4" presStyleCnt="5"/>
      <dgm:spPr/>
    </dgm:pt>
    <dgm:pt modelId="{79F67A63-6D6F-4759-A92A-1E343FC1A178}" type="pres">
      <dgm:prSet presAssocID="{B7ECC50F-52FA-4F2A-A6C9-DC927545C7DA}" presName="horz1" presStyleCnt="0"/>
      <dgm:spPr/>
    </dgm:pt>
    <dgm:pt modelId="{2257C534-0687-44A6-89F1-22EFD2F20C95}" type="pres">
      <dgm:prSet presAssocID="{B7ECC50F-52FA-4F2A-A6C9-DC927545C7DA}" presName="tx1" presStyleLbl="revTx" presStyleIdx="4" presStyleCnt="5"/>
      <dgm:spPr/>
    </dgm:pt>
    <dgm:pt modelId="{3FD62821-E1F8-4326-984E-BC8A339ACD44}" type="pres">
      <dgm:prSet presAssocID="{B7ECC50F-52FA-4F2A-A6C9-DC927545C7DA}" presName="vert1" presStyleCnt="0"/>
      <dgm:spPr/>
    </dgm:pt>
  </dgm:ptLst>
  <dgm:cxnLst>
    <dgm:cxn modelId="{CE0E4513-37DE-49EF-A8F8-FE69B2AD169A}" srcId="{D3D82FA8-AE00-4E92-9B3D-6400BE19FBFA}" destId="{9708342E-639C-495F-A0F8-8B9BD9DB08C9}" srcOrd="3" destOrd="0" parTransId="{D3D0570A-7D5F-42E4-B605-389C4B301542}" sibTransId="{B80C39A1-888C-443C-BF82-D961D901B9CD}"/>
    <dgm:cxn modelId="{982A5431-7143-4E48-8C9C-586A3650BD7A}" srcId="{D3D82FA8-AE00-4E92-9B3D-6400BE19FBFA}" destId="{34835787-3064-486B-B8CD-C4B760DAEFE6}" srcOrd="0" destOrd="0" parTransId="{ABB46282-E95D-4552-B8B2-E6CF526AFA10}" sibTransId="{2F5999D4-03D5-44CD-8DD1-8FE91677E37F}"/>
    <dgm:cxn modelId="{80A75852-EF1B-40E9-BFFC-9D402C00297D}" type="presOf" srcId="{032D38EA-E093-4AF0-A39B-82F49E8FAD6F}" destId="{054E15BE-EA91-475D-AED0-B0E850742929}" srcOrd="0" destOrd="0" presId="urn:microsoft.com/office/officeart/2008/layout/LinedList"/>
    <dgm:cxn modelId="{D8218255-3666-457A-9DB7-2A107C339033}" srcId="{D3D82FA8-AE00-4E92-9B3D-6400BE19FBFA}" destId="{032D38EA-E093-4AF0-A39B-82F49E8FAD6F}" srcOrd="2" destOrd="0" parTransId="{0BE4FA88-D56F-4555-909F-C7D2126F1955}" sibTransId="{D832A404-7BCC-437C-B3B4-1E5CF1209715}"/>
    <dgm:cxn modelId="{0D99B177-E0EE-4512-BBD6-19F1614BCBFC}" type="presOf" srcId="{2ABDB5BB-2F15-4EDC-9D14-5F19C3714E1E}" destId="{AC223DFF-6FC2-40BC-B06C-0AB622D90E98}" srcOrd="0" destOrd="0" presId="urn:microsoft.com/office/officeart/2008/layout/LinedList"/>
    <dgm:cxn modelId="{9CC311A5-CC98-42B3-A210-EC2075D94E66}" type="presOf" srcId="{B7ECC50F-52FA-4F2A-A6C9-DC927545C7DA}" destId="{2257C534-0687-44A6-89F1-22EFD2F20C95}" srcOrd="0" destOrd="0" presId="urn:microsoft.com/office/officeart/2008/layout/LinedList"/>
    <dgm:cxn modelId="{E86283CC-42F4-418E-BC99-AE8EE310F845}" srcId="{D3D82FA8-AE00-4E92-9B3D-6400BE19FBFA}" destId="{B7ECC50F-52FA-4F2A-A6C9-DC927545C7DA}" srcOrd="4" destOrd="0" parTransId="{C9A917BD-721D-4F98-A946-63E84EC2CDE2}" sibTransId="{455178EE-D563-4603-8251-C0730A4E49A3}"/>
    <dgm:cxn modelId="{860FFBD6-2B4C-4297-998A-4614008CB945}" type="presOf" srcId="{9708342E-639C-495F-A0F8-8B9BD9DB08C9}" destId="{82E448AF-259D-42E0-8B6F-AD0DD15E02E6}" srcOrd="0" destOrd="0" presId="urn:microsoft.com/office/officeart/2008/layout/LinedList"/>
    <dgm:cxn modelId="{11F49BDC-DA6A-4B71-BC95-6233FD1AA337}" type="presOf" srcId="{34835787-3064-486B-B8CD-C4B760DAEFE6}" destId="{BD891316-D336-499E-805E-8DEB28735644}" srcOrd="0" destOrd="0" presId="urn:microsoft.com/office/officeart/2008/layout/LinedList"/>
    <dgm:cxn modelId="{1562A1EF-9F49-47B4-BDA4-5819EA5EF27F}" type="presOf" srcId="{D3D82FA8-AE00-4E92-9B3D-6400BE19FBFA}" destId="{4AF6914A-9E03-44FC-B0AB-588DD27259BB}" srcOrd="0" destOrd="0" presId="urn:microsoft.com/office/officeart/2008/layout/LinedList"/>
    <dgm:cxn modelId="{2C02D4F1-8844-4F70-865D-AD361C0D5B85}" srcId="{D3D82FA8-AE00-4E92-9B3D-6400BE19FBFA}" destId="{2ABDB5BB-2F15-4EDC-9D14-5F19C3714E1E}" srcOrd="1" destOrd="0" parTransId="{7AB3633A-97EE-4D7C-A237-9BB3316FCD32}" sibTransId="{5A8D7346-3069-4B6E-B64C-DB6F64ADC429}"/>
    <dgm:cxn modelId="{9FA4FDBB-C6C9-4EB6-B718-8BFC0A2CE47E}" type="presParOf" srcId="{4AF6914A-9E03-44FC-B0AB-588DD27259BB}" destId="{F37AF694-4B6C-4B25-886A-A59180F85309}" srcOrd="0" destOrd="0" presId="urn:microsoft.com/office/officeart/2008/layout/LinedList"/>
    <dgm:cxn modelId="{73574151-EDD6-4398-84D4-6F29607FF1D0}" type="presParOf" srcId="{4AF6914A-9E03-44FC-B0AB-588DD27259BB}" destId="{C8247CF2-9706-4FD3-B1DB-2B1C9B36611F}" srcOrd="1" destOrd="0" presId="urn:microsoft.com/office/officeart/2008/layout/LinedList"/>
    <dgm:cxn modelId="{B8B185EB-E1C0-4781-A4AB-3C8EB11E7933}" type="presParOf" srcId="{C8247CF2-9706-4FD3-B1DB-2B1C9B36611F}" destId="{BD891316-D336-499E-805E-8DEB28735644}" srcOrd="0" destOrd="0" presId="urn:microsoft.com/office/officeart/2008/layout/LinedList"/>
    <dgm:cxn modelId="{B8F42C3A-7631-4D89-847A-061F6918DB71}" type="presParOf" srcId="{C8247CF2-9706-4FD3-B1DB-2B1C9B36611F}" destId="{11F102F6-5007-4C86-AA80-87ABC25FD116}" srcOrd="1" destOrd="0" presId="urn:microsoft.com/office/officeart/2008/layout/LinedList"/>
    <dgm:cxn modelId="{89976EBC-0A13-4C5A-908F-B821AC9A7A41}" type="presParOf" srcId="{4AF6914A-9E03-44FC-B0AB-588DD27259BB}" destId="{661C8D36-FDEA-4EDC-B4FB-5F75FA0FAD8A}" srcOrd="2" destOrd="0" presId="urn:microsoft.com/office/officeart/2008/layout/LinedList"/>
    <dgm:cxn modelId="{896E7228-4F5A-4E43-AB0F-FC52864032B6}" type="presParOf" srcId="{4AF6914A-9E03-44FC-B0AB-588DD27259BB}" destId="{51621AD0-1023-4EC3-B70B-3B631BC55815}" srcOrd="3" destOrd="0" presId="urn:microsoft.com/office/officeart/2008/layout/LinedList"/>
    <dgm:cxn modelId="{F958C203-EBAB-4A99-9628-0E8230C6B531}" type="presParOf" srcId="{51621AD0-1023-4EC3-B70B-3B631BC55815}" destId="{AC223DFF-6FC2-40BC-B06C-0AB622D90E98}" srcOrd="0" destOrd="0" presId="urn:microsoft.com/office/officeart/2008/layout/LinedList"/>
    <dgm:cxn modelId="{3B6E66AB-B1FF-4A00-A73E-FD5AD39B5553}" type="presParOf" srcId="{51621AD0-1023-4EC3-B70B-3B631BC55815}" destId="{243E0010-9BB4-4BEF-B9D3-0F5369E700F3}" srcOrd="1" destOrd="0" presId="urn:microsoft.com/office/officeart/2008/layout/LinedList"/>
    <dgm:cxn modelId="{05CC40A3-1D24-4E43-81CE-E764B0108868}" type="presParOf" srcId="{4AF6914A-9E03-44FC-B0AB-588DD27259BB}" destId="{88D5DF41-EB45-48F0-9EEE-68BAF5C94A35}" srcOrd="4" destOrd="0" presId="urn:microsoft.com/office/officeart/2008/layout/LinedList"/>
    <dgm:cxn modelId="{A9F790BF-BBDC-473F-80FA-A49386BD405E}" type="presParOf" srcId="{4AF6914A-9E03-44FC-B0AB-588DD27259BB}" destId="{53091F2B-BAD0-4907-8512-3A0BB508DF06}" srcOrd="5" destOrd="0" presId="urn:microsoft.com/office/officeart/2008/layout/LinedList"/>
    <dgm:cxn modelId="{69A2D156-2FF8-481B-8550-764A5CF69391}" type="presParOf" srcId="{53091F2B-BAD0-4907-8512-3A0BB508DF06}" destId="{054E15BE-EA91-475D-AED0-B0E850742929}" srcOrd="0" destOrd="0" presId="urn:microsoft.com/office/officeart/2008/layout/LinedList"/>
    <dgm:cxn modelId="{A79584D1-E868-4B9D-B7AF-B0333CBA3ECA}" type="presParOf" srcId="{53091F2B-BAD0-4907-8512-3A0BB508DF06}" destId="{85045587-8730-4DCA-BEA4-7075ACD08FB3}" srcOrd="1" destOrd="0" presId="urn:microsoft.com/office/officeart/2008/layout/LinedList"/>
    <dgm:cxn modelId="{AECA2E07-FB86-4727-B600-6218FFA2FD41}" type="presParOf" srcId="{4AF6914A-9E03-44FC-B0AB-588DD27259BB}" destId="{2FC8DF01-4CF6-4B7A-8F36-27E49229305D}" srcOrd="6" destOrd="0" presId="urn:microsoft.com/office/officeart/2008/layout/LinedList"/>
    <dgm:cxn modelId="{D391D0C8-9786-47CB-A284-B0683B9DEC08}" type="presParOf" srcId="{4AF6914A-9E03-44FC-B0AB-588DD27259BB}" destId="{D9D92928-72FE-4688-A765-47DC3BC86BFF}" srcOrd="7" destOrd="0" presId="urn:microsoft.com/office/officeart/2008/layout/LinedList"/>
    <dgm:cxn modelId="{E786EB08-F377-4DB0-9AF7-918957CFF2F0}" type="presParOf" srcId="{D9D92928-72FE-4688-A765-47DC3BC86BFF}" destId="{82E448AF-259D-42E0-8B6F-AD0DD15E02E6}" srcOrd="0" destOrd="0" presId="urn:microsoft.com/office/officeart/2008/layout/LinedList"/>
    <dgm:cxn modelId="{65ABC7A6-014F-407B-953E-F990E285A637}" type="presParOf" srcId="{D9D92928-72FE-4688-A765-47DC3BC86BFF}" destId="{2A7B2B54-AB9F-409D-B660-537A02970F7A}" srcOrd="1" destOrd="0" presId="urn:microsoft.com/office/officeart/2008/layout/LinedList"/>
    <dgm:cxn modelId="{85FA30F6-2676-4F7E-A54B-C686480E8A23}" type="presParOf" srcId="{4AF6914A-9E03-44FC-B0AB-588DD27259BB}" destId="{5CDC8A45-C13C-4458-90F9-B70876CB1452}" srcOrd="8" destOrd="0" presId="urn:microsoft.com/office/officeart/2008/layout/LinedList"/>
    <dgm:cxn modelId="{A91E0EFF-C7B5-441A-8279-D562A14C623C}" type="presParOf" srcId="{4AF6914A-9E03-44FC-B0AB-588DD27259BB}" destId="{79F67A63-6D6F-4759-A92A-1E343FC1A178}" srcOrd="9" destOrd="0" presId="urn:microsoft.com/office/officeart/2008/layout/LinedList"/>
    <dgm:cxn modelId="{1D40FCDA-EF45-469E-9F4A-DBE1A749C437}" type="presParOf" srcId="{79F67A63-6D6F-4759-A92A-1E343FC1A178}" destId="{2257C534-0687-44A6-89F1-22EFD2F20C95}" srcOrd="0" destOrd="0" presId="urn:microsoft.com/office/officeart/2008/layout/LinedList"/>
    <dgm:cxn modelId="{60291F08-F49E-4C83-893D-7BAFD665D591}" type="presParOf" srcId="{79F67A63-6D6F-4759-A92A-1E343FC1A178}" destId="{3FD62821-E1F8-4326-984E-BC8A339ACD44}"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8F4012-895A-4BBB-9FC5-8EFE675D68B1}">
      <dsp:nvSpPr>
        <dsp:cNvPr id="0" name=""/>
        <dsp:cNvSpPr/>
      </dsp:nvSpPr>
      <dsp:spPr>
        <a:xfrm>
          <a:off x="0" y="960355"/>
          <a:ext cx="2507456" cy="15922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A8F656-31B5-44BE-88C7-6F4BA6EBDEFD}">
      <dsp:nvSpPr>
        <dsp:cNvPr id="0" name=""/>
        <dsp:cNvSpPr/>
      </dsp:nvSpPr>
      <dsp:spPr>
        <a:xfrm>
          <a:off x="278606" y="1225031"/>
          <a:ext cx="2507456" cy="159223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Foot-in-the-Door Technique</a:t>
          </a:r>
        </a:p>
      </dsp:txBody>
      <dsp:txXfrm>
        <a:off x="325241" y="1271666"/>
        <a:ext cx="2414186" cy="1498964"/>
      </dsp:txXfrm>
    </dsp:sp>
    <dsp:sp modelId="{77A5E294-3E7A-4689-AD98-12510C7BD2BF}">
      <dsp:nvSpPr>
        <dsp:cNvPr id="0" name=""/>
        <dsp:cNvSpPr/>
      </dsp:nvSpPr>
      <dsp:spPr>
        <a:xfrm>
          <a:off x="3064668" y="960355"/>
          <a:ext cx="2507456" cy="15922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39A727-A673-4CE3-8079-8D2C16757819}">
      <dsp:nvSpPr>
        <dsp:cNvPr id="0" name=""/>
        <dsp:cNvSpPr/>
      </dsp:nvSpPr>
      <dsp:spPr>
        <a:xfrm>
          <a:off x="3343274" y="1225031"/>
          <a:ext cx="2507456" cy="159223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Yale Attitude Change Approach</a:t>
          </a:r>
        </a:p>
      </dsp:txBody>
      <dsp:txXfrm>
        <a:off x="3389909" y="1271666"/>
        <a:ext cx="2414186" cy="1498964"/>
      </dsp:txXfrm>
    </dsp:sp>
    <dsp:sp modelId="{496C5B1F-EEFA-4B05-A103-60A3F0A75E1E}">
      <dsp:nvSpPr>
        <dsp:cNvPr id="0" name=""/>
        <dsp:cNvSpPr/>
      </dsp:nvSpPr>
      <dsp:spPr>
        <a:xfrm>
          <a:off x="6129337" y="960355"/>
          <a:ext cx="2507456" cy="15922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43C7D8-4AEA-4A56-AC51-2D7F41C3DE9D}">
      <dsp:nvSpPr>
        <dsp:cNvPr id="0" name=""/>
        <dsp:cNvSpPr/>
      </dsp:nvSpPr>
      <dsp:spPr>
        <a:xfrm>
          <a:off x="6407943" y="1225031"/>
          <a:ext cx="2507456" cy="159223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Elaboration Likelihood Model</a:t>
          </a:r>
        </a:p>
      </dsp:txBody>
      <dsp:txXfrm>
        <a:off x="6454578" y="1271666"/>
        <a:ext cx="2414186" cy="14989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6F0029-CA21-4A14-88D2-FA3F1FD80212}">
      <dsp:nvSpPr>
        <dsp:cNvPr id="0" name=""/>
        <dsp:cNvSpPr/>
      </dsp:nvSpPr>
      <dsp:spPr>
        <a:xfrm>
          <a:off x="0" y="288789"/>
          <a:ext cx="6832212" cy="108108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kern="1200"/>
            <a:t>Racism</a:t>
          </a:r>
        </a:p>
      </dsp:txBody>
      <dsp:txXfrm>
        <a:off x="52774" y="341563"/>
        <a:ext cx="6726664" cy="975532"/>
      </dsp:txXfrm>
    </dsp:sp>
    <dsp:sp modelId="{F240527F-EFDA-4B8A-AC76-DF1EEA728D38}">
      <dsp:nvSpPr>
        <dsp:cNvPr id="0" name=""/>
        <dsp:cNvSpPr/>
      </dsp:nvSpPr>
      <dsp:spPr>
        <a:xfrm>
          <a:off x="0" y="1490829"/>
          <a:ext cx="6832212" cy="1081080"/>
        </a:xfrm>
        <a:prstGeom prst="roundRect">
          <a:avLst/>
        </a:prstGeom>
        <a:gradFill rotWithShape="0">
          <a:gsLst>
            <a:gs pos="0">
              <a:schemeClr val="accent2">
                <a:hueOff val="-296846"/>
                <a:satOff val="-9679"/>
                <a:lumOff val="7124"/>
                <a:alphaOff val="0"/>
                <a:satMod val="103000"/>
                <a:lumMod val="102000"/>
                <a:tint val="94000"/>
              </a:schemeClr>
            </a:gs>
            <a:gs pos="50000">
              <a:schemeClr val="accent2">
                <a:hueOff val="-296846"/>
                <a:satOff val="-9679"/>
                <a:lumOff val="7124"/>
                <a:alphaOff val="0"/>
                <a:satMod val="110000"/>
                <a:lumMod val="100000"/>
                <a:shade val="100000"/>
              </a:schemeClr>
            </a:gs>
            <a:gs pos="100000">
              <a:schemeClr val="accent2">
                <a:hueOff val="-296846"/>
                <a:satOff val="-9679"/>
                <a:lumOff val="712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kern="1200"/>
            <a:t>Ageism</a:t>
          </a:r>
        </a:p>
      </dsp:txBody>
      <dsp:txXfrm>
        <a:off x="52774" y="1543603"/>
        <a:ext cx="6726664" cy="975532"/>
      </dsp:txXfrm>
    </dsp:sp>
    <dsp:sp modelId="{DFB52107-EE7E-4D44-BEEB-7CA3A0422767}">
      <dsp:nvSpPr>
        <dsp:cNvPr id="0" name=""/>
        <dsp:cNvSpPr/>
      </dsp:nvSpPr>
      <dsp:spPr>
        <a:xfrm>
          <a:off x="0" y="2692869"/>
          <a:ext cx="6832212" cy="1081080"/>
        </a:xfrm>
        <a:prstGeom prst="roundRect">
          <a:avLst/>
        </a:prstGeom>
        <a:gradFill rotWithShape="0">
          <a:gsLst>
            <a:gs pos="0">
              <a:schemeClr val="accent2">
                <a:hueOff val="-593692"/>
                <a:satOff val="-19358"/>
                <a:lumOff val="14249"/>
                <a:alphaOff val="0"/>
                <a:satMod val="103000"/>
                <a:lumMod val="102000"/>
                <a:tint val="94000"/>
              </a:schemeClr>
            </a:gs>
            <a:gs pos="50000">
              <a:schemeClr val="accent2">
                <a:hueOff val="-593692"/>
                <a:satOff val="-19358"/>
                <a:lumOff val="14249"/>
                <a:alphaOff val="0"/>
                <a:satMod val="110000"/>
                <a:lumMod val="100000"/>
                <a:shade val="100000"/>
              </a:schemeClr>
            </a:gs>
            <a:gs pos="100000">
              <a:schemeClr val="accent2">
                <a:hueOff val="-593692"/>
                <a:satOff val="-19358"/>
                <a:lumOff val="1424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kern="1200"/>
            <a:t>Sexism</a:t>
          </a:r>
        </a:p>
      </dsp:txBody>
      <dsp:txXfrm>
        <a:off x="52774" y="2745643"/>
        <a:ext cx="6726664" cy="975532"/>
      </dsp:txXfrm>
    </dsp:sp>
    <dsp:sp modelId="{E4C777C1-F37A-4796-81BE-FB24AB4ED8F5}">
      <dsp:nvSpPr>
        <dsp:cNvPr id="0" name=""/>
        <dsp:cNvSpPr/>
      </dsp:nvSpPr>
      <dsp:spPr>
        <a:xfrm>
          <a:off x="0" y="3894909"/>
          <a:ext cx="6832212" cy="1081080"/>
        </a:xfrm>
        <a:prstGeom prst="roundRect">
          <a:avLst/>
        </a:prstGeom>
        <a:gradFill rotWithShape="0">
          <a:gsLst>
            <a:gs pos="0">
              <a:schemeClr val="accent2">
                <a:hueOff val="-890538"/>
                <a:satOff val="-29037"/>
                <a:lumOff val="21373"/>
                <a:alphaOff val="0"/>
                <a:satMod val="103000"/>
                <a:lumMod val="102000"/>
                <a:tint val="94000"/>
              </a:schemeClr>
            </a:gs>
            <a:gs pos="50000">
              <a:schemeClr val="accent2">
                <a:hueOff val="-890538"/>
                <a:satOff val="-29037"/>
                <a:lumOff val="21373"/>
                <a:alphaOff val="0"/>
                <a:satMod val="110000"/>
                <a:lumMod val="100000"/>
                <a:shade val="100000"/>
              </a:schemeClr>
            </a:gs>
            <a:gs pos="100000">
              <a:schemeClr val="accent2">
                <a:hueOff val="-890538"/>
                <a:satOff val="-29037"/>
                <a:lumOff val="2137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kern="1200" dirty="0"/>
            <a:t>Homophobia &amp; Transphobia</a:t>
          </a:r>
        </a:p>
      </dsp:txBody>
      <dsp:txXfrm>
        <a:off x="52774" y="3947683"/>
        <a:ext cx="6726664" cy="97553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BB986E-5CF0-4149-B9FE-C70A3FBE3539}">
      <dsp:nvSpPr>
        <dsp:cNvPr id="0" name=""/>
        <dsp:cNvSpPr/>
      </dsp:nvSpPr>
      <dsp:spPr>
        <a:xfrm>
          <a:off x="0" y="642"/>
          <a:ext cx="6832212"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09EB9FA4-FCDE-4B65-8557-4410979BBD19}">
      <dsp:nvSpPr>
        <dsp:cNvPr id="0" name=""/>
        <dsp:cNvSpPr/>
      </dsp:nvSpPr>
      <dsp:spPr>
        <a:xfrm>
          <a:off x="0" y="642"/>
          <a:ext cx="6832212" cy="10526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en-US" sz="4600" kern="1200"/>
            <a:t>Self-fulfilling prophecy</a:t>
          </a:r>
        </a:p>
      </dsp:txBody>
      <dsp:txXfrm>
        <a:off x="0" y="642"/>
        <a:ext cx="6832212" cy="1052698"/>
      </dsp:txXfrm>
    </dsp:sp>
    <dsp:sp modelId="{FB0B0F85-22F7-4E63-97C6-20F7E432C6E1}">
      <dsp:nvSpPr>
        <dsp:cNvPr id="0" name=""/>
        <dsp:cNvSpPr/>
      </dsp:nvSpPr>
      <dsp:spPr>
        <a:xfrm>
          <a:off x="0" y="1053341"/>
          <a:ext cx="6832212" cy="0"/>
        </a:xfrm>
        <a:prstGeom prst="line">
          <a:avLst/>
        </a:prstGeom>
        <a:gradFill rotWithShape="0">
          <a:gsLst>
            <a:gs pos="0">
              <a:schemeClr val="accent2">
                <a:hueOff val="-222635"/>
                <a:satOff val="-7259"/>
                <a:lumOff val="5343"/>
                <a:alphaOff val="0"/>
                <a:satMod val="103000"/>
                <a:lumMod val="102000"/>
                <a:tint val="94000"/>
              </a:schemeClr>
            </a:gs>
            <a:gs pos="50000">
              <a:schemeClr val="accent2">
                <a:hueOff val="-222635"/>
                <a:satOff val="-7259"/>
                <a:lumOff val="5343"/>
                <a:alphaOff val="0"/>
                <a:satMod val="110000"/>
                <a:lumMod val="100000"/>
                <a:shade val="100000"/>
              </a:schemeClr>
            </a:gs>
            <a:gs pos="100000">
              <a:schemeClr val="accent2">
                <a:hueOff val="-222635"/>
                <a:satOff val="-7259"/>
                <a:lumOff val="5343"/>
                <a:alphaOff val="0"/>
                <a:lumMod val="99000"/>
                <a:satMod val="120000"/>
                <a:shade val="78000"/>
              </a:schemeClr>
            </a:gs>
          </a:gsLst>
          <a:lin ang="5400000" scaled="0"/>
        </a:gradFill>
        <a:ln w="6350" cap="flat" cmpd="sng" algn="ctr">
          <a:solidFill>
            <a:schemeClr val="accent2">
              <a:hueOff val="-222635"/>
              <a:satOff val="-7259"/>
              <a:lumOff val="5343"/>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489A7FFB-1570-44D7-A5BD-C6EAF74E1572}">
      <dsp:nvSpPr>
        <dsp:cNvPr id="0" name=""/>
        <dsp:cNvSpPr/>
      </dsp:nvSpPr>
      <dsp:spPr>
        <a:xfrm>
          <a:off x="0" y="1053341"/>
          <a:ext cx="6832212" cy="10526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en-US" sz="4600" kern="1200"/>
            <a:t>Confirmation bias</a:t>
          </a:r>
        </a:p>
      </dsp:txBody>
      <dsp:txXfrm>
        <a:off x="0" y="1053341"/>
        <a:ext cx="6832212" cy="1052698"/>
      </dsp:txXfrm>
    </dsp:sp>
    <dsp:sp modelId="{983572CC-F215-4902-8738-D8C6C6659CD7}">
      <dsp:nvSpPr>
        <dsp:cNvPr id="0" name=""/>
        <dsp:cNvSpPr/>
      </dsp:nvSpPr>
      <dsp:spPr>
        <a:xfrm>
          <a:off x="0" y="2106040"/>
          <a:ext cx="6832212" cy="0"/>
        </a:xfrm>
        <a:prstGeom prst="line">
          <a:avLst/>
        </a:prstGeom>
        <a:gradFill rotWithShape="0">
          <a:gsLst>
            <a:gs pos="0">
              <a:schemeClr val="accent2">
                <a:hueOff val="-445269"/>
                <a:satOff val="-14518"/>
                <a:lumOff val="10686"/>
                <a:alphaOff val="0"/>
                <a:satMod val="103000"/>
                <a:lumMod val="102000"/>
                <a:tint val="94000"/>
              </a:schemeClr>
            </a:gs>
            <a:gs pos="50000">
              <a:schemeClr val="accent2">
                <a:hueOff val="-445269"/>
                <a:satOff val="-14518"/>
                <a:lumOff val="10686"/>
                <a:alphaOff val="0"/>
                <a:satMod val="110000"/>
                <a:lumMod val="100000"/>
                <a:shade val="100000"/>
              </a:schemeClr>
            </a:gs>
            <a:gs pos="100000">
              <a:schemeClr val="accent2">
                <a:hueOff val="-445269"/>
                <a:satOff val="-14518"/>
                <a:lumOff val="10686"/>
                <a:alphaOff val="0"/>
                <a:lumMod val="99000"/>
                <a:satMod val="120000"/>
                <a:shade val="78000"/>
              </a:schemeClr>
            </a:gs>
          </a:gsLst>
          <a:lin ang="5400000" scaled="0"/>
        </a:gradFill>
        <a:ln w="6350" cap="flat" cmpd="sng" algn="ctr">
          <a:solidFill>
            <a:schemeClr val="accent2">
              <a:hueOff val="-445269"/>
              <a:satOff val="-14518"/>
              <a:lumOff val="10686"/>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74683365-44CE-4D75-B783-61AF2427AAA5}">
      <dsp:nvSpPr>
        <dsp:cNvPr id="0" name=""/>
        <dsp:cNvSpPr/>
      </dsp:nvSpPr>
      <dsp:spPr>
        <a:xfrm>
          <a:off x="0" y="2106040"/>
          <a:ext cx="6832212" cy="10526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en-US" sz="4600" kern="1200"/>
            <a:t>In-group vs out-groups</a:t>
          </a:r>
        </a:p>
      </dsp:txBody>
      <dsp:txXfrm>
        <a:off x="0" y="2106040"/>
        <a:ext cx="6832212" cy="1052698"/>
      </dsp:txXfrm>
    </dsp:sp>
    <dsp:sp modelId="{C17E3E2A-F567-4677-8E06-730B77F957EB}">
      <dsp:nvSpPr>
        <dsp:cNvPr id="0" name=""/>
        <dsp:cNvSpPr/>
      </dsp:nvSpPr>
      <dsp:spPr>
        <a:xfrm>
          <a:off x="0" y="3158738"/>
          <a:ext cx="6832212" cy="0"/>
        </a:xfrm>
        <a:prstGeom prst="line">
          <a:avLst/>
        </a:prstGeom>
        <a:gradFill rotWithShape="0">
          <a:gsLst>
            <a:gs pos="0">
              <a:schemeClr val="accent2">
                <a:hueOff val="-667904"/>
                <a:satOff val="-21778"/>
                <a:lumOff val="16030"/>
                <a:alphaOff val="0"/>
                <a:satMod val="103000"/>
                <a:lumMod val="102000"/>
                <a:tint val="94000"/>
              </a:schemeClr>
            </a:gs>
            <a:gs pos="50000">
              <a:schemeClr val="accent2">
                <a:hueOff val="-667904"/>
                <a:satOff val="-21778"/>
                <a:lumOff val="16030"/>
                <a:alphaOff val="0"/>
                <a:satMod val="110000"/>
                <a:lumMod val="100000"/>
                <a:shade val="100000"/>
              </a:schemeClr>
            </a:gs>
            <a:gs pos="100000">
              <a:schemeClr val="accent2">
                <a:hueOff val="-667904"/>
                <a:satOff val="-21778"/>
                <a:lumOff val="16030"/>
                <a:alphaOff val="0"/>
                <a:lumMod val="99000"/>
                <a:satMod val="120000"/>
                <a:shade val="78000"/>
              </a:schemeClr>
            </a:gs>
          </a:gsLst>
          <a:lin ang="5400000" scaled="0"/>
        </a:gradFill>
        <a:ln w="6350" cap="flat" cmpd="sng" algn="ctr">
          <a:solidFill>
            <a:schemeClr val="accent2">
              <a:hueOff val="-667904"/>
              <a:satOff val="-21778"/>
              <a:lumOff val="1603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9DA3B710-666C-4FBC-AA0E-8466A93764A3}">
      <dsp:nvSpPr>
        <dsp:cNvPr id="0" name=""/>
        <dsp:cNvSpPr/>
      </dsp:nvSpPr>
      <dsp:spPr>
        <a:xfrm>
          <a:off x="0" y="3158738"/>
          <a:ext cx="6832212" cy="10526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en-US" sz="4600" kern="1200" dirty="0"/>
            <a:t>In-group bias</a:t>
          </a:r>
        </a:p>
      </dsp:txBody>
      <dsp:txXfrm>
        <a:off x="0" y="3158738"/>
        <a:ext cx="6832212" cy="1052698"/>
      </dsp:txXfrm>
    </dsp:sp>
    <dsp:sp modelId="{B5C7885D-1605-49E6-8906-E5FD6F0118B4}">
      <dsp:nvSpPr>
        <dsp:cNvPr id="0" name=""/>
        <dsp:cNvSpPr/>
      </dsp:nvSpPr>
      <dsp:spPr>
        <a:xfrm>
          <a:off x="0" y="4211437"/>
          <a:ext cx="6832212" cy="0"/>
        </a:xfrm>
        <a:prstGeom prst="line">
          <a:avLst/>
        </a:prstGeom>
        <a:gradFill rotWithShape="0">
          <a:gsLst>
            <a:gs pos="0">
              <a:schemeClr val="accent2">
                <a:hueOff val="-890538"/>
                <a:satOff val="-29037"/>
                <a:lumOff val="21373"/>
                <a:alphaOff val="0"/>
                <a:satMod val="103000"/>
                <a:lumMod val="102000"/>
                <a:tint val="94000"/>
              </a:schemeClr>
            </a:gs>
            <a:gs pos="50000">
              <a:schemeClr val="accent2">
                <a:hueOff val="-890538"/>
                <a:satOff val="-29037"/>
                <a:lumOff val="21373"/>
                <a:alphaOff val="0"/>
                <a:satMod val="110000"/>
                <a:lumMod val="100000"/>
                <a:shade val="100000"/>
              </a:schemeClr>
            </a:gs>
            <a:gs pos="100000">
              <a:schemeClr val="accent2">
                <a:hueOff val="-890538"/>
                <a:satOff val="-29037"/>
                <a:lumOff val="21373"/>
                <a:alphaOff val="0"/>
                <a:lumMod val="99000"/>
                <a:satMod val="120000"/>
                <a:shade val="78000"/>
              </a:schemeClr>
            </a:gs>
          </a:gsLst>
          <a:lin ang="5400000" scaled="0"/>
        </a:gradFill>
        <a:ln w="6350" cap="flat" cmpd="sng" algn="ctr">
          <a:solidFill>
            <a:schemeClr val="accent2">
              <a:hueOff val="-890538"/>
              <a:satOff val="-29037"/>
              <a:lumOff val="21373"/>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255D64D8-DCBE-45AF-A2A6-21F1271F3036}">
      <dsp:nvSpPr>
        <dsp:cNvPr id="0" name=""/>
        <dsp:cNvSpPr/>
      </dsp:nvSpPr>
      <dsp:spPr>
        <a:xfrm>
          <a:off x="0" y="4211437"/>
          <a:ext cx="6832212" cy="10526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en-US" sz="4600" kern="1200"/>
            <a:t>Scapegoating</a:t>
          </a:r>
        </a:p>
      </dsp:txBody>
      <dsp:txXfrm>
        <a:off x="0" y="4211437"/>
        <a:ext cx="6832212" cy="105269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7AF694-4B6C-4B25-886A-A59180F85309}">
      <dsp:nvSpPr>
        <dsp:cNvPr id="0" name=""/>
        <dsp:cNvSpPr/>
      </dsp:nvSpPr>
      <dsp:spPr>
        <a:xfrm>
          <a:off x="0" y="461"/>
          <a:ext cx="89154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891316-D336-499E-805E-8DEB28735644}">
      <dsp:nvSpPr>
        <dsp:cNvPr id="0" name=""/>
        <dsp:cNvSpPr/>
      </dsp:nvSpPr>
      <dsp:spPr>
        <a:xfrm>
          <a:off x="0" y="461"/>
          <a:ext cx="8915400" cy="755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Altruism</a:t>
          </a:r>
        </a:p>
      </dsp:txBody>
      <dsp:txXfrm>
        <a:off x="0" y="461"/>
        <a:ext cx="8915400" cy="755339"/>
      </dsp:txXfrm>
    </dsp:sp>
    <dsp:sp modelId="{661C8D36-FDEA-4EDC-B4FB-5F75FA0FAD8A}">
      <dsp:nvSpPr>
        <dsp:cNvPr id="0" name=""/>
        <dsp:cNvSpPr/>
      </dsp:nvSpPr>
      <dsp:spPr>
        <a:xfrm>
          <a:off x="0" y="755801"/>
          <a:ext cx="89154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223DFF-6FC2-40BC-B06C-0AB622D90E98}">
      <dsp:nvSpPr>
        <dsp:cNvPr id="0" name=""/>
        <dsp:cNvSpPr/>
      </dsp:nvSpPr>
      <dsp:spPr>
        <a:xfrm>
          <a:off x="0" y="755801"/>
          <a:ext cx="8915400" cy="755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Empathy and sympathy</a:t>
          </a:r>
        </a:p>
      </dsp:txBody>
      <dsp:txXfrm>
        <a:off x="0" y="755801"/>
        <a:ext cx="8915400" cy="755339"/>
      </dsp:txXfrm>
    </dsp:sp>
    <dsp:sp modelId="{88D5DF41-EB45-48F0-9EEE-68BAF5C94A35}">
      <dsp:nvSpPr>
        <dsp:cNvPr id="0" name=""/>
        <dsp:cNvSpPr/>
      </dsp:nvSpPr>
      <dsp:spPr>
        <a:xfrm>
          <a:off x="0" y="1511141"/>
          <a:ext cx="89154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4E15BE-EA91-475D-AED0-B0E850742929}">
      <dsp:nvSpPr>
        <dsp:cNvPr id="0" name=""/>
        <dsp:cNvSpPr/>
      </dsp:nvSpPr>
      <dsp:spPr>
        <a:xfrm>
          <a:off x="0" y="1511141"/>
          <a:ext cx="8915400" cy="755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Homophily</a:t>
          </a:r>
        </a:p>
      </dsp:txBody>
      <dsp:txXfrm>
        <a:off x="0" y="1511141"/>
        <a:ext cx="8915400" cy="755339"/>
      </dsp:txXfrm>
    </dsp:sp>
    <dsp:sp modelId="{2FC8DF01-4CF6-4B7A-8F36-27E49229305D}">
      <dsp:nvSpPr>
        <dsp:cNvPr id="0" name=""/>
        <dsp:cNvSpPr/>
      </dsp:nvSpPr>
      <dsp:spPr>
        <a:xfrm>
          <a:off x="0" y="2266480"/>
          <a:ext cx="89154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E448AF-259D-42E0-8B6F-AD0DD15E02E6}">
      <dsp:nvSpPr>
        <dsp:cNvPr id="0" name=""/>
        <dsp:cNvSpPr/>
      </dsp:nvSpPr>
      <dsp:spPr>
        <a:xfrm>
          <a:off x="0" y="2266480"/>
          <a:ext cx="8915400" cy="755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Reciprocity</a:t>
          </a:r>
        </a:p>
      </dsp:txBody>
      <dsp:txXfrm>
        <a:off x="0" y="2266480"/>
        <a:ext cx="8915400" cy="755339"/>
      </dsp:txXfrm>
    </dsp:sp>
    <dsp:sp modelId="{5CDC8A45-C13C-4458-90F9-B70876CB1452}">
      <dsp:nvSpPr>
        <dsp:cNvPr id="0" name=""/>
        <dsp:cNvSpPr/>
      </dsp:nvSpPr>
      <dsp:spPr>
        <a:xfrm>
          <a:off x="0" y="3021820"/>
          <a:ext cx="89154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57C534-0687-44A6-89F1-22EFD2F20C95}">
      <dsp:nvSpPr>
        <dsp:cNvPr id="0" name=""/>
        <dsp:cNvSpPr/>
      </dsp:nvSpPr>
      <dsp:spPr>
        <a:xfrm>
          <a:off x="0" y="3021820"/>
          <a:ext cx="8915400" cy="755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Self-disclosure</a:t>
          </a:r>
        </a:p>
      </dsp:txBody>
      <dsp:txXfrm>
        <a:off x="0" y="3021820"/>
        <a:ext cx="8915400" cy="75533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EAF03AE-1CC2-475F-B909-50970E9699A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B63C45E-73BA-4C86-A24F-A5006B4E7BA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37A4CE-17BB-4BB2-AC7B-97495293E2AC}" type="datetimeFigureOut">
              <a:rPr lang="en-US" smtClean="0"/>
              <a:t>3/24/2026</a:t>
            </a:fld>
            <a:endParaRPr lang="en-US" dirty="0"/>
          </a:p>
        </p:txBody>
      </p:sp>
      <p:sp>
        <p:nvSpPr>
          <p:cNvPr id="4" name="Footer Placeholder 3">
            <a:extLst>
              <a:ext uri="{FF2B5EF4-FFF2-40B4-BE49-F238E27FC236}">
                <a16:creationId xmlns:a16="http://schemas.microsoft.com/office/drawing/2014/main" id="{D71DB874-DF6A-4AFA-8055-4AD7EE4CE3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677078F-04CB-4625-B536-5BCAA2EC6C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0EF92D-82DD-4142-BCE8-036B91487D2E}" type="slidenum">
              <a:rPr lang="en-US" smtClean="0"/>
              <a:t>‹#›</a:t>
            </a:fld>
            <a:endParaRPr lang="en-US" dirty="0"/>
          </a:p>
        </p:txBody>
      </p:sp>
    </p:spTree>
    <p:extLst>
      <p:ext uri="{BB962C8B-B14F-4D97-AF65-F5344CB8AC3E}">
        <p14:creationId xmlns:p14="http://schemas.microsoft.com/office/powerpoint/2010/main" val="7570708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86C8F5-2FDA-4718-81AA-24F4816BBD56}" type="datetimeFigureOut">
              <a:rPr lang="en-US" smtClean="0"/>
              <a:t>3/24/2026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8EC616-C518-4358-9496-6C33B2F5FA56}" type="slidenum">
              <a:rPr lang="en-US" smtClean="0"/>
              <a:t>‹#›</a:t>
            </a:fld>
            <a:endParaRPr lang="en-US" dirty="0"/>
          </a:p>
        </p:txBody>
      </p:sp>
    </p:spTree>
    <p:extLst>
      <p:ext uri="{BB962C8B-B14F-4D97-AF65-F5344CB8AC3E}">
        <p14:creationId xmlns:p14="http://schemas.microsoft.com/office/powerpoint/2010/main" val="1732322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7236681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3412854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7606302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9470158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255998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6174916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20005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3026733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0671960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5213099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5250385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7629114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1461681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5828456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9634420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2838372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9683789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9551441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2198581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1331892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1A476F7-D5C8-1CEC-9F4A-86A24C0BF39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455" t="5126"/>
          <a:stretch/>
        </p:blipFill>
        <p:spPr>
          <a:xfrm>
            <a:off x="0" y="0"/>
            <a:ext cx="5423337" cy="5356522"/>
          </a:xfrm>
          <a:prstGeom prst="rect">
            <a:avLst/>
          </a:prstGeom>
        </p:spPr>
      </p:pic>
      <p:pic>
        <p:nvPicPr>
          <p:cNvPr id="3" name="Graphic 2">
            <a:extLst>
              <a:ext uri="{FF2B5EF4-FFF2-40B4-BE49-F238E27FC236}">
                <a16:creationId xmlns:a16="http://schemas.microsoft.com/office/drawing/2014/main" id="{D0CBB0B7-F53E-97B4-C0F5-2D1842F1D23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214735" y="726953"/>
            <a:ext cx="3069021" cy="2381688"/>
          </a:xfrm>
          <a:prstGeom prst="rect">
            <a:avLst/>
          </a:prstGeom>
        </p:spPr>
      </p:pic>
      <p:sp>
        <p:nvSpPr>
          <p:cNvPr id="4" name="Rectangle 3">
            <a:extLst>
              <a:ext uri="{FF2B5EF4-FFF2-40B4-BE49-F238E27FC236}">
                <a16:creationId xmlns:a16="http://schemas.microsoft.com/office/drawing/2014/main" id="{EABE1252-9BC4-8186-499A-2A7107C2945E}"/>
              </a:ext>
              <a:ext uri="{C183D7F6-B498-43B3-948B-1728B52AA6E4}">
                <adec:decorative xmlns:adec="http://schemas.microsoft.com/office/drawing/2017/decorative" val="1"/>
              </a:ext>
            </a:extLst>
          </p:cNvPr>
          <p:cNvSpPr/>
          <p:nvPr userDrawn="1"/>
        </p:nvSpPr>
        <p:spPr>
          <a:xfrm>
            <a:off x="7315203" y="0"/>
            <a:ext cx="204524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67512"/>
            <a:ext cx="5916168" cy="4873752"/>
          </a:xfrm>
          <a:prstGeom prst="rect">
            <a:avLst/>
          </a:prstGeom>
        </p:spPr>
        <p:txBody>
          <a:bodyPr anchor="b"/>
          <a:lstStyle>
            <a:lvl1pPr>
              <a:lnSpc>
                <a:spcPct val="100000"/>
              </a:lnSpc>
              <a:defRPr sz="5000" cap="all" spc="20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5568696"/>
            <a:ext cx="5276088" cy="859536"/>
          </a:xfrm>
          <a:prstGeom prst="rect">
            <a:avLst/>
          </a:prstGeom>
        </p:spPr>
        <p:txBody>
          <a:bodyPr anchor="t"/>
          <a:lstStyle>
            <a:lvl1pPr marL="0" indent="0">
              <a:buNone/>
              <a:defRPr sz="2000" b="0" i="0" spc="20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7754112" y="947737"/>
            <a:ext cx="4048124" cy="4962525"/>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2779708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FED2A3BD-B73E-1BD7-6B8B-22C9FB12483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 r="27085" b="-104"/>
          <a:stretch/>
        </p:blipFill>
        <p:spPr>
          <a:xfrm rot="10800000">
            <a:off x="0" y="671161"/>
            <a:ext cx="3089740" cy="4876799"/>
          </a:xfrm>
          <a:prstGeom prst="rect">
            <a:avLst/>
          </a:prstGeom>
        </p:spPr>
      </p:pic>
      <p:sp>
        <p:nvSpPr>
          <p:cNvPr id="8" name="Rectangle 7">
            <a:extLst>
              <a:ext uri="{FF2B5EF4-FFF2-40B4-BE49-F238E27FC236}">
                <a16:creationId xmlns:a16="http://schemas.microsoft.com/office/drawing/2014/main" id="{0B3FCFB4-857F-ED0B-D469-F2A392F06BE2}"/>
              </a:ext>
              <a:ext uri="{C183D7F6-B498-43B3-948B-1728B52AA6E4}">
                <adec:decorative xmlns:adec="http://schemas.microsoft.com/office/drawing/2017/decorative" val="1"/>
              </a:ext>
            </a:extLst>
          </p:cNvPr>
          <p:cNvSpPr/>
          <p:nvPr userDrawn="1"/>
        </p:nvSpPr>
        <p:spPr>
          <a:xfrm>
            <a:off x="10142482" y="0"/>
            <a:ext cx="204951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0E0604BC-34A9-95A0-8560-88E7547176F4}"/>
              </a:ext>
              <a:ext uri="{C183D7F6-B498-43B3-948B-1728B52AA6E4}">
                <adec:decorative xmlns:adec="http://schemas.microsoft.com/office/drawing/2017/decorative" val="1"/>
              </a:ext>
            </a:extLst>
          </p:cNvPr>
          <p:cNvSpPr/>
          <p:nvPr userDrawn="1"/>
        </p:nvSpPr>
        <p:spPr>
          <a:xfrm flipH="1">
            <a:off x="9911255" y="0"/>
            <a:ext cx="45719" cy="6858000"/>
          </a:xfrm>
          <a:prstGeom prst="rect">
            <a:avLst/>
          </a:prstGeom>
          <a:solidFill>
            <a:schemeClr val="accent6">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a:extLst>
              <a:ext uri="{FF2B5EF4-FFF2-40B4-BE49-F238E27FC236}">
                <a16:creationId xmlns:a16="http://schemas.microsoft.com/office/drawing/2014/main" id="{FF2F08ED-0715-2E8A-476E-A005A7D75B5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9013145" y="4934929"/>
            <a:ext cx="1841938" cy="968936"/>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68096" y="667512"/>
            <a:ext cx="3291840" cy="5513832"/>
          </a:xfrm>
          <a:solidFill>
            <a:schemeClr val="bg1">
              <a:lumMod val="95000"/>
            </a:schemeClr>
          </a:solidFill>
        </p:spPr>
        <p:txBody>
          <a:body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5239512" y="667512"/>
            <a:ext cx="4105656" cy="5568696"/>
          </a:xfrm>
          <a:solidFill>
            <a:schemeClr val="bg1">
              <a:lumMod val="95000"/>
            </a:schemeClr>
          </a:solidFill>
        </p:spPr>
        <p:txBody>
          <a:bodyPr anchor="ctr" anchorCtr="0"/>
          <a:lstStyle>
            <a:lvl1pPr>
              <a:lnSpc>
                <a:spcPct val="150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361931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image lef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248277F-DB00-5149-6533-E8AEF0BAD4D5}"/>
              </a:ext>
              <a:ext uri="{C183D7F6-B498-43B3-948B-1728B52AA6E4}">
                <adec:decorative xmlns:adec="http://schemas.microsoft.com/office/drawing/2017/decorative" val="1"/>
              </a:ext>
            </a:extLst>
          </p:cNvPr>
          <p:cNvSpPr/>
          <p:nvPr userDrawn="1"/>
        </p:nvSpPr>
        <p:spPr>
          <a:xfrm>
            <a:off x="3573518" y="0"/>
            <a:ext cx="133432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8067A69A-84EE-0E71-D053-F462EBCC8E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63520" y="655677"/>
            <a:ext cx="2438400" cy="2070100"/>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6099048" y="658368"/>
            <a:ext cx="5486400" cy="3621024"/>
          </a:xfrm>
          <a:prstGeom prst="rect">
            <a:avLst/>
          </a:prstGeom>
          <a:solidFill>
            <a:schemeClr val="bg1">
              <a:lumMod val="95000"/>
            </a:schemeClr>
          </a:solidFill>
        </p:spPr>
        <p:txBody>
          <a:bodyPr anchor="b"/>
          <a:lstStyle>
            <a:lvl1pPr>
              <a:lnSpc>
                <a:spcPct val="90000"/>
              </a:lnSpc>
              <a:defRPr sz="4800" cap="all" spc="0" baseline="0"/>
            </a:lvl1pPr>
          </a:lstStyle>
          <a:p>
            <a:r>
              <a:rPr lang="en-US" dirty="0"/>
              <a:t>Click to add title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630936" y="576072"/>
            <a:ext cx="4023360" cy="5495544"/>
          </a:xfrm>
          <a:prstGeom prst="rect">
            <a:avLst/>
          </a:prstGeom>
        </p:spPr>
        <p:txBody>
          <a:bodyPr/>
          <a:lstStyle>
            <a:lvl1pPr marL="0" indent="0" algn="ctr">
              <a:buNone/>
              <a:defRPr spc="400" baseline="0"/>
            </a:lvl1pPr>
          </a:lstStyle>
          <a:p>
            <a:r>
              <a:rPr lang="en-US" dirty="0"/>
              <a:t>Click to add photo</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6099048" y="4553712"/>
            <a:ext cx="5486400" cy="1005840"/>
          </a:xfrm>
          <a:prstGeom prst="rect">
            <a:avLst/>
          </a:prstGeom>
          <a:solidFill>
            <a:schemeClr val="bg1">
              <a:lumMod val="95000"/>
            </a:schemeClr>
          </a:solidFill>
        </p:spPr>
        <p:txBody>
          <a:bodyPr anchor="t">
            <a:normAutofit/>
          </a:bodyPr>
          <a:lstStyle>
            <a:lvl1pPr marL="0" indent="0">
              <a:buNone/>
              <a:defRPr sz="2400" b="0" i="0" spc="0" baseline="0">
                <a:solidFill>
                  <a:schemeClr val="accent4"/>
                </a:solidFill>
              </a:defRPr>
            </a:lvl1pPr>
          </a:lstStyle>
          <a:p>
            <a:pPr lvl="0"/>
            <a:r>
              <a:rPr lang="en-US" dirty="0"/>
              <a:t>Click to add name</a:t>
            </a:r>
          </a:p>
        </p:txBody>
      </p:sp>
    </p:spTree>
    <p:extLst>
      <p:ext uri="{BB962C8B-B14F-4D97-AF65-F5344CB8AC3E}">
        <p14:creationId xmlns:p14="http://schemas.microsoft.com/office/powerpoint/2010/main" val="3451331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17B23C3-2F98-4465-21EA-A49296DA1F6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 r="27085" b="-104"/>
          <a:stretch/>
        </p:blipFill>
        <p:spPr>
          <a:xfrm rot="5400000">
            <a:off x="7746274" y="2898378"/>
            <a:ext cx="3089740" cy="4876799"/>
          </a:xfrm>
          <a:prstGeom prst="rect">
            <a:avLst/>
          </a:prstGeom>
        </p:spPr>
      </p:pic>
      <p:sp>
        <p:nvSpPr>
          <p:cNvPr id="8" name="Rectangle 7">
            <a:extLst>
              <a:ext uri="{FF2B5EF4-FFF2-40B4-BE49-F238E27FC236}">
                <a16:creationId xmlns:a16="http://schemas.microsoft.com/office/drawing/2014/main" id="{3397A4D6-9D7A-63FE-63C9-A585FFE05579}"/>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77240" y="365760"/>
            <a:ext cx="10149840"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777240" y="2093976"/>
            <a:ext cx="4370832" cy="3776472"/>
          </a:xfrm>
          <a:solidFill>
            <a:schemeClr val="bg1">
              <a:lumMod val="95000"/>
            </a:schemeClr>
          </a:solidFill>
        </p:spPr>
        <p:txBody>
          <a:bodyPr rIns="45720"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33A182AF-83EB-0BA6-3ADD-B49BDD9E37ED}"/>
              </a:ext>
            </a:extLst>
          </p:cNvPr>
          <p:cNvSpPr>
            <a:spLocks noGrp="1"/>
          </p:cNvSpPr>
          <p:nvPr>
            <p:ph idx="13"/>
          </p:nvPr>
        </p:nvSpPr>
        <p:spPr>
          <a:xfrm>
            <a:off x="6099048" y="2112264"/>
            <a:ext cx="4370832" cy="3776472"/>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0637861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content, and image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E7C8AFE-E640-9C6A-F20C-CDE1D4EF5745}"/>
              </a:ext>
              <a:ext uri="{C183D7F6-B498-43B3-948B-1728B52AA6E4}">
                <adec:decorative xmlns:adec="http://schemas.microsoft.com/office/drawing/2017/decorative" val="1"/>
              </a:ext>
            </a:extLst>
          </p:cNvPr>
          <p:cNvSpPr/>
          <p:nvPr userDrawn="1"/>
        </p:nvSpPr>
        <p:spPr>
          <a:xfrm>
            <a:off x="9627476" y="0"/>
            <a:ext cx="133432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a:extLst>
              <a:ext uri="{FF2B5EF4-FFF2-40B4-BE49-F238E27FC236}">
                <a16:creationId xmlns:a16="http://schemas.microsoft.com/office/drawing/2014/main" id="{31CF2607-B5C7-9992-C51D-DD5E7FC5FB3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279827" y="3157140"/>
            <a:ext cx="2438400" cy="2070100"/>
          </a:xfrm>
          <a:prstGeom prst="rect">
            <a:avLst/>
          </a:prstGeom>
        </p:spPr>
      </p:pic>
      <p:pic>
        <p:nvPicPr>
          <p:cNvPr id="4" name="Graphic 3">
            <a:extLst>
              <a:ext uri="{FF2B5EF4-FFF2-40B4-BE49-F238E27FC236}">
                <a16:creationId xmlns:a16="http://schemas.microsoft.com/office/drawing/2014/main" id="{6D2F83CD-8345-462A-4412-5A54CB1FDDE3}"/>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8916"/>
          <a:stretch/>
        </p:blipFill>
        <p:spPr>
          <a:xfrm>
            <a:off x="0" y="3950466"/>
            <a:ext cx="3005804" cy="2224362"/>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85800"/>
            <a:ext cx="5486400" cy="3383280"/>
          </a:xfrm>
          <a:prstGeom prst="rect">
            <a:avLst/>
          </a:prstGeom>
          <a:solidFill>
            <a:schemeClr val="bg1">
              <a:lumMod val="95000"/>
            </a:schemeClr>
          </a:solidFill>
        </p:spPr>
        <p:txBody>
          <a:bodyPr anchor="b"/>
          <a:lstStyle>
            <a:lvl1pPr>
              <a:lnSpc>
                <a:spcPct val="90000"/>
              </a:lnSpc>
              <a:defRPr sz="4800" cap="all" spc="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4343400"/>
            <a:ext cx="5486400" cy="1005840"/>
          </a:xfrm>
          <a:prstGeom prst="rect">
            <a:avLst/>
          </a:prstGeom>
          <a:solidFill>
            <a:schemeClr val="tx1">
              <a:alpha val="5000"/>
            </a:schemeClr>
          </a:solidFill>
        </p:spPr>
        <p:txBody>
          <a:bodyPr anchor="t">
            <a:normAutofit/>
          </a:bodyPr>
          <a:lstStyle>
            <a:lvl1pPr marL="0" indent="0">
              <a:buNone/>
              <a:defRPr sz="2400" b="0" i="0" spc="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6684264" y="576072"/>
            <a:ext cx="4023360" cy="5495544"/>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1306737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97A4D6-9D7A-63FE-63C9-A585FFE05579}"/>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777240" y="2093976"/>
            <a:ext cx="3419856" cy="3776472"/>
          </a:xfrm>
          <a:solidFill>
            <a:schemeClr val="tx1">
              <a:alpha val="5000"/>
            </a:schemeClr>
          </a:solidFill>
        </p:spPr>
        <p:txBody>
          <a:bodyPr rIns="45720" anchor="t" anchorCtr="0">
            <a:normAutofit/>
          </a:bodyPr>
          <a:lstStyle>
            <a:lvl1pPr>
              <a:spcAft>
                <a:spcPts val="1800"/>
              </a:spcAft>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33A182AF-83EB-0BA6-3ADD-B49BDD9E37ED}"/>
              </a:ext>
            </a:extLst>
          </p:cNvPr>
          <p:cNvSpPr>
            <a:spLocks noGrp="1"/>
          </p:cNvSpPr>
          <p:nvPr>
            <p:ph idx="13"/>
          </p:nvPr>
        </p:nvSpPr>
        <p:spPr>
          <a:xfrm>
            <a:off x="4864608" y="2093976"/>
            <a:ext cx="6382512" cy="3749040"/>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pic>
        <p:nvPicPr>
          <p:cNvPr id="10" name="Graphic 9">
            <a:extLst>
              <a:ext uri="{FF2B5EF4-FFF2-40B4-BE49-F238E27FC236}">
                <a16:creationId xmlns:a16="http://schemas.microsoft.com/office/drawing/2014/main" id="{CB897DD0-4462-B31B-50A9-D399FD0F589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3529"/>
          <a:stretch/>
        </p:blipFill>
        <p:spPr>
          <a:xfrm>
            <a:off x="3815" y="4389845"/>
            <a:ext cx="5024198" cy="2463772"/>
          </a:xfrm>
          <a:prstGeom prst="rect">
            <a:avLst/>
          </a:prstGeom>
        </p:spPr>
      </p:pic>
    </p:spTree>
    <p:extLst>
      <p:ext uri="{BB962C8B-B14F-4D97-AF65-F5344CB8AC3E}">
        <p14:creationId xmlns:p14="http://schemas.microsoft.com/office/powerpoint/2010/main" val="3645425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5EA319-BD06-493B-D1CD-EC2AF739443B}"/>
              </a:ext>
              <a:ext uri="{C183D7F6-B498-43B3-948B-1728B52AA6E4}">
                <adec:decorative xmlns:adec="http://schemas.microsoft.com/office/drawing/2017/decorative" val="1"/>
              </a:ext>
            </a:extLst>
          </p:cNvPr>
          <p:cNvSpPr/>
          <p:nvPr userDrawn="1"/>
        </p:nvSpPr>
        <p:spPr>
          <a:xfrm>
            <a:off x="7547991" y="0"/>
            <a:ext cx="1703832"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8560446E-E817-5E2A-D76A-43A4168EF19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7246669" y="4842646"/>
            <a:ext cx="1611949" cy="1853259"/>
          </a:xfrm>
          <a:prstGeom prst="rect">
            <a:avLst/>
          </a:prstGeom>
        </p:spPr>
      </p:pic>
      <p:sp>
        <p:nvSpPr>
          <p:cNvPr id="10" name="Title 1">
            <a:extLst>
              <a:ext uri="{FF2B5EF4-FFF2-40B4-BE49-F238E27FC236}">
                <a16:creationId xmlns:a16="http://schemas.microsoft.com/office/drawing/2014/main" id="{17DC846D-C40C-085A-6A57-EBD733E9C244}"/>
              </a:ext>
            </a:extLst>
          </p:cNvPr>
          <p:cNvSpPr>
            <a:spLocks noGrp="1"/>
          </p:cNvSpPr>
          <p:nvPr>
            <p:ph type="title"/>
          </p:nvPr>
        </p:nvSpPr>
        <p:spPr>
          <a:xfrm>
            <a:off x="777240" y="365760"/>
            <a:ext cx="6291072" cy="2670048"/>
          </a:xfrm>
          <a:solidFill>
            <a:schemeClr val="bg1">
              <a:lumMod val="95000"/>
            </a:schemeClr>
          </a:solidFill>
        </p:spPr>
        <p:txBody>
          <a:bodyPr/>
          <a:lstStyle>
            <a:lvl1pPr>
              <a:defRPr baseline="0"/>
            </a:lvl1pPr>
          </a:lstStyle>
          <a:p>
            <a:r>
              <a:rPr lang="en-US"/>
              <a:t>Click to edit Master title style</a:t>
            </a:r>
            <a:endParaRPr lang="en-US" dirty="0"/>
          </a:p>
        </p:txBody>
      </p:sp>
      <p:sp>
        <p:nvSpPr>
          <p:cNvPr id="11" name="Content Placeholder 2">
            <a:extLst>
              <a:ext uri="{FF2B5EF4-FFF2-40B4-BE49-F238E27FC236}">
                <a16:creationId xmlns:a16="http://schemas.microsoft.com/office/drawing/2014/main" id="{0F5F674E-A7FF-FC97-AC6B-9E98247F633F}"/>
              </a:ext>
            </a:extLst>
          </p:cNvPr>
          <p:cNvSpPr>
            <a:spLocks noGrp="1"/>
          </p:cNvSpPr>
          <p:nvPr>
            <p:ph idx="1"/>
          </p:nvPr>
        </p:nvSpPr>
        <p:spPr>
          <a:xfrm>
            <a:off x="777240" y="3346704"/>
            <a:ext cx="6016752" cy="2670048"/>
          </a:xfrm>
          <a:solidFill>
            <a:schemeClr val="bg1">
              <a:lumMod val="95000"/>
            </a:schemeClr>
          </a:solidFill>
        </p:spPr>
        <p:txBody>
          <a:bodyPr rIns="45720"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10">
            <a:extLst>
              <a:ext uri="{FF2B5EF4-FFF2-40B4-BE49-F238E27FC236}">
                <a16:creationId xmlns:a16="http://schemas.microsoft.com/office/drawing/2014/main" id="{F3752326-0FB4-41C5-2D91-5CBFDC2DAD85}"/>
              </a:ext>
            </a:extLst>
          </p:cNvPr>
          <p:cNvSpPr>
            <a:spLocks noGrp="1"/>
          </p:cNvSpPr>
          <p:nvPr>
            <p:ph type="pic" sz="quarter" idx="13" hasCustomPrompt="1"/>
          </p:nvPr>
        </p:nvSpPr>
        <p:spPr>
          <a:xfrm>
            <a:off x="7818120" y="950976"/>
            <a:ext cx="4050792" cy="4965192"/>
          </a:xfrm>
          <a:prstGeom prst="rect">
            <a:avLst/>
          </a:prstGeom>
        </p:spPr>
        <p:txBody>
          <a:bodyPr/>
          <a:lstStyle>
            <a:lvl1pPr marL="0" indent="0" algn="ctr">
              <a:buNone/>
              <a:defRPr spc="400" baseline="0"/>
            </a:lvl1pPr>
          </a:lstStyle>
          <a:p>
            <a:r>
              <a:rPr lang="en-US" dirty="0"/>
              <a:t>Click to add photo</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4271592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14BC85D4-4139-2AAA-166E-6FBA095A8B1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455" t="5126"/>
          <a:stretch/>
        </p:blipFill>
        <p:spPr>
          <a:xfrm>
            <a:off x="0" y="1729776"/>
            <a:ext cx="5423337" cy="5356522"/>
          </a:xfrm>
          <a:prstGeom prst="rect">
            <a:avLst/>
          </a:prstGeom>
        </p:spPr>
      </p:pic>
      <p:sp>
        <p:nvSpPr>
          <p:cNvPr id="13" name="Rectangle 12">
            <a:extLst>
              <a:ext uri="{FF2B5EF4-FFF2-40B4-BE49-F238E27FC236}">
                <a16:creationId xmlns:a16="http://schemas.microsoft.com/office/drawing/2014/main" id="{A931BC73-A262-809F-6027-25B33F16B5F3}"/>
              </a:ext>
              <a:ext uri="{C183D7F6-B498-43B3-948B-1728B52AA6E4}">
                <adec:decorative xmlns:adec="http://schemas.microsoft.com/office/drawing/2017/decorative" val="1"/>
              </a:ext>
            </a:extLst>
          </p:cNvPr>
          <p:cNvSpPr/>
          <p:nvPr userDrawn="1"/>
        </p:nvSpPr>
        <p:spPr>
          <a:xfrm>
            <a:off x="10941270" y="0"/>
            <a:ext cx="1250729"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EFAEA2C9-0142-1847-0FE5-307C101C610D}"/>
              </a:ext>
              <a:ext uri="{C183D7F6-B498-43B3-948B-1728B52AA6E4}">
                <adec:decorative xmlns:adec="http://schemas.microsoft.com/office/drawing/2017/decorative" val="1"/>
              </a:ext>
            </a:extLst>
          </p:cNvPr>
          <p:cNvSpPr/>
          <p:nvPr userDrawn="1"/>
        </p:nvSpPr>
        <p:spPr>
          <a:xfrm flipH="1">
            <a:off x="10683241" y="0"/>
            <a:ext cx="45719" cy="6858000"/>
          </a:xfrm>
          <a:prstGeom prst="rect">
            <a:avLst/>
          </a:prstGeom>
          <a:solidFill>
            <a:schemeClr val="accent6">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
            <a:extLst>
              <a:ext uri="{FF2B5EF4-FFF2-40B4-BE49-F238E27FC236}">
                <a16:creationId xmlns:a16="http://schemas.microsoft.com/office/drawing/2014/main" id="{6007DF4F-A4F8-98C7-5975-55CBED0DB375}"/>
              </a:ext>
            </a:extLst>
          </p:cNvPr>
          <p:cNvSpPr>
            <a:spLocks noGrp="1"/>
          </p:cNvSpPr>
          <p:nvPr>
            <p:ph type="title"/>
          </p:nvPr>
        </p:nvSpPr>
        <p:spPr>
          <a:xfrm>
            <a:off x="777240" y="667512"/>
            <a:ext cx="3621024" cy="5513832"/>
          </a:xfrm>
          <a:solidFill>
            <a:schemeClr val="bg1">
              <a:lumMod val="95000"/>
            </a:schemeClr>
          </a:solidFill>
        </p:spPr>
        <p:txBody>
          <a:bodyPr/>
          <a:lstStyle/>
          <a:p>
            <a:r>
              <a:rPr lang="en-US"/>
              <a:t>Click to edit Master title style</a:t>
            </a:r>
          </a:p>
        </p:txBody>
      </p:sp>
      <p:sp>
        <p:nvSpPr>
          <p:cNvPr id="16" name="Content Placeholder 2">
            <a:extLst>
              <a:ext uri="{FF2B5EF4-FFF2-40B4-BE49-F238E27FC236}">
                <a16:creationId xmlns:a16="http://schemas.microsoft.com/office/drawing/2014/main" id="{659D4968-2C08-763C-19C6-59134968556A}"/>
              </a:ext>
            </a:extLst>
          </p:cNvPr>
          <p:cNvSpPr>
            <a:spLocks noGrp="1"/>
          </p:cNvSpPr>
          <p:nvPr>
            <p:ph idx="1"/>
          </p:nvPr>
        </p:nvSpPr>
        <p:spPr>
          <a:xfrm>
            <a:off x="4846320" y="1161288"/>
            <a:ext cx="5276088" cy="4535424"/>
          </a:xfrm>
          <a:solidFill>
            <a:schemeClr val="bg1">
              <a:lumMod val="95000"/>
            </a:schemeClr>
          </a:solidFill>
        </p:spPr>
        <p:txBody>
          <a:bodyPr anchor="t" anchorCtr="0">
            <a:normAutofit/>
          </a:bodyPr>
          <a:lstStyle>
            <a:lvl1pPr marL="457200" indent="-457200">
              <a:lnSpc>
                <a:spcPct val="80000"/>
              </a:lnSpc>
              <a:spcAft>
                <a:spcPts val="1800"/>
              </a:spcAft>
              <a:buFont typeface="+mj-lt"/>
              <a:buAutoNum type="arabicPeriod"/>
              <a:defRPr sz="2000"/>
            </a:lvl1pPr>
            <a:lvl2pPr marL="914400" indent="-457200">
              <a:buFont typeface="+mj-lt"/>
              <a:buAutoNum type="alphaLcPeriod"/>
              <a:defRPr sz="1800"/>
            </a:lvl2pPr>
            <a:lvl3pPr marL="1371600" indent="-457200">
              <a:buFont typeface="+mj-lt"/>
              <a:buAutoNum type="arabicParenR"/>
              <a:defRPr sz="1600"/>
            </a:lvl3pPr>
            <a:lvl4pPr marL="1714500" indent="-342900">
              <a:buFont typeface="+mj-lt"/>
              <a:buAutoNum type="alphaLcParenR"/>
              <a:defRPr sz="1400"/>
            </a:lvl4pPr>
            <a:lvl5pPr marL="2228850" indent="-400050">
              <a:buFont typeface="+mj-lt"/>
              <a:buAutoNum type="romanL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141534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9F0B854-EF27-FB51-FED5-D9C462D789D0}"/>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7AAF96D3-D3E2-FEAC-EE69-279502A579CE}"/>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FFA9ADD0-45A7-DB71-D010-70B5B174CC7B}"/>
              </a:ext>
            </a:extLst>
          </p:cNvPr>
          <p:cNvSpPr>
            <a:spLocks noGrp="1"/>
          </p:cNvSpPr>
          <p:nvPr>
            <p:ph idx="1"/>
          </p:nvPr>
        </p:nvSpPr>
        <p:spPr>
          <a:xfrm>
            <a:off x="777240" y="2093976"/>
            <a:ext cx="2880360" cy="3776472"/>
          </a:xfrm>
          <a:solidFill>
            <a:schemeClr val="tx1">
              <a:alpha val="5000"/>
            </a:schemeClr>
          </a:solidFill>
        </p:spPr>
        <p:txBody>
          <a:bodyPr rIns="45720" anchor="t" anchorCtr="0">
            <a:normAutofit/>
          </a:bodyPr>
          <a:lstStyle>
            <a:lvl1pPr>
              <a:spcAft>
                <a:spcPts val="1800"/>
              </a:spcAft>
              <a:defRPr sz="20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a:extLst>
              <a:ext uri="{FF2B5EF4-FFF2-40B4-BE49-F238E27FC236}">
                <a16:creationId xmlns:a16="http://schemas.microsoft.com/office/drawing/2014/main" id="{D4ECD368-DD7D-CC8B-3678-D0BFE829181C}"/>
              </a:ext>
            </a:extLst>
          </p:cNvPr>
          <p:cNvSpPr>
            <a:spLocks noGrp="1"/>
          </p:cNvSpPr>
          <p:nvPr>
            <p:ph idx="13"/>
          </p:nvPr>
        </p:nvSpPr>
        <p:spPr>
          <a:xfrm>
            <a:off x="4261104" y="2093976"/>
            <a:ext cx="6967728" cy="4014216"/>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335964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83F9824-10E6-81A0-0A31-9658CC0091BE}"/>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C3002FB0-0A62-2FA3-FB8D-3275F1072D07}"/>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4B5BF220-87F8-C1D3-102B-15C9BF2EE478}"/>
              </a:ext>
            </a:extLst>
          </p:cNvPr>
          <p:cNvSpPr>
            <a:spLocks noGrp="1"/>
          </p:cNvSpPr>
          <p:nvPr>
            <p:ph idx="13"/>
          </p:nvPr>
        </p:nvSpPr>
        <p:spPr>
          <a:xfrm>
            <a:off x="804672" y="2093976"/>
            <a:ext cx="10469880" cy="4014216"/>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910471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E4764D-8226-78DF-9303-299C95FA31F7}"/>
              </a:ext>
              <a:ext uri="{C183D7F6-B498-43B3-948B-1728B52AA6E4}">
                <adec:decorative xmlns:adec="http://schemas.microsoft.com/office/drawing/2017/decorative" val="1"/>
              </a:ext>
            </a:extLst>
          </p:cNvPr>
          <p:cNvSpPr/>
          <p:nvPr userDrawn="1"/>
        </p:nvSpPr>
        <p:spPr>
          <a:xfrm>
            <a:off x="3598984" y="0"/>
            <a:ext cx="1336431"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a:extLst>
              <a:ext uri="{FF2B5EF4-FFF2-40B4-BE49-F238E27FC236}">
                <a16:creationId xmlns:a16="http://schemas.microsoft.com/office/drawing/2014/main" id="{77C27D79-5B49-F06F-29C2-BF642952740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353477" y="5154421"/>
            <a:ext cx="3279227" cy="1229710"/>
          </a:xfrm>
          <a:prstGeom prst="rect">
            <a:avLst/>
          </a:prstGeom>
        </p:spPr>
      </p:pic>
      <p:pic>
        <p:nvPicPr>
          <p:cNvPr id="11" name="Graphic 10">
            <a:extLst>
              <a:ext uri="{FF2B5EF4-FFF2-40B4-BE49-F238E27FC236}">
                <a16:creationId xmlns:a16="http://schemas.microsoft.com/office/drawing/2014/main" id="{1545B34A-525D-FD4C-2384-D583B495C037}"/>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5455" t="5126"/>
          <a:stretch/>
        </p:blipFill>
        <p:spPr>
          <a:xfrm flipH="1">
            <a:off x="6768663" y="1729776"/>
            <a:ext cx="5423337" cy="5356522"/>
          </a:xfrm>
          <a:prstGeom prst="rect">
            <a:avLst/>
          </a:prstGeom>
        </p:spPr>
      </p:pic>
      <p:sp>
        <p:nvSpPr>
          <p:cNvPr id="7" name="Title 6">
            <a:extLst>
              <a:ext uri="{FF2B5EF4-FFF2-40B4-BE49-F238E27FC236}">
                <a16:creationId xmlns:a16="http://schemas.microsoft.com/office/drawing/2014/main" id="{1B59FA15-E93F-D07D-D82B-86E08C540E92}"/>
              </a:ext>
            </a:extLst>
          </p:cNvPr>
          <p:cNvSpPr>
            <a:spLocks noGrp="1"/>
          </p:cNvSpPr>
          <p:nvPr>
            <p:ph type="title" hasCustomPrompt="1"/>
          </p:nvPr>
        </p:nvSpPr>
        <p:spPr>
          <a:xfrm>
            <a:off x="5632704" y="795528"/>
            <a:ext cx="6099048" cy="5120640"/>
          </a:xfrm>
          <a:prstGeom prst="rect">
            <a:avLst/>
          </a:prstGeom>
          <a:solidFill>
            <a:schemeClr val="tx1">
              <a:alpha val="5000"/>
            </a:schemeClr>
          </a:solidFill>
        </p:spPr>
        <p:txBody>
          <a:bodyPr anchor="ctr"/>
          <a:lstStyle>
            <a:lvl1pPr>
              <a:lnSpc>
                <a:spcPct val="90000"/>
              </a:lnSpc>
              <a:defRPr sz="4800" cap="all" spc="0" baseline="0"/>
            </a:lvl1pPr>
          </a:lstStyle>
          <a:p>
            <a:r>
              <a:rPr lang="en-US" dirty="0"/>
              <a:t>Click to add title</a:t>
            </a:r>
          </a:p>
        </p:txBody>
      </p:sp>
      <p:sp>
        <p:nvSpPr>
          <p:cNvPr id="8" name="Picture Placeholder 10">
            <a:extLst>
              <a:ext uri="{FF2B5EF4-FFF2-40B4-BE49-F238E27FC236}">
                <a16:creationId xmlns:a16="http://schemas.microsoft.com/office/drawing/2014/main" id="{4F1B2B40-3852-2BC5-AA67-3AC0C94B5350}"/>
              </a:ext>
            </a:extLst>
          </p:cNvPr>
          <p:cNvSpPr>
            <a:spLocks noGrp="1"/>
          </p:cNvSpPr>
          <p:nvPr>
            <p:ph type="pic" sz="quarter" idx="13" hasCustomPrompt="1"/>
          </p:nvPr>
        </p:nvSpPr>
        <p:spPr>
          <a:xfrm>
            <a:off x="576072" y="950976"/>
            <a:ext cx="4050792" cy="4965192"/>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4185421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4">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6177962F-BF83-8BF0-521C-AC2FE18512C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 r="27085" b="-104"/>
          <a:stretch/>
        </p:blipFill>
        <p:spPr>
          <a:xfrm rot="5400000">
            <a:off x="7746274" y="2898378"/>
            <a:ext cx="3089740" cy="4876799"/>
          </a:xfrm>
          <a:prstGeom prst="rect">
            <a:avLst/>
          </a:prstGeom>
        </p:spPr>
      </p:pic>
      <p:sp>
        <p:nvSpPr>
          <p:cNvPr id="7" name="Rectangle 6">
            <a:extLst>
              <a:ext uri="{FF2B5EF4-FFF2-40B4-BE49-F238E27FC236}">
                <a16:creationId xmlns:a16="http://schemas.microsoft.com/office/drawing/2014/main" id="{5D003ACC-3116-807F-81D2-E8057D4C2C0F}"/>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B43485B2-AA3A-87CC-3B1B-A193C6EB5985}"/>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16EF9689-52F4-4A6F-BEAC-E0B840C117B5}"/>
              </a:ext>
            </a:extLst>
          </p:cNvPr>
          <p:cNvSpPr>
            <a:spLocks noGrp="1"/>
          </p:cNvSpPr>
          <p:nvPr>
            <p:ph idx="1"/>
          </p:nvPr>
        </p:nvSpPr>
        <p:spPr>
          <a:xfrm>
            <a:off x="777240" y="2093976"/>
            <a:ext cx="5833872" cy="3776472"/>
          </a:xfrm>
          <a:solidFill>
            <a:schemeClr val="bg1">
              <a:lumMod val="95000"/>
            </a:schemeClr>
          </a:solidFill>
        </p:spPr>
        <p:txBody>
          <a:bodyPr rIns="91440" anchor="t" anchorCtr="0">
            <a:normAutofit/>
          </a:bodyPr>
          <a:lstStyle>
            <a:lvl1pPr marL="457200" indent="-457200">
              <a:spcAft>
                <a:spcPts val="1800"/>
              </a:spcAft>
              <a:buFont typeface="+mj-lt"/>
              <a:buAutoNum type="arabicPeriod"/>
              <a:defRPr sz="2000"/>
            </a:lvl1pPr>
            <a:lvl2pPr marL="914400" indent="-457200">
              <a:buFont typeface="+mj-lt"/>
              <a:buAutoNum type="alphaLcPeriod"/>
              <a:defRPr sz="1800"/>
            </a:lvl2pPr>
            <a:lvl3pPr marL="1371600" indent="-457200">
              <a:buFont typeface="+mj-lt"/>
              <a:buAutoNum type="arabicParenR"/>
              <a:defRPr sz="1600"/>
            </a:lvl3pPr>
            <a:lvl4pPr marL="1828800" indent="-457200">
              <a:buFont typeface="+mj-lt"/>
              <a:buAutoNum type="alphaLcParenR"/>
              <a:defRPr sz="1400"/>
            </a:lvl4pPr>
            <a:lvl5pPr marL="2286000" indent="-457200">
              <a:buFont typeface="+mj-lt"/>
              <a:buAutoNum type="romanL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a:extLst>
              <a:ext uri="{FF2B5EF4-FFF2-40B4-BE49-F238E27FC236}">
                <a16:creationId xmlns:a16="http://schemas.microsoft.com/office/drawing/2014/main" id="{DB532826-83B5-DC67-7DDB-45FD78E830A1}"/>
              </a:ext>
            </a:extLst>
          </p:cNvPr>
          <p:cNvSpPr>
            <a:spLocks noGrp="1"/>
          </p:cNvSpPr>
          <p:nvPr>
            <p:ph idx="13"/>
          </p:nvPr>
        </p:nvSpPr>
        <p:spPr>
          <a:xfrm>
            <a:off x="7306056" y="2093976"/>
            <a:ext cx="3172968" cy="3776472"/>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4219043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647051E-220B-9586-3E85-05AF9DC9B680}"/>
              </a:ext>
              <a:ext uri="{C183D7F6-B498-43B3-948B-1728B52AA6E4}">
                <adec:decorative xmlns:adec="http://schemas.microsoft.com/office/drawing/2017/decorative" val="1"/>
              </a:ext>
            </a:extLst>
          </p:cNvPr>
          <p:cNvSpPr/>
          <p:nvPr userDrawn="1"/>
        </p:nvSpPr>
        <p:spPr>
          <a:xfrm>
            <a:off x="7315203" y="0"/>
            <a:ext cx="204524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68FA6629-B230-F528-AAE3-D182D963F05E}"/>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 r="27085" b="-104"/>
          <a:stretch/>
        </p:blipFill>
        <p:spPr>
          <a:xfrm rot="10800000">
            <a:off x="0" y="671161"/>
            <a:ext cx="3089740" cy="4876799"/>
          </a:xfrm>
          <a:prstGeom prst="rect">
            <a:avLst/>
          </a:prstGeom>
        </p:spPr>
      </p:pic>
      <p:pic>
        <p:nvPicPr>
          <p:cNvPr id="8" name="Graphic 7">
            <a:extLst>
              <a:ext uri="{FF2B5EF4-FFF2-40B4-BE49-F238E27FC236}">
                <a16:creationId xmlns:a16="http://schemas.microsoft.com/office/drawing/2014/main" id="{7FA0390C-256A-CE3C-1348-C39DBAE01D8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237644" y="655677"/>
            <a:ext cx="2438400" cy="2070100"/>
          </a:xfrm>
          <a:prstGeom prst="rect">
            <a:avLst/>
          </a:prstGeom>
        </p:spPr>
      </p:pic>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67512"/>
            <a:ext cx="5916168" cy="3666744"/>
          </a:xfrm>
          <a:prstGeom prst="rect">
            <a:avLst/>
          </a:prstGeom>
        </p:spPr>
        <p:txBody>
          <a:bodyPr anchor="b">
            <a:normAutofit/>
          </a:bodyPr>
          <a:lstStyle>
            <a:lvl1pPr>
              <a:lnSpc>
                <a:spcPct val="100000"/>
              </a:lnSpc>
              <a:defRPr sz="4800" cap="all" spc="20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4636008"/>
            <a:ext cx="5276088" cy="1554480"/>
          </a:xfrm>
          <a:prstGeom prst="rect">
            <a:avLst/>
          </a:prstGeom>
        </p:spPr>
        <p:txBody>
          <a:bodyPr anchor="t"/>
          <a:lstStyle>
            <a:lvl1pPr marL="0" indent="0">
              <a:spcAft>
                <a:spcPts val="600"/>
              </a:spcAft>
              <a:buNone/>
              <a:defRPr sz="2000" b="0" i="0" spc="20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7754112" y="947737"/>
            <a:ext cx="4023360" cy="4962525"/>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5535657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6EF7C3A7-D6F6-4D38-A7C3-B72967BB81A6}" type="datetime1">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86042B-6341-4E38-A80C-926D3BB8AAC9}"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487956800"/>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3FB4E19-B10C-43FA-AB4B-5D0396BD64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cap="all" spc="150" baseline="0">
                <a:solidFill>
                  <a:schemeClr val="accent4">
                    <a:lumMod val="75000"/>
                  </a:schemeClr>
                </a:solidFill>
              </a:defRPr>
            </a:lvl1pPr>
          </a:lstStyle>
          <a:p>
            <a:r>
              <a:rPr lang="en-US" dirty="0"/>
              <a:t>20XX</a:t>
            </a:r>
          </a:p>
        </p:txBody>
      </p:sp>
      <p:sp>
        <p:nvSpPr>
          <p:cNvPr id="5" name="Footer Placeholder 4">
            <a:extLst>
              <a:ext uri="{FF2B5EF4-FFF2-40B4-BE49-F238E27FC236}">
                <a16:creationId xmlns:a16="http://schemas.microsoft.com/office/drawing/2014/main" id="{3E5C552B-0CAD-4920-B258-233A9F86DF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cap="all" spc="150" baseline="0">
                <a:solidFill>
                  <a:schemeClr val="accent4">
                    <a:lumMod val="75000"/>
                  </a:schemeClr>
                </a:solidFill>
              </a:defRPr>
            </a:lvl1pPr>
          </a:lstStyle>
          <a:p>
            <a:endParaRPr lang="en-US" dirty="0"/>
          </a:p>
        </p:txBody>
      </p:sp>
      <p:sp>
        <p:nvSpPr>
          <p:cNvPr id="6" name="Slide Number Placeholder 5">
            <a:extLst>
              <a:ext uri="{FF2B5EF4-FFF2-40B4-BE49-F238E27FC236}">
                <a16:creationId xmlns:a16="http://schemas.microsoft.com/office/drawing/2014/main" id="{CE983FFB-15A3-4B11-A130-4565577A3F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cap="all" spc="150" baseline="0">
                <a:solidFill>
                  <a:schemeClr val="accent4">
                    <a:lumMod val="75000"/>
                  </a:schemeClr>
                </a:solidFill>
              </a:defRPr>
            </a:lvl1pPr>
          </a:lstStyle>
          <a:p>
            <a:fld id="{F91729D4-A164-47A3-830D-E792BCE699E4}" type="slidenum">
              <a:rPr lang="en-US" smtClean="0"/>
              <a:pPr/>
              <a:t>‹#›</a:t>
            </a:fld>
            <a:endParaRPr lang="en-US" dirty="0"/>
          </a:p>
        </p:txBody>
      </p:sp>
      <p:sp>
        <p:nvSpPr>
          <p:cNvPr id="2" name="Title Placeholder 1">
            <a:extLst>
              <a:ext uri="{FF2B5EF4-FFF2-40B4-BE49-F238E27FC236}">
                <a16:creationId xmlns:a16="http://schemas.microsoft.com/office/drawing/2014/main" id="{7575F976-A881-DB46-9D98-9D55727C19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9C7589-D4CD-50AB-9AA4-198FD4932D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71090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6" r:id="rId3"/>
    <p:sldLayoutId id="2147483675" r:id="rId4"/>
    <p:sldLayoutId id="2147483683" r:id="rId5"/>
    <p:sldLayoutId id="2147483684" r:id="rId6"/>
    <p:sldLayoutId id="2147483677" r:id="rId7"/>
    <p:sldLayoutId id="2147483678" r:id="rId8"/>
    <p:sldLayoutId id="2147483679" r:id="rId9"/>
    <p:sldLayoutId id="2147483680" r:id="rId10"/>
    <p:sldLayoutId id="2147483681" r:id="rId11"/>
    <p:sldLayoutId id="2147483682" r:id="rId12"/>
    <p:sldLayoutId id="2147483685" r:id="rId13"/>
    <p:sldLayoutId id="2147483687" r:id="rId14"/>
  </p:sldLayoutIdLst>
  <p:hf hdr="0" ftr="0" dt="0"/>
  <p:txStyles>
    <p:titleStyle>
      <a:lvl1pPr algn="l" defTabSz="914400" rtl="0" eaLnBrk="1" latinLnBrk="0" hangingPunct="1">
        <a:lnSpc>
          <a:spcPct val="90000"/>
        </a:lnSpc>
        <a:spcBef>
          <a:spcPct val="0"/>
        </a:spcBef>
        <a:buNone/>
        <a:defRPr sz="4400" kern="1200">
          <a:solidFill>
            <a:schemeClr val="accent4">
              <a:lumMod val="7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4">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4">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4">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ar.inspiredpencil.com/pictures-2023/colourful-school-of-fish"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geekdad.com/2024/11/the-stanford-prison-experiment-unlocking-the-truth-premieres-on-national-geographic-disney-and-hulu/"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courses.lumenlearning.com/suny-esc-introtocollegereadingandwriting/chapter/the-milgram-shock-experiment/"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56DCC-AE35-A8D4-597B-DAE7A10E143F}"/>
              </a:ext>
            </a:extLst>
          </p:cNvPr>
          <p:cNvSpPr>
            <a:spLocks noGrp="1"/>
          </p:cNvSpPr>
          <p:nvPr>
            <p:ph type="title"/>
          </p:nvPr>
        </p:nvSpPr>
        <p:spPr/>
        <p:txBody>
          <a:bodyPr/>
          <a:lstStyle/>
          <a:p>
            <a:r>
              <a:rPr lang="en-US" dirty="0"/>
              <a:t>SOCIAL Psychology </a:t>
            </a:r>
          </a:p>
        </p:txBody>
      </p:sp>
      <p:sp>
        <p:nvSpPr>
          <p:cNvPr id="3" name="Text Placeholder 2">
            <a:extLst>
              <a:ext uri="{FF2B5EF4-FFF2-40B4-BE49-F238E27FC236}">
                <a16:creationId xmlns:a16="http://schemas.microsoft.com/office/drawing/2014/main" id="{5B00A2D9-55BE-07C5-5751-AD4B69190181}"/>
              </a:ext>
            </a:extLst>
          </p:cNvPr>
          <p:cNvSpPr>
            <a:spLocks noGrp="1"/>
          </p:cNvSpPr>
          <p:nvPr>
            <p:ph type="body" sz="quarter" idx="10"/>
          </p:nvPr>
        </p:nvSpPr>
        <p:spPr/>
        <p:txBody>
          <a:bodyPr/>
          <a:lstStyle/>
          <a:p>
            <a:r>
              <a:rPr lang="en-US" dirty="0"/>
              <a:t>Chapter 12</a:t>
            </a:r>
          </a:p>
        </p:txBody>
      </p:sp>
      <p:pic>
        <p:nvPicPr>
          <p:cNvPr id="7" name="Picture Placeholder 6">
            <a:extLst>
              <a:ext uri="{FF2B5EF4-FFF2-40B4-BE49-F238E27FC236}">
                <a16:creationId xmlns:a16="http://schemas.microsoft.com/office/drawing/2014/main" id="{EB67BF7C-0A64-E94A-5362-C9C3CD363C4C}"/>
              </a:ext>
              <a:ext uri="{C183D7F6-B498-43B3-948B-1728B52AA6E4}">
                <adec:decorative xmlns:adec="http://schemas.microsoft.com/office/drawing/2017/decorative" val="1"/>
              </a:ext>
            </a:extLst>
          </p:cNvPr>
          <p:cNvPicPr>
            <a:picLocks noGrp="1" noChangeAspect="1"/>
          </p:cNvPicPr>
          <p:nvPr>
            <p:ph type="pic" sz="quarter" idx="11"/>
          </p:nvPr>
        </p:nvPicPr>
        <p:blipFill>
          <a:blip r:embed="rId3">
            <a:extLst>
              <a:ext uri="{837473B0-CC2E-450A-ABE3-18F120FF3D39}">
                <a1611:picAttrSrcUrl xmlns:a1611="http://schemas.microsoft.com/office/drawing/2016/11/main" r:id="rId4"/>
              </a:ext>
            </a:extLst>
          </a:blip>
          <a:srcRect l="26693" r="26693"/>
          <a:stretch>
            <a:fillRect/>
          </a:stretch>
        </p:blipFill>
        <p:spPr/>
      </p:pic>
    </p:spTree>
    <p:extLst>
      <p:ext uri="{BB962C8B-B14F-4D97-AF65-F5344CB8AC3E}">
        <p14:creationId xmlns:p14="http://schemas.microsoft.com/office/powerpoint/2010/main" val="4019898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65774-2A59-88B9-83D9-F90ECF42E58C}"/>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77B6CDEA-EE7B-E5F5-2C9D-B16594F845DE}"/>
              </a:ext>
            </a:extLst>
          </p:cNvPr>
          <p:cNvSpPr>
            <a:spLocks noGrp="1"/>
          </p:cNvSpPr>
          <p:nvPr>
            <p:ph idx="1"/>
          </p:nvPr>
        </p:nvSpPr>
        <p:spPr>
          <a:xfrm>
            <a:off x="4608576" y="667512"/>
            <a:ext cx="4736592" cy="5568696"/>
          </a:xfrm>
        </p:spPr>
        <p:txBody>
          <a:bodyPr/>
          <a:lstStyle/>
          <a:p>
            <a:r>
              <a:rPr lang="en-US" dirty="0"/>
              <a:t>What is Social Psychology?</a:t>
            </a:r>
          </a:p>
          <a:p>
            <a:r>
              <a:rPr lang="en-US" dirty="0"/>
              <a:t>People as Individuals</a:t>
            </a:r>
          </a:p>
          <a:p>
            <a:r>
              <a:rPr lang="en-US" dirty="0"/>
              <a:t>People in Groups</a:t>
            </a:r>
          </a:p>
          <a:p>
            <a:r>
              <a:rPr lang="en-US" dirty="0"/>
              <a:t>Group Behavior</a:t>
            </a:r>
          </a:p>
          <a:p>
            <a:endParaRPr lang="en-US" dirty="0"/>
          </a:p>
          <a:p>
            <a:endParaRPr lang="en-US" dirty="0"/>
          </a:p>
        </p:txBody>
      </p:sp>
      <p:sp>
        <p:nvSpPr>
          <p:cNvPr id="4" name="Slide Number Placeholder 3">
            <a:extLst>
              <a:ext uri="{FF2B5EF4-FFF2-40B4-BE49-F238E27FC236}">
                <a16:creationId xmlns:a16="http://schemas.microsoft.com/office/drawing/2014/main" id="{0937694A-0676-0018-F0BE-E8EEEDA51521}"/>
              </a:ext>
            </a:extLst>
          </p:cNvPr>
          <p:cNvSpPr>
            <a:spLocks noGrp="1"/>
          </p:cNvSpPr>
          <p:nvPr>
            <p:ph type="sldNum" sz="quarter" idx="12"/>
          </p:nvPr>
        </p:nvSpPr>
        <p:spPr/>
        <p:txBody>
          <a:bodyPr/>
          <a:lstStyle/>
          <a:p>
            <a:fld id="{CBD12358-51D2-46B3-9BDE-DF29528B9454}" type="slidenum">
              <a:rPr lang="en-US" smtClean="0"/>
              <a:t>2</a:t>
            </a:fld>
            <a:endParaRPr lang="en-US" dirty="0"/>
          </a:p>
        </p:txBody>
      </p:sp>
    </p:spTree>
    <p:extLst>
      <p:ext uri="{BB962C8B-B14F-4D97-AF65-F5344CB8AC3E}">
        <p14:creationId xmlns:p14="http://schemas.microsoft.com/office/powerpoint/2010/main" val="154215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25762C-D6D6-4481-B760-D04281B072C3}"/>
              </a:ext>
            </a:extLst>
          </p:cNvPr>
          <p:cNvSpPr>
            <a:spLocks noGrp="1"/>
          </p:cNvSpPr>
          <p:nvPr>
            <p:ph idx="1"/>
          </p:nvPr>
        </p:nvSpPr>
        <p:spPr>
          <a:xfrm>
            <a:off x="649225" y="2133600"/>
            <a:ext cx="3650278" cy="3759253"/>
          </a:xfrm>
        </p:spPr>
        <p:txBody>
          <a:bodyPr>
            <a:normAutofit/>
          </a:bodyPr>
          <a:lstStyle/>
          <a:p>
            <a:pPr marL="0" indent="0">
              <a:buClr>
                <a:srgbClr val="FFE404"/>
              </a:buClr>
              <a:buNone/>
            </a:pPr>
            <a:r>
              <a:rPr lang="en-US" sz="4000" dirty="0"/>
              <a:t>What do you think a social psychologist studies?</a:t>
            </a:r>
          </a:p>
        </p:txBody>
      </p:sp>
      <p:pic>
        <p:nvPicPr>
          <p:cNvPr id="5" name="Picture 4">
            <a:extLst>
              <a:ext uri="{FF2B5EF4-FFF2-40B4-BE49-F238E27FC236}">
                <a16:creationId xmlns:a16="http://schemas.microsoft.com/office/drawing/2014/main" id="{173CC482-8DD2-45D6-900D-A89989A84E03}"/>
              </a:ext>
              <a:ext uri="{C183D7F6-B498-43B3-948B-1728B52AA6E4}">
                <adec:decorative xmlns:adec="http://schemas.microsoft.com/office/drawing/2017/decorative" val="1"/>
              </a:ext>
            </a:extLst>
          </p:cNvPr>
          <p:cNvPicPr>
            <a:picLocks noChangeAspect="1"/>
          </p:cNvPicPr>
          <p:nvPr/>
        </p:nvPicPr>
        <p:blipFill rotWithShape="1">
          <a:blip r:embed="rId3"/>
          <a:srcRect r="26246" b="2"/>
          <a:stretch/>
        </p:blipFill>
        <p:spPr>
          <a:xfrm>
            <a:off x="4619543" y="10"/>
            <a:ext cx="7572457" cy="6853242"/>
          </a:xfrm>
          <a:prstGeom prst="rect">
            <a:avLst/>
          </a:prstGeom>
        </p:spPr>
      </p:pic>
    </p:spTree>
    <p:extLst>
      <p:ext uri="{BB962C8B-B14F-4D97-AF65-F5344CB8AC3E}">
        <p14:creationId xmlns:p14="http://schemas.microsoft.com/office/powerpoint/2010/main" val="4038546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25CBA92D-4D7D-41FE-A7B2-5AFF05CDEA22}"/>
              </a:ext>
            </a:extLst>
          </p:cNvPr>
          <p:cNvSpPr>
            <a:spLocks noGrp="1"/>
          </p:cNvSpPr>
          <p:nvPr>
            <p:ph type="body" idx="1"/>
          </p:nvPr>
        </p:nvSpPr>
        <p:spPr/>
        <p:txBody>
          <a:bodyPr>
            <a:normAutofit/>
          </a:bodyPr>
          <a:lstStyle/>
          <a:p>
            <a:r>
              <a:rPr lang="en-US" sz="3200" dirty="0"/>
              <a:t>Situationism</a:t>
            </a:r>
          </a:p>
        </p:txBody>
      </p:sp>
      <p:sp>
        <p:nvSpPr>
          <p:cNvPr id="14" name="Content Placeholder 13">
            <a:extLst>
              <a:ext uri="{FF2B5EF4-FFF2-40B4-BE49-F238E27FC236}">
                <a16:creationId xmlns:a16="http://schemas.microsoft.com/office/drawing/2014/main" id="{F771258D-8AB1-4DE8-8511-0378C1296149}"/>
              </a:ext>
            </a:extLst>
          </p:cNvPr>
          <p:cNvSpPr>
            <a:spLocks noGrp="1"/>
          </p:cNvSpPr>
          <p:nvPr>
            <p:ph sz="half" idx="2"/>
          </p:nvPr>
        </p:nvSpPr>
        <p:spPr/>
        <p:txBody>
          <a:bodyPr/>
          <a:lstStyle/>
          <a:p>
            <a:r>
              <a:rPr lang="en-US" dirty="0"/>
              <a:t>External factors</a:t>
            </a:r>
          </a:p>
          <a:p>
            <a:r>
              <a:rPr lang="en-US" dirty="0"/>
              <a:t>What might be an external factor that would impact behavior?</a:t>
            </a:r>
          </a:p>
        </p:txBody>
      </p:sp>
      <p:sp>
        <p:nvSpPr>
          <p:cNvPr id="15" name="Content Placeholder 14">
            <a:extLst>
              <a:ext uri="{FF2B5EF4-FFF2-40B4-BE49-F238E27FC236}">
                <a16:creationId xmlns:a16="http://schemas.microsoft.com/office/drawing/2014/main" id="{FEF741A6-7324-4B01-A03F-6BCD1F2A1272}"/>
              </a:ext>
            </a:extLst>
          </p:cNvPr>
          <p:cNvSpPr>
            <a:spLocks noGrp="1"/>
          </p:cNvSpPr>
          <p:nvPr>
            <p:ph sz="quarter" idx="4"/>
          </p:nvPr>
        </p:nvSpPr>
        <p:spPr/>
        <p:txBody>
          <a:bodyPr/>
          <a:lstStyle/>
          <a:p>
            <a:r>
              <a:rPr lang="en-US" dirty="0"/>
              <a:t>Internal factors</a:t>
            </a:r>
          </a:p>
          <a:p>
            <a:r>
              <a:rPr lang="en-US" dirty="0"/>
              <a:t>What might be an internal factor that would impact behavior?</a:t>
            </a:r>
          </a:p>
        </p:txBody>
      </p:sp>
      <p:sp>
        <p:nvSpPr>
          <p:cNvPr id="16" name="Text Placeholder 15">
            <a:extLst>
              <a:ext uri="{FF2B5EF4-FFF2-40B4-BE49-F238E27FC236}">
                <a16:creationId xmlns:a16="http://schemas.microsoft.com/office/drawing/2014/main" id="{3CE49B89-F190-413E-ACC9-C8C2E41C9E4D}"/>
              </a:ext>
            </a:extLst>
          </p:cNvPr>
          <p:cNvSpPr>
            <a:spLocks noGrp="1"/>
          </p:cNvSpPr>
          <p:nvPr>
            <p:ph type="body" sz="quarter" idx="13"/>
          </p:nvPr>
        </p:nvSpPr>
        <p:spPr/>
        <p:txBody>
          <a:bodyPr>
            <a:normAutofit/>
          </a:bodyPr>
          <a:lstStyle/>
          <a:p>
            <a:r>
              <a:rPr lang="en-US" sz="3200" dirty="0" err="1"/>
              <a:t>dispositionism</a:t>
            </a:r>
            <a:endParaRPr lang="en-US" sz="3200" dirty="0"/>
          </a:p>
        </p:txBody>
      </p:sp>
      <p:sp>
        <p:nvSpPr>
          <p:cNvPr id="12" name="Title 11">
            <a:extLst>
              <a:ext uri="{FF2B5EF4-FFF2-40B4-BE49-F238E27FC236}">
                <a16:creationId xmlns:a16="http://schemas.microsoft.com/office/drawing/2014/main" id="{0C212978-D2EC-48BB-AB2C-654A9F3524F7}"/>
              </a:ext>
            </a:extLst>
          </p:cNvPr>
          <p:cNvSpPr>
            <a:spLocks noGrp="1"/>
          </p:cNvSpPr>
          <p:nvPr>
            <p:ph type="title"/>
          </p:nvPr>
        </p:nvSpPr>
        <p:spPr/>
        <p:txBody>
          <a:bodyPr/>
          <a:lstStyle/>
          <a:p>
            <a:r>
              <a:rPr lang="en-US" dirty="0"/>
              <a:t>What determines our behavior?</a:t>
            </a:r>
          </a:p>
        </p:txBody>
      </p:sp>
    </p:spTree>
    <p:extLst>
      <p:ext uri="{BB962C8B-B14F-4D97-AF65-F5344CB8AC3E}">
        <p14:creationId xmlns:p14="http://schemas.microsoft.com/office/powerpoint/2010/main" val="3711640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7DBA75E-452D-4F3C-9587-7A5F14347FBF}"/>
              </a:ext>
            </a:extLst>
          </p:cNvPr>
          <p:cNvSpPr>
            <a:spLocks noGrp="1"/>
          </p:cNvSpPr>
          <p:nvPr>
            <p:ph type="title"/>
          </p:nvPr>
        </p:nvSpPr>
        <p:spPr>
          <a:xfrm>
            <a:off x="649224" y="645106"/>
            <a:ext cx="3650279" cy="1259894"/>
          </a:xfrm>
        </p:spPr>
        <p:txBody>
          <a:bodyPr>
            <a:normAutofit fontScale="90000"/>
          </a:bodyPr>
          <a:lstStyle/>
          <a:p>
            <a:r>
              <a:rPr lang="en-US" dirty="0">
                <a:solidFill>
                  <a:srgbClr val="2B5146"/>
                </a:solidFill>
              </a:rPr>
              <a:t>Interpreting Behavior</a:t>
            </a:r>
          </a:p>
        </p:txBody>
      </p:sp>
      <p:sp>
        <p:nvSpPr>
          <p:cNvPr id="8" name="Content Placeholder 7">
            <a:extLst>
              <a:ext uri="{FF2B5EF4-FFF2-40B4-BE49-F238E27FC236}">
                <a16:creationId xmlns:a16="http://schemas.microsoft.com/office/drawing/2014/main" id="{7CE50810-CE35-4F95-B141-79051B4A54F5}"/>
              </a:ext>
            </a:extLst>
          </p:cNvPr>
          <p:cNvSpPr>
            <a:spLocks noGrp="1"/>
          </p:cNvSpPr>
          <p:nvPr>
            <p:ph idx="1"/>
          </p:nvPr>
        </p:nvSpPr>
        <p:spPr>
          <a:xfrm>
            <a:off x="649225" y="2133600"/>
            <a:ext cx="3650278" cy="3759253"/>
          </a:xfrm>
        </p:spPr>
        <p:txBody>
          <a:bodyPr>
            <a:normAutofit fontScale="70000" lnSpcReduction="20000"/>
          </a:bodyPr>
          <a:lstStyle/>
          <a:p>
            <a:pPr>
              <a:buClr>
                <a:srgbClr val="F39C10"/>
              </a:buClr>
            </a:pPr>
            <a:r>
              <a:rPr lang="en-US" dirty="0"/>
              <a:t>Attribution</a:t>
            </a:r>
          </a:p>
          <a:p>
            <a:pPr>
              <a:buClr>
                <a:srgbClr val="F39C10"/>
              </a:buClr>
            </a:pPr>
            <a:r>
              <a:rPr lang="en-US" dirty="0"/>
              <a:t>Individualistic vs collectivistic culture</a:t>
            </a:r>
          </a:p>
          <a:p>
            <a:pPr>
              <a:buClr>
                <a:srgbClr val="F39C10"/>
              </a:buClr>
            </a:pPr>
            <a:r>
              <a:rPr lang="en-US" dirty="0"/>
              <a:t>Fundamental attribution error</a:t>
            </a:r>
          </a:p>
          <a:p>
            <a:pPr>
              <a:buClr>
                <a:srgbClr val="F39C10"/>
              </a:buClr>
            </a:pPr>
            <a:r>
              <a:rPr lang="en-US" dirty="0"/>
              <a:t>Actor-observer bias</a:t>
            </a:r>
          </a:p>
          <a:p>
            <a:pPr>
              <a:buClr>
                <a:srgbClr val="F39C10"/>
              </a:buClr>
            </a:pPr>
            <a:r>
              <a:rPr lang="en-US" dirty="0"/>
              <a:t>Self-service bias</a:t>
            </a:r>
          </a:p>
          <a:p>
            <a:pPr>
              <a:buClr>
                <a:srgbClr val="F39C10"/>
              </a:buClr>
            </a:pPr>
            <a:r>
              <a:rPr lang="en-US" dirty="0"/>
              <a:t>Just-world hypothesis</a:t>
            </a:r>
          </a:p>
          <a:p>
            <a:pPr>
              <a:buClr>
                <a:srgbClr val="F39C10"/>
              </a:buClr>
            </a:pPr>
            <a:endParaRPr lang="en-US" dirty="0"/>
          </a:p>
        </p:txBody>
      </p:sp>
      <p:pic>
        <p:nvPicPr>
          <p:cNvPr id="10" name="Picture 9">
            <a:extLst>
              <a:ext uri="{FF2B5EF4-FFF2-40B4-BE49-F238E27FC236}">
                <a16:creationId xmlns:a16="http://schemas.microsoft.com/office/drawing/2014/main" id="{76D26CC6-56FA-4263-B13F-F739B63FF2C5}"/>
              </a:ext>
              <a:ext uri="{C183D7F6-B498-43B3-948B-1728B52AA6E4}">
                <adec:decorative xmlns:adec="http://schemas.microsoft.com/office/drawing/2017/decorative" val="1"/>
              </a:ext>
            </a:extLst>
          </p:cNvPr>
          <p:cNvPicPr>
            <a:picLocks noChangeAspect="1"/>
          </p:cNvPicPr>
          <p:nvPr/>
        </p:nvPicPr>
        <p:blipFill rotWithShape="1">
          <a:blip r:embed="rId3"/>
          <a:srcRect l="10753" r="10519" b="-2"/>
          <a:stretch/>
        </p:blipFill>
        <p:spPr>
          <a:xfrm>
            <a:off x="4619543" y="10"/>
            <a:ext cx="7572457" cy="6853242"/>
          </a:xfrm>
          <a:prstGeom prst="rect">
            <a:avLst/>
          </a:prstGeom>
        </p:spPr>
      </p:pic>
    </p:spTree>
    <p:extLst>
      <p:ext uri="{BB962C8B-B14F-4D97-AF65-F5344CB8AC3E}">
        <p14:creationId xmlns:p14="http://schemas.microsoft.com/office/powerpoint/2010/main" val="486871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2D2F2F-A474-44A2-AE70-8A0B9FEEA289}"/>
              </a:ext>
            </a:extLst>
          </p:cNvPr>
          <p:cNvSpPr>
            <a:spLocks noGrp="1"/>
          </p:cNvSpPr>
          <p:nvPr>
            <p:ph idx="1"/>
          </p:nvPr>
        </p:nvSpPr>
        <p:spPr>
          <a:xfrm>
            <a:off x="719275" y="635604"/>
            <a:ext cx="8714436" cy="1698941"/>
          </a:xfrm>
        </p:spPr>
        <p:txBody>
          <a:bodyPr>
            <a:normAutofit/>
          </a:bodyPr>
          <a:lstStyle/>
          <a:p>
            <a:pPr marL="0" indent="0">
              <a:buNone/>
            </a:pPr>
            <a:r>
              <a:rPr lang="en-US" sz="3600" dirty="0">
                <a:solidFill>
                  <a:schemeClr val="tx1"/>
                </a:solidFill>
              </a:rPr>
              <a:t>What’s the difference between a social role and a social norm?</a:t>
            </a:r>
          </a:p>
        </p:txBody>
      </p:sp>
      <p:sp>
        <p:nvSpPr>
          <p:cNvPr id="2" name="TextBox 1">
            <a:extLst>
              <a:ext uri="{FF2B5EF4-FFF2-40B4-BE49-F238E27FC236}">
                <a16:creationId xmlns:a16="http://schemas.microsoft.com/office/drawing/2014/main" id="{B5CFECDD-EE5D-68F9-DB00-A6EBE62EA3D5}"/>
              </a:ext>
            </a:extLst>
          </p:cNvPr>
          <p:cNvSpPr txBox="1"/>
          <p:nvPr/>
        </p:nvSpPr>
        <p:spPr>
          <a:xfrm>
            <a:off x="2091350" y="5486400"/>
            <a:ext cx="2868597" cy="646331"/>
          </a:xfrm>
          <a:prstGeom prst="rect">
            <a:avLst/>
          </a:prstGeom>
          <a:noFill/>
        </p:spPr>
        <p:txBody>
          <a:bodyPr wrap="square" rtlCol="0">
            <a:spAutoFit/>
          </a:bodyPr>
          <a:lstStyle/>
          <a:p>
            <a:r>
              <a:rPr lang="en-US" dirty="0"/>
              <a:t>Example: The Stanford Prison Experiment</a:t>
            </a:r>
          </a:p>
        </p:txBody>
      </p:sp>
      <p:pic>
        <p:nvPicPr>
          <p:cNvPr id="6" name="Picture 5" descr="A picture taken during the Stanford prison experiment. Photograph showing a group of individuals standing in a hallway wearing identical beige prison-style uniforms with numbers on the chest, while a person in a tan uniform and sunglasses walks past them. The setting appears institutional with plain walls, numbered doors, and a single red chair, suggesting a controlled environment such as a detention or correctional facility.">
            <a:extLst>
              <a:ext uri="{FF2B5EF4-FFF2-40B4-BE49-F238E27FC236}">
                <a16:creationId xmlns:a16="http://schemas.microsoft.com/office/drawing/2014/main" id="{55D1C147-4DEB-7FCA-79AA-3677EBB7BE03}"/>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4959947" y="1882277"/>
            <a:ext cx="6897321" cy="4593616"/>
          </a:xfrm>
          <a:prstGeom prst="rect">
            <a:avLst/>
          </a:prstGeom>
        </p:spPr>
      </p:pic>
    </p:spTree>
    <p:extLst>
      <p:ext uri="{BB962C8B-B14F-4D97-AF65-F5344CB8AC3E}">
        <p14:creationId xmlns:p14="http://schemas.microsoft.com/office/powerpoint/2010/main" val="1487056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5F0B1-8305-4F98-99F9-51D406089B0E}"/>
              </a:ext>
            </a:extLst>
          </p:cNvPr>
          <p:cNvSpPr>
            <a:spLocks noGrp="1"/>
          </p:cNvSpPr>
          <p:nvPr>
            <p:ph type="title"/>
          </p:nvPr>
        </p:nvSpPr>
        <p:spPr>
          <a:xfrm>
            <a:off x="649225" y="290500"/>
            <a:ext cx="3650279" cy="1259894"/>
          </a:xfrm>
        </p:spPr>
        <p:txBody>
          <a:bodyPr>
            <a:normAutofit fontScale="90000"/>
          </a:bodyPr>
          <a:lstStyle/>
          <a:p>
            <a:r>
              <a:rPr lang="en-US" dirty="0"/>
              <a:t>Cognitive Dissonance</a:t>
            </a:r>
          </a:p>
        </p:txBody>
      </p:sp>
      <p:sp>
        <p:nvSpPr>
          <p:cNvPr id="1030" name="Content Placeholder 1029">
            <a:extLst>
              <a:ext uri="{FF2B5EF4-FFF2-40B4-BE49-F238E27FC236}">
                <a16:creationId xmlns:a16="http://schemas.microsoft.com/office/drawing/2014/main" id="{0B91A512-C851-4227-A4E1-77FD0D9CBC93}"/>
              </a:ext>
            </a:extLst>
          </p:cNvPr>
          <p:cNvSpPr>
            <a:spLocks noGrp="1"/>
          </p:cNvSpPr>
          <p:nvPr>
            <p:ph idx="1"/>
          </p:nvPr>
        </p:nvSpPr>
        <p:spPr>
          <a:xfrm>
            <a:off x="649225" y="1550394"/>
            <a:ext cx="3650278" cy="4506081"/>
          </a:xfrm>
        </p:spPr>
        <p:txBody>
          <a:bodyPr>
            <a:normAutofit fontScale="92500"/>
          </a:bodyPr>
          <a:lstStyle/>
          <a:p>
            <a:pPr marL="0" indent="0">
              <a:buNone/>
            </a:pPr>
            <a:r>
              <a:rPr lang="en-US" sz="2400" dirty="0"/>
              <a:t>Suppose an older brother is severely punished for teasing their younger brother. How might cognitive dissonance impact how the older brother will act towards the younger brother after the parents leave the room?</a:t>
            </a:r>
          </a:p>
        </p:txBody>
      </p:sp>
      <p:pic>
        <p:nvPicPr>
          <p:cNvPr id="1026" name="Picture 2" descr="A diagram shows the process of cognitive dissonance. Two disparate statements (“I am a smoker” and “Smoking is bad for your health”) are joined as an example of cognitive dissonance. A flow diagram joins them in a process labeled, “Remove dissonance tension,” with two resulting flows. The first flow path shows the warning on a pack of cigarettes with a checkmark imposed over the image that is labeled, “Smoking is bad for your health.” The path then shows a photograph of an arm with a nicotine patch that is labeled, “I quit smoking.” The second flow path shows the warning on a pack of cigarettes with an X imposed over the image and is labeled, “Research is inconclusive,” then shows a photograph of a person smoking labeled, “I am still a smoker.”">
            <a:extLst>
              <a:ext uri="{FF2B5EF4-FFF2-40B4-BE49-F238E27FC236}">
                <a16:creationId xmlns:a16="http://schemas.microsoft.com/office/drawing/2014/main" id="{59EFE953-261D-4FAC-9DD8-AC61C4D0F5B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169996" y="640080"/>
            <a:ext cx="6402954" cy="5746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3248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88A84-78B6-4092-AA4E-354EEDACA298}"/>
              </a:ext>
            </a:extLst>
          </p:cNvPr>
          <p:cNvSpPr>
            <a:spLocks noGrp="1"/>
          </p:cNvSpPr>
          <p:nvPr>
            <p:ph type="title"/>
          </p:nvPr>
        </p:nvSpPr>
        <p:spPr>
          <a:xfrm>
            <a:off x="649224" y="645106"/>
            <a:ext cx="3650279" cy="1259894"/>
          </a:xfrm>
        </p:spPr>
        <p:txBody>
          <a:bodyPr>
            <a:normAutofit fontScale="90000"/>
          </a:bodyPr>
          <a:lstStyle/>
          <a:p>
            <a:r>
              <a:rPr lang="en-US" dirty="0"/>
              <a:t>Justification of Effort</a:t>
            </a:r>
          </a:p>
        </p:txBody>
      </p:sp>
      <p:sp>
        <p:nvSpPr>
          <p:cNvPr id="2054" name="Content Placeholder 2053">
            <a:extLst>
              <a:ext uri="{FF2B5EF4-FFF2-40B4-BE49-F238E27FC236}">
                <a16:creationId xmlns:a16="http://schemas.microsoft.com/office/drawing/2014/main" id="{B2009E40-EAA3-44A0-A9E3-8E9BEF8B09E7}"/>
              </a:ext>
            </a:extLst>
          </p:cNvPr>
          <p:cNvSpPr>
            <a:spLocks noGrp="1"/>
          </p:cNvSpPr>
          <p:nvPr>
            <p:ph idx="1"/>
          </p:nvPr>
        </p:nvSpPr>
        <p:spPr>
          <a:xfrm>
            <a:off x="649225" y="2133600"/>
            <a:ext cx="3650278" cy="3759253"/>
          </a:xfrm>
        </p:spPr>
        <p:txBody>
          <a:bodyPr>
            <a:normAutofit/>
          </a:bodyPr>
          <a:lstStyle/>
          <a:p>
            <a:r>
              <a:rPr lang="en-US" sz="2400" dirty="0"/>
              <a:t>What are some real-life examples of where being included in a difficult group could impact someone’s behavior?</a:t>
            </a:r>
          </a:p>
        </p:txBody>
      </p:sp>
      <p:pic>
        <p:nvPicPr>
          <p:cNvPr id="2050" name="Picture 2" descr="A bar graph has an x-axis labeled, “Difficulty of initiation” and a y-axis labeled, “Relative magnitude of liking a group.” The liking of the group is low to moderate for the groups whose difficulty of initiation was “none” or “easy,” but high for the group whose difficulty of initiation was “difficult.”">
            <a:extLst>
              <a:ext uri="{FF2B5EF4-FFF2-40B4-BE49-F238E27FC236}">
                <a16:creationId xmlns:a16="http://schemas.microsoft.com/office/drawing/2014/main" id="{F2A5845B-B1E0-4962-A323-84D169AFA49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619543" y="1797523"/>
            <a:ext cx="6953577" cy="2937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673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A7347-8DF5-42E5-A18B-23B61C520C0A}"/>
              </a:ext>
            </a:extLst>
          </p:cNvPr>
          <p:cNvSpPr>
            <a:spLocks noGrp="1"/>
          </p:cNvSpPr>
          <p:nvPr>
            <p:ph type="title"/>
          </p:nvPr>
        </p:nvSpPr>
        <p:spPr>
          <a:xfrm>
            <a:off x="768096" y="667512"/>
            <a:ext cx="6809654" cy="1466088"/>
          </a:xfrm>
        </p:spPr>
        <p:txBody>
          <a:bodyPr/>
          <a:lstStyle/>
          <a:p>
            <a:r>
              <a:rPr lang="en-US" dirty="0"/>
              <a:t>Persuasion</a:t>
            </a:r>
          </a:p>
        </p:txBody>
      </p:sp>
      <p:graphicFrame>
        <p:nvGraphicFramePr>
          <p:cNvPr id="7" name="Content Placeholder 2">
            <a:extLst>
              <a:ext uri="{FF2B5EF4-FFF2-40B4-BE49-F238E27FC236}">
                <a16:creationId xmlns:a16="http://schemas.microsoft.com/office/drawing/2014/main" id="{D74D869E-7EB9-4229-BF3F-B7DD4E62A07F}"/>
              </a:ext>
            </a:extLst>
          </p:cNvPr>
          <p:cNvGraphicFramePr>
            <a:graphicFrameLocks noGrp="1"/>
          </p:cNvGraphicFramePr>
          <p:nvPr>
            <p:ph idx="1"/>
            <p:extLst>
              <p:ext uri="{D42A27DB-BD31-4B8C-83A1-F6EECF244321}">
                <p14:modId xmlns:p14="http://schemas.microsoft.com/office/powerpoint/2010/main" val="3163343223"/>
              </p:ext>
            </p:extLst>
          </p:nvPr>
        </p:nvGraphicFramePr>
        <p:xfrm>
          <a:off x="1457529" y="1834836"/>
          <a:ext cx="8915400" cy="37776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21309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EEA9D-7254-414E-9013-18256A9AB25C}"/>
              </a:ext>
            </a:extLst>
          </p:cNvPr>
          <p:cNvSpPr>
            <a:spLocks noGrp="1"/>
          </p:cNvSpPr>
          <p:nvPr>
            <p:ph type="title"/>
          </p:nvPr>
        </p:nvSpPr>
        <p:spPr>
          <a:xfrm>
            <a:off x="2589213" y="4775200"/>
            <a:ext cx="8915399" cy="823448"/>
          </a:xfrm>
        </p:spPr>
        <p:txBody>
          <a:bodyPr vert="horz" lIns="91440" tIns="45720" rIns="91440" bIns="45720" rtlCol="0" anchor="b">
            <a:normAutofit/>
          </a:bodyPr>
          <a:lstStyle/>
          <a:p>
            <a:r>
              <a:rPr lang="en-US" sz="4400">
                <a:solidFill>
                  <a:srgbClr val="425B61"/>
                </a:solidFill>
              </a:rPr>
              <a:t>Elaboration Likelihood Model</a:t>
            </a:r>
          </a:p>
        </p:txBody>
      </p:sp>
      <p:pic>
        <p:nvPicPr>
          <p:cNvPr id="4" name="Content Placeholder 3" descr="Diagram&#10;&#10;Description automatically generated">
            <a:extLst>
              <a:ext uri="{FF2B5EF4-FFF2-40B4-BE49-F238E27FC236}">
                <a16:creationId xmlns:a16="http://schemas.microsoft.com/office/drawing/2014/main" id="{60B67709-F12B-42DB-98DC-E64BAB636791}"/>
              </a:ext>
            </a:extLst>
          </p:cNvPr>
          <p:cNvPicPr>
            <a:picLocks noChangeAspect="1"/>
          </p:cNvPicPr>
          <p:nvPr/>
        </p:nvPicPr>
        <p:blipFill>
          <a:blip r:embed="rId3"/>
          <a:stretch>
            <a:fillRect/>
          </a:stretch>
        </p:blipFill>
        <p:spPr>
          <a:xfrm>
            <a:off x="2589212" y="1369545"/>
            <a:ext cx="8915400" cy="3120389"/>
          </a:xfrm>
          <a:prstGeom prst="rect">
            <a:avLst/>
          </a:prstGeom>
        </p:spPr>
      </p:pic>
    </p:spTree>
    <p:extLst>
      <p:ext uri="{BB962C8B-B14F-4D97-AF65-F5344CB8AC3E}">
        <p14:creationId xmlns:p14="http://schemas.microsoft.com/office/powerpoint/2010/main" val="21168169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97E821-021F-4E24-950B-CCF5CCD73A69}"/>
              </a:ext>
            </a:extLst>
          </p:cNvPr>
          <p:cNvSpPr>
            <a:spLocks noGrp="1"/>
          </p:cNvSpPr>
          <p:nvPr>
            <p:ph idx="1"/>
          </p:nvPr>
        </p:nvSpPr>
        <p:spPr>
          <a:xfrm>
            <a:off x="637310" y="1286934"/>
            <a:ext cx="5292436" cy="4284134"/>
          </a:xfrm>
        </p:spPr>
        <p:txBody>
          <a:bodyPr anchor="ctr">
            <a:normAutofit fontScale="55000" lnSpcReduction="20000"/>
          </a:bodyPr>
          <a:lstStyle/>
          <a:p>
            <a:pPr marL="0" indent="0">
              <a:buNone/>
            </a:pPr>
            <a:r>
              <a:rPr lang="en-US" sz="6900" b="1" dirty="0">
                <a:solidFill>
                  <a:schemeClr val="tx1"/>
                </a:solidFill>
              </a:rPr>
              <a:t>Conformity, Compliance, and Obedience</a:t>
            </a:r>
          </a:p>
          <a:p>
            <a:pPr marL="0" indent="0">
              <a:buNone/>
            </a:pPr>
            <a:endParaRPr lang="en-US" sz="4000" dirty="0">
              <a:solidFill>
                <a:schemeClr val="tx1"/>
              </a:solidFill>
            </a:endParaRPr>
          </a:p>
          <a:p>
            <a:pPr marL="0" indent="0">
              <a:buNone/>
            </a:pPr>
            <a:r>
              <a:rPr lang="en-US" sz="4000" dirty="0">
                <a:solidFill>
                  <a:schemeClr val="tx1"/>
                </a:solidFill>
              </a:rPr>
              <a:t>How do you think the information gained from the Milgram Experiment could relate to Nazi concentration camps? </a:t>
            </a:r>
          </a:p>
        </p:txBody>
      </p:sp>
      <p:pic>
        <p:nvPicPr>
          <p:cNvPr id="4" name="Picture 3">
            <a:extLst>
              <a:ext uri="{FF2B5EF4-FFF2-40B4-BE49-F238E27FC236}">
                <a16:creationId xmlns:a16="http://schemas.microsoft.com/office/drawing/2014/main" id="{C03C3655-6DEB-E981-A78D-9512381FD297}"/>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481715" y="1391630"/>
            <a:ext cx="4191641" cy="3648499"/>
          </a:xfrm>
          <a:prstGeom prst="rect">
            <a:avLst/>
          </a:prstGeom>
        </p:spPr>
      </p:pic>
    </p:spTree>
    <p:extLst>
      <p:ext uri="{BB962C8B-B14F-4D97-AF65-F5344CB8AC3E}">
        <p14:creationId xmlns:p14="http://schemas.microsoft.com/office/powerpoint/2010/main" val="1600579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FEDA1CD9-8D0D-404C-B8C6-8FCE5C62E199}"/>
              </a:ext>
            </a:extLst>
          </p:cNvPr>
          <p:cNvGraphicFramePr>
            <a:graphicFrameLocks noGrp="1"/>
          </p:cNvGraphicFramePr>
          <p:nvPr>
            <p:ph idx="1"/>
            <p:extLst>
              <p:ext uri="{D42A27DB-BD31-4B8C-83A1-F6EECF244321}">
                <p14:modId xmlns:p14="http://schemas.microsoft.com/office/powerpoint/2010/main" val="2550658775"/>
              </p:ext>
            </p:extLst>
          </p:nvPr>
        </p:nvGraphicFramePr>
        <p:xfrm>
          <a:off x="298765" y="697117"/>
          <a:ext cx="10945640" cy="5551713"/>
        </p:xfrm>
        <a:graphic>
          <a:graphicData uri="http://schemas.openxmlformats.org/drawingml/2006/table">
            <a:tbl>
              <a:tblPr firstRow="1" bandRow="1">
                <a:solidFill>
                  <a:schemeClr val="bg1">
                    <a:lumMod val="95000"/>
                  </a:schemeClr>
                </a:solidFill>
                <a:tableStyleId>{8EC20E35-A176-4012-BC5E-935CFFF8708E}</a:tableStyleId>
              </a:tblPr>
              <a:tblGrid>
                <a:gridCol w="2411900">
                  <a:extLst>
                    <a:ext uri="{9D8B030D-6E8A-4147-A177-3AD203B41FA5}">
                      <a16:colId xmlns:a16="http://schemas.microsoft.com/office/drawing/2014/main" val="48793267"/>
                    </a:ext>
                  </a:extLst>
                </a:gridCol>
                <a:gridCol w="8533740">
                  <a:extLst>
                    <a:ext uri="{9D8B030D-6E8A-4147-A177-3AD203B41FA5}">
                      <a16:colId xmlns:a16="http://schemas.microsoft.com/office/drawing/2014/main" val="4209573224"/>
                    </a:ext>
                  </a:extLst>
                </a:gridCol>
              </a:tblGrid>
              <a:tr h="536113">
                <a:tc>
                  <a:txBody>
                    <a:bodyPr/>
                    <a:lstStyle/>
                    <a:p>
                      <a:pPr algn="ctr" fontAlgn="b"/>
                      <a:r>
                        <a:rPr lang="en-US" sz="2400" b="1" cap="none" spc="0" dirty="0">
                          <a:solidFill>
                            <a:schemeClr val="tx1"/>
                          </a:solidFill>
                          <a:effectLst/>
                        </a:rPr>
                        <a:t>Social Influence</a:t>
                      </a:r>
                    </a:p>
                  </a:txBody>
                  <a:tcPr marL="51426" marR="27411" marT="14693" marB="110198"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pPr algn="ctr" fontAlgn="b"/>
                      <a:r>
                        <a:rPr lang="en-US" sz="2400" b="1" cap="none" spc="0" dirty="0">
                          <a:solidFill>
                            <a:schemeClr val="tx1"/>
                          </a:solidFill>
                          <a:effectLst/>
                        </a:rPr>
                        <a:t>Description</a:t>
                      </a:r>
                    </a:p>
                  </a:txBody>
                  <a:tcPr marL="51426" marR="27411" marT="14693" marB="110198" anchor="b">
                    <a:lnL w="12700" cmpd="sng">
                      <a:noFill/>
                    </a:lnL>
                    <a:lnR w="12700" cmpd="sng">
                      <a:noFill/>
                    </a:lnR>
                    <a:lnT w="9525" cap="flat" cmpd="sng" algn="ctr">
                      <a:noFill/>
                      <a:prstDash val="solid"/>
                    </a:lnT>
                    <a:lnB w="38100" cmpd="sng">
                      <a:noFill/>
                    </a:lnB>
                    <a:solidFill>
                      <a:schemeClr val="bg1">
                        <a:lumMod val="95000"/>
                      </a:schemeClr>
                    </a:solidFill>
                  </a:tcPr>
                </a:tc>
                <a:extLst>
                  <a:ext uri="{0D108BD9-81ED-4DB2-BD59-A6C34878D82A}">
                    <a16:rowId xmlns:a16="http://schemas.microsoft.com/office/drawing/2014/main" val="2077218332"/>
                  </a:ext>
                </a:extLst>
              </a:tr>
              <a:tr h="459271">
                <a:tc>
                  <a:txBody>
                    <a:bodyPr/>
                    <a:lstStyle/>
                    <a:p>
                      <a:pPr fontAlgn="ctr"/>
                      <a:r>
                        <a:rPr lang="en-US" sz="1600" b="0" cap="none" spc="0" dirty="0">
                          <a:solidFill>
                            <a:schemeClr val="tx1"/>
                          </a:solidFill>
                          <a:effectLst/>
                        </a:rPr>
                        <a:t>Conformity</a:t>
                      </a:r>
                      <a:endParaRPr lang="en-US" sz="1600" cap="none" spc="0" dirty="0">
                        <a:solidFill>
                          <a:schemeClr val="tx1"/>
                        </a:solidFill>
                        <a:effectLst/>
                      </a:endParaRPr>
                    </a:p>
                  </a:txBody>
                  <a:tcPr marL="51426" marR="27411" marT="14693" marB="110198" anchor="ctr">
                    <a:lnL w="12700" cap="flat" cmpd="sng" algn="ctr">
                      <a:solidFill>
                        <a:schemeClr val="tx1"/>
                      </a:solid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fontAlgn="ctr"/>
                      <a:r>
                        <a:rPr lang="en-US" sz="1600" cap="none" spc="0">
                          <a:solidFill>
                            <a:schemeClr val="tx1"/>
                          </a:solidFill>
                          <a:effectLst/>
                        </a:rPr>
                        <a:t>Changing your behavior to go along with the group even if you do not agree with the group</a:t>
                      </a:r>
                    </a:p>
                  </a:txBody>
                  <a:tcPr marL="51426" marR="27411" marT="14693" marB="110198" anchor="ctr">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extLst>
                  <a:ext uri="{0D108BD9-81ED-4DB2-BD59-A6C34878D82A}">
                    <a16:rowId xmlns:a16="http://schemas.microsoft.com/office/drawing/2014/main" val="2658958013"/>
                  </a:ext>
                </a:extLst>
              </a:tr>
              <a:tr h="459271">
                <a:tc>
                  <a:txBody>
                    <a:bodyPr/>
                    <a:lstStyle/>
                    <a:p>
                      <a:pPr fontAlgn="ctr"/>
                      <a:r>
                        <a:rPr lang="en-US" sz="1600" b="0" cap="none" spc="0">
                          <a:solidFill>
                            <a:schemeClr val="tx1"/>
                          </a:solidFill>
                          <a:effectLst/>
                        </a:rPr>
                        <a:t>Compliance</a:t>
                      </a:r>
                      <a:endParaRPr lang="en-US" sz="1600" cap="none" spc="0">
                        <a:solidFill>
                          <a:schemeClr val="tx1"/>
                        </a:solidFill>
                        <a:effectLst/>
                      </a:endParaRPr>
                    </a:p>
                  </a:txBody>
                  <a:tcPr marL="51426" marR="27411" marT="14693" marB="110198"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fontAlgn="ctr"/>
                      <a:r>
                        <a:rPr lang="en-US" sz="1600" cap="none" spc="0" dirty="0">
                          <a:solidFill>
                            <a:schemeClr val="tx1"/>
                          </a:solidFill>
                          <a:effectLst/>
                        </a:rPr>
                        <a:t>Going along with a request or demand</a:t>
                      </a:r>
                    </a:p>
                  </a:txBody>
                  <a:tcPr marL="51426" marR="27411" marT="14693" marB="110198"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769162806"/>
                  </a:ext>
                </a:extLst>
              </a:tr>
              <a:tr h="459271">
                <a:tc>
                  <a:txBody>
                    <a:bodyPr/>
                    <a:lstStyle/>
                    <a:p>
                      <a:pPr fontAlgn="ctr"/>
                      <a:r>
                        <a:rPr lang="en-US" sz="1600" b="0" cap="none" spc="0">
                          <a:solidFill>
                            <a:schemeClr val="tx1"/>
                          </a:solidFill>
                          <a:effectLst/>
                        </a:rPr>
                        <a:t>Normative social influence</a:t>
                      </a:r>
                      <a:endParaRPr lang="en-US" sz="1600" cap="none" spc="0">
                        <a:solidFill>
                          <a:schemeClr val="tx1"/>
                        </a:solidFill>
                        <a:effectLst/>
                      </a:endParaRPr>
                    </a:p>
                  </a:txBody>
                  <a:tcPr marL="51426" marR="27411" marT="14693" marB="110198" anchor="ctr">
                    <a:lnL w="12700" cap="flat" cmpd="sng" algn="ctr">
                      <a:solidFill>
                        <a:schemeClr val="tx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fontAlgn="ctr"/>
                      <a:r>
                        <a:rPr lang="en-US" sz="1600" cap="none" spc="0">
                          <a:solidFill>
                            <a:schemeClr val="tx1"/>
                          </a:solidFill>
                          <a:effectLst/>
                        </a:rPr>
                        <a:t>Conformity to a group norm to fit in, feel good, and be accepted by the group</a:t>
                      </a:r>
                    </a:p>
                  </a:txBody>
                  <a:tcPr marL="51426" marR="27411" marT="14693" marB="110198"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1610161864"/>
                  </a:ext>
                </a:extLst>
              </a:tr>
              <a:tr h="669330">
                <a:tc>
                  <a:txBody>
                    <a:bodyPr/>
                    <a:lstStyle/>
                    <a:p>
                      <a:pPr fontAlgn="ctr"/>
                      <a:r>
                        <a:rPr lang="en-US" sz="1600" b="0" cap="none" spc="0">
                          <a:solidFill>
                            <a:schemeClr val="tx1"/>
                          </a:solidFill>
                          <a:effectLst/>
                        </a:rPr>
                        <a:t>Informational social influence</a:t>
                      </a:r>
                      <a:endParaRPr lang="en-US" sz="1600" cap="none" spc="0">
                        <a:solidFill>
                          <a:schemeClr val="tx1"/>
                        </a:solidFill>
                        <a:effectLst/>
                      </a:endParaRPr>
                    </a:p>
                  </a:txBody>
                  <a:tcPr marL="51426" marR="27411" marT="14693" marB="110198"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fontAlgn="ctr"/>
                      <a:r>
                        <a:rPr lang="en-US" sz="1600" cap="none" spc="0" dirty="0">
                          <a:solidFill>
                            <a:schemeClr val="tx1"/>
                          </a:solidFill>
                          <a:effectLst/>
                        </a:rPr>
                        <a:t>Conformity to a group norm prompted by the belief that the group is competent and has the correct information</a:t>
                      </a:r>
                    </a:p>
                  </a:txBody>
                  <a:tcPr marL="51426" marR="27411" marT="14693" marB="110198"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2153975056"/>
                  </a:ext>
                </a:extLst>
              </a:tr>
              <a:tr h="459271">
                <a:tc>
                  <a:txBody>
                    <a:bodyPr/>
                    <a:lstStyle/>
                    <a:p>
                      <a:pPr fontAlgn="ctr"/>
                      <a:r>
                        <a:rPr lang="en-US" sz="1600" b="0" cap="none" spc="0">
                          <a:solidFill>
                            <a:schemeClr val="tx1"/>
                          </a:solidFill>
                          <a:effectLst/>
                        </a:rPr>
                        <a:t>Obedience</a:t>
                      </a:r>
                      <a:endParaRPr lang="en-US" sz="1600" cap="none" spc="0">
                        <a:solidFill>
                          <a:schemeClr val="tx1"/>
                        </a:solidFill>
                        <a:effectLst/>
                      </a:endParaRPr>
                    </a:p>
                  </a:txBody>
                  <a:tcPr marL="51426" marR="27411" marT="14693" marB="110198" anchor="ctr">
                    <a:lnL w="12700" cap="flat" cmpd="sng" algn="ctr">
                      <a:solidFill>
                        <a:schemeClr val="tx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fontAlgn="ctr"/>
                      <a:r>
                        <a:rPr lang="en-US" sz="1600" cap="none" spc="0">
                          <a:solidFill>
                            <a:schemeClr val="tx1"/>
                          </a:solidFill>
                          <a:effectLst/>
                        </a:rPr>
                        <a:t>Changing your behavior to please an authority figure or to avoid aversive consequences</a:t>
                      </a:r>
                    </a:p>
                  </a:txBody>
                  <a:tcPr marL="51426" marR="27411" marT="14693" marB="110198"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4110983770"/>
                  </a:ext>
                </a:extLst>
              </a:tr>
              <a:tr h="683305">
                <a:tc>
                  <a:txBody>
                    <a:bodyPr/>
                    <a:lstStyle/>
                    <a:p>
                      <a:pPr fontAlgn="ctr"/>
                      <a:r>
                        <a:rPr lang="en-US" sz="1600" b="0" cap="none" spc="0">
                          <a:solidFill>
                            <a:schemeClr val="tx1"/>
                          </a:solidFill>
                          <a:effectLst/>
                        </a:rPr>
                        <a:t>Groupthink</a:t>
                      </a:r>
                      <a:endParaRPr lang="en-US" sz="1600" cap="none" spc="0">
                        <a:solidFill>
                          <a:schemeClr val="tx1"/>
                        </a:solidFill>
                        <a:effectLst/>
                      </a:endParaRPr>
                    </a:p>
                  </a:txBody>
                  <a:tcPr marL="51426" marR="27411" marT="14693" marB="110198"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fontAlgn="ctr"/>
                      <a:r>
                        <a:rPr lang="en-US" sz="1600" cap="none" spc="0">
                          <a:solidFill>
                            <a:schemeClr val="tx1"/>
                          </a:solidFill>
                          <a:effectLst/>
                        </a:rPr>
                        <a:t>Tendency to prioritize group cohesion over critical thinking that might lead to poor decision making; more likely to occur when there is perceived unanimity among the group</a:t>
                      </a:r>
                    </a:p>
                  </a:txBody>
                  <a:tcPr marL="51426" marR="27411" marT="14693" marB="110198"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2496841940"/>
                  </a:ext>
                </a:extLst>
              </a:tr>
              <a:tr h="459271">
                <a:tc>
                  <a:txBody>
                    <a:bodyPr/>
                    <a:lstStyle/>
                    <a:p>
                      <a:pPr fontAlgn="ctr"/>
                      <a:r>
                        <a:rPr lang="en-US" sz="1600" b="0" cap="none" spc="0">
                          <a:solidFill>
                            <a:schemeClr val="tx1"/>
                          </a:solidFill>
                          <a:effectLst/>
                        </a:rPr>
                        <a:t>Group polarization</a:t>
                      </a:r>
                      <a:endParaRPr lang="en-US" sz="1600" cap="none" spc="0">
                        <a:solidFill>
                          <a:schemeClr val="tx1"/>
                        </a:solidFill>
                        <a:effectLst/>
                      </a:endParaRPr>
                    </a:p>
                  </a:txBody>
                  <a:tcPr marL="51426" marR="27411" marT="14693" marB="110198" anchor="ctr">
                    <a:lnL w="12700" cap="flat" cmpd="sng" algn="ctr">
                      <a:solidFill>
                        <a:schemeClr val="tx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fontAlgn="ctr"/>
                      <a:r>
                        <a:rPr lang="en-US" sz="1600" cap="none" spc="0" dirty="0">
                          <a:solidFill>
                            <a:schemeClr val="tx1"/>
                          </a:solidFill>
                          <a:effectLst/>
                        </a:rPr>
                        <a:t>Strengthening of the original group attitude after discussing views within a group</a:t>
                      </a:r>
                    </a:p>
                  </a:txBody>
                  <a:tcPr marL="51426" marR="27411" marT="14693" marB="110198"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1326316973"/>
                  </a:ext>
                </a:extLst>
              </a:tr>
              <a:tr h="683305">
                <a:tc>
                  <a:txBody>
                    <a:bodyPr/>
                    <a:lstStyle/>
                    <a:p>
                      <a:pPr fontAlgn="ctr"/>
                      <a:r>
                        <a:rPr lang="en-US" sz="1600" b="0" cap="none" spc="0">
                          <a:solidFill>
                            <a:schemeClr val="tx1"/>
                          </a:solidFill>
                          <a:effectLst/>
                        </a:rPr>
                        <a:t>Social loafing</a:t>
                      </a:r>
                      <a:endParaRPr lang="en-US" sz="1600" cap="none" spc="0">
                        <a:solidFill>
                          <a:schemeClr val="tx1"/>
                        </a:solidFill>
                        <a:effectLst/>
                      </a:endParaRPr>
                    </a:p>
                  </a:txBody>
                  <a:tcPr marL="51426" marR="27411" marT="14693" marB="110198" anchor="ctr">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fontAlgn="ctr"/>
                      <a:r>
                        <a:rPr lang="en-US" sz="1600" cap="none" spc="0">
                          <a:solidFill>
                            <a:schemeClr val="tx1"/>
                          </a:solidFill>
                          <a:effectLst/>
                        </a:rPr>
                        <a:t>Exertion of less effort by a person working in a group because individual performance cannot be evaluated separately from the group, thus causing performance decline on easy tasks</a:t>
                      </a:r>
                    </a:p>
                  </a:txBody>
                  <a:tcPr marL="51426" marR="27411" marT="14693" marB="110198"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134374558"/>
                  </a:ext>
                </a:extLst>
              </a:tr>
              <a:tr h="683305">
                <a:tc>
                  <a:txBody>
                    <a:bodyPr/>
                    <a:lstStyle/>
                    <a:p>
                      <a:pPr fontAlgn="ctr"/>
                      <a:r>
                        <a:rPr lang="en-US" sz="1600" b="0" cap="none" spc="0">
                          <a:solidFill>
                            <a:schemeClr val="tx1"/>
                          </a:solidFill>
                          <a:effectLst/>
                        </a:rPr>
                        <a:t>Deindividuation</a:t>
                      </a:r>
                      <a:endParaRPr lang="en-US" sz="1600" cap="none" spc="0">
                        <a:solidFill>
                          <a:schemeClr val="tx1"/>
                        </a:solidFill>
                        <a:effectLst/>
                      </a:endParaRPr>
                    </a:p>
                  </a:txBody>
                  <a:tcPr marL="51426" marR="27411" marT="14693" marB="110198" anchor="ctr">
                    <a:lnL w="12700" cap="flat" cmpd="sng" algn="ctr">
                      <a:solidFill>
                        <a:schemeClr val="tx1"/>
                      </a:solid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fontAlgn="ctr"/>
                      <a:r>
                        <a:rPr lang="en-US" sz="1600" cap="none" spc="0" dirty="0">
                          <a:solidFill>
                            <a:schemeClr val="tx1"/>
                          </a:solidFill>
                          <a:effectLst/>
                        </a:rPr>
                        <a:t>Group situation in which a person may feel a sense of anonymity and a resulting reduction in accountability and sense of self</a:t>
                      </a:r>
                    </a:p>
                  </a:txBody>
                  <a:tcPr marL="51426" marR="27411" marT="14693" marB="11019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918869577"/>
                  </a:ext>
                </a:extLst>
              </a:tr>
            </a:tbl>
          </a:graphicData>
        </a:graphic>
      </p:graphicFrame>
    </p:spTree>
    <p:extLst>
      <p:ext uri="{BB962C8B-B14F-4D97-AF65-F5344CB8AC3E}">
        <p14:creationId xmlns:p14="http://schemas.microsoft.com/office/powerpoint/2010/main" val="2404472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9DAF6904-AC3B-4578-86AB-4AD2FEBE23DB}"/>
              </a:ext>
            </a:extLst>
          </p:cNvPr>
          <p:cNvGraphicFramePr>
            <a:graphicFrameLocks noGrp="1"/>
          </p:cNvGraphicFramePr>
          <p:nvPr>
            <p:ph idx="1"/>
            <p:extLst>
              <p:ext uri="{D42A27DB-BD31-4B8C-83A1-F6EECF244321}">
                <p14:modId xmlns:p14="http://schemas.microsoft.com/office/powerpoint/2010/main" val="2314174887"/>
              </p:ext>
            </p:extLst>
          </p:nvPr>
        </p:nvGraphicFramePr>
        <p:xfrm>
          <a:off x="528609" y="1046903"/>
          <a:ext cx="10293713" cy="5117671"/>
        </p:xfrm>
        <a:graphic>
          <a:graphicData uri="http://schemas.openxmlformats.org/drawingml/2006/table">
            <a:tbl>
              <a:tblPr firstRow="1" bandRow="1">
                <a:tableStyleId>{21E4AEA4-8DFA-4A89-87EB-49C32662AFE0}</a:tableStyleId>
              </a:tblPr>
              <a:tblGrid>
                <a:gridCol w="1761919">
                  <a:extLst>
                    <a:ext uri="{9D8B030D-6E8A-4147-A177-3AD203B41FA5}">
                      <a16:colId xmlns:a16="http://schemas.microsoft.com/office/drawing/2014/main" val="810410434"/>
                    </a:ext>
                  </a:extLst>
                </a:gridCol>
                <a:gridCol w="2971955">
                  <a:extLst>
                    <a:ext uri="{9D8B030D-6E8A-4147-A177-3AD203B41FA5}">
                      <a16:colId xmlns:a16="http://schemas.microsoft.com/office/drawing/2014/main" val="2294973792"/>
                    </a:ext>
                  </a:extLst>
                </a:gridCol>
                <a:gridCol w="3071849">
                  <a:extLst>
                    <a:ext uri="{9D8B030D-6E8A-4147-A177-3AD203B41FA5}">
                      <a16:colId xmlns:a16="http://schemas.microsoft.com/office/drawing/2014/main" val="437424510"/>
                    </a:ext>
                  </a:extLst>
                </a:gridCol>
                <a:gridCol w="2487990">
                  <a:extLst>
                    <a:ext uri="{9D8B030D-6E8A-4147-A177-3AD203B41FA5}">
                      <a16:colId xmlns:a16="http://schemas.microsoft.com/office/drawing/2014/main" val="3622811485"/>
                    </a:ext>
                  </a:extLst>
                </a:gridCol>
              </a:tblGrid>
              <a:tr h="656246">
                <a:tc>
                  <a:txBody>
                    <a:bodyPr/>
                    <a:lstStyle/>
                    <a:p>
                      <a:pPr algn="ctr" fontAlgn="b"/>
                      <a:r>
                        <a:rPr lang="en-US" sz="2000" b="1" dirty="0">
                          <a:effectLst/>
                        </a:rPr>
                        <a:t>Item</a:t>
                      </a:r>
                    </a:p>
                  </a:txBody>
                  <a:tcPr marL="74094" marR="74094" marT="37047" marB="37047" anchor="b"/>
                </a:tc>
                <a:tc>
                  <a:txBody>
                    <a:bodyPr/>
                    <a:lstStyle/>
                    <a:p>
                      <a:pPr algn="ctr" fontAlgn="b"/>
                      <a:r>
                        <a:rPr lang="en-US" sz="2000" b="1">
                          <a:effectLst/>
                        </a:rPr>
                        <a:t>Function</a:t>
                      </a:r>
                    </a:p>
                  </a:txBody>
                  <a:tcPr marL="74094" marR="74094" marT="37047" marB="37047" anchor="b"/>
                </a:tc>
                <a:tc>
                  <a:txBody>
                    <a:bodyPr/>
                    <a:lstStyle/>
                    <a:p>
                      <a:pPr algn="ctr" fontAlgn="b"/>
                      <a:r>
                        <a:rPr lang="en-US" sz="2000" b="1">
                          <a:effectLst/>
                        </a:rPr>
                        <a:t>Connection</a:t>
                      </a:r>
                    </a:p>
                  </a:txBody>
                  <a:tcPr marL="74094" marR="74094" marT="37047" marB="37047" anchor="b"/>
                </a:tc>
                <a:tc>
                  <a:txBody>
                    <a:bodyPr/>
                    <a:lstStyle/>
                    <a:p>
                      <a:pPr algn="ctr" fontAlgn="b"/>
                      <a:r>
                        <a:rPr lang="en-US" sz="2000" b="1">
                          <a:effectLst/>
                        </a:rPr>
                        <a:t>Example</a:t>
                      </a:r>
                    </a:p>
                  </a:txBody>
                  <a:tcPr marL="74094" marR="74094" marT="37047" marB="37047" anchor="b"/>
                </a:tc>
                <a:extLst>
                  <a:ext uri="{0D108BD9-81ED-4DB2-BD59-A6C34878D82A}">
                    <a16:rowId xmlns:a16="http://schemas.microsoft.com/office/drawing/2014/main" val="2438853260"/>
                  </a:ext>
                </a:extLst>
              </a:tr>
              <a:tr h="1071693">
                <a:tc>
                  <a:txBody>
                    <a:bodyPr/>
                    <a:lstStyle/>
                    <a:p>
                      <a:pPr fontAlgn="ctr"/>
                      <a:r>
                        <a:rPr lang="en-US" sz="2000" b="0">
                          <a:effectLst/>
                        </a:rPr>
                        <a:t>Stereotype</a:t>
                      </a:r>
                      <a:endParaRPr lang="en-US" sz="2000">
                        <a:effectLst/>
                      </a:endParaRPr>
                    </a:p>
                  </a:txBody>
                  <a:tcPr marL="74094" marR="74094" marT="37047" marB="37047" anchor="ctr"/>
                </a:tc>
                <a:tc>
                  <a:txBody>
                    <a:bodyPr/>
                    <a:lstStyle/>
                    <a:p>
                      <a:pPr fontAlgn="ctr"/>
                      <a:r>
                        <a:rPr lang="en-US" sz="2000">
                          <a:effectLst/>
                        </a:rPr>
                        <a:t>Cognitive; thoughts about people</a:t>
                      </a:r>
                    </a:p>
                  </a:txBody>
                  <a:tcPr marL="74094" marR="74094" marT="37047" marB="37047" anchor="ctr"/>
                </a:tc>
                <a:tc>
                  <a:txBody>
                    <a:bodyPr/>
                    <a:lstStyle/>
                    <a:p>
                      <a:pPr fontAlgn="ctr"/>
                      <a:r>
                        <a:rPr lang="en-US" sz="2000">
                          <a:effectLst/>
                        </a:rPr>
                        <a:t>Overgeneralized beliefs about people may lead to prejudice.</a:t>
                      </a:r>
                    </a:p>
                  </a:txBody>
                  <a:tcPr marL="74094" marR="74094" marT="37047" marB="37047" anchor="ctr"/>
                </a:tc>
                <a:tc>
                  <a:txBody>
                    <a:bodyPr/>
                    <a:lstStyle/>
                    <a:p>
                      <a:pPr fontAlgn="ctr"/>
                      <a:r>
                        <a:rPr lang="en-US" sz="2000">
                          <a:effectLst/>
                        </a:rPr>
                        <a:t>“Yankees fans are arrogant and obnoxious.”</a:t>
                      </a:r>
                    </a:p>
                  </a:txBody>
                  <a:tcPr marL="74094" marR="74094" marT="37047" marB="37047" anchor="ctr"/>
                </a:tc>
                <a:extLst>
                  <a:ext uri="{0D108BD9-81ED-4DB2-BD59-A6C34878D82A}">
                    <a16:rowId xmlns:a16="http://schemas.microsoft.com/office/drawing/2014/main" val="2885157160"/>
                  </a:ext>
                </a:extLst>
              </a:tr>
              <a:tr h="1487142">
                <a:tc>
                  <a:txBody>
                    <a:bodyPr/>
                    <a:lstStyle/>
                    <a:p>
                      <a:pPr fontAlgn="ctr"/>
                      <a:r>
                        <a:rPr lang="en-US" sz="2000" b="0" dirty="0">
                          <a:effectLst/>
                        </a:rPr>
                        <a:t>Prejudice</a:t>
                      </a:r>
                      <a:endParaRPr lang="en-US" sz="2000" dirty="0">
                        <a:effectLst/>
                      </a:endParaRPr>
                    </a:p>
                  </a:txBody>
                  <a:tcPr marL="74094" marR="74094" marT="37047" marB="37047" anchor="ctr"/>
                </a:tc>
                <a:tc>
                  <a:txBody>
                    <a:bodyPr/>
                    <a:lstStyle/>
                    <a:p>
                      <a:pPr fontAlgn="ctr"/>
                      <a:r>
                        <a:rPr lang="en-US" sz="2000" dirty="0">
                          <a:effectLst/>
                        </a:rPr>
                        <a:t>Affective; feelings about people, both positive and negative</a:t>
                      </a:r>
                    </a:p>
                  </a:txBody>
                  <a:tcPr marL="74094" marR="74094" marT="37047" marB="37047" anchor="ctr"/>
                </a:tc>
                <a:tc>
                  <a:txBody>
                    <a:bodyPr/>
                    <a:lstStyle/>
                    <a:p>
                      <a:pPr fontAlgn="ctr"/>
                      <a:r>
                        <a:rPr lang="en-US" sz="2000">
                          <a:effectLst/>
                        </a:rPr>
                        <a:t>Feelings may influence treatment of others, leading to discrimination.</a:t>
                      </a:r>
                    </a:p>
                  </a:txBody>
                  <a:tcPr marL="74094" marR="74094" marT="37047" marB="37047" anchor="ctr"/>
                </a:tc>
                <a:tc>
                  <a:txBody>
                    <a:bodyPr/>
                    <a:lstStyle/>
                    <a:p>
                      <a:pPr fontAlgn="ctr"/>
                      <a:r>
                        <a:rPr lang="en-US" sz="2000">
                          <a:effectLst/>
                        </a:rPr>
                        <a:t>“I hate Yankees fans; they make me angry.”</a:t>
                      </a:r>
                    </a:p>
                  </a:txBody>
                  <a:tcPr marL="74094" marR="74094" marT="37047" marB="37047" anchor="ctr"/>
                </a:tc>
                <a:extLst>
                  <a:ext uri="{0D108BD9-81ED-4DB2-BD59-A6C34878D82A}">
                    <a16:rowId xmlns:a16="http://schemas.microsoft.com/office/drawing/2014/main" val="2519375802"/>
                  </a:ext>
                </a:extLst>
              </a:tr>
              <a:tr h="1902590">
                <a:tc>
                  <a:txBody>
                    <a:bodyPr/>
                    <a:lstStyle/>
                    <a:p>
                      <a:pPr fontAlgn="ctr"/>
                      <a:r>
                        <a:rPr lang="en-US" sz="2000" b="0">
                          <a:effectLst/>
                        </a:rPr>
                        <a:t>Discrimination</a:t>
                      </a:r>
                      <a:endParaRPr lang="en-US" sz="2000">
                        <a:effectLst/>
                      </a:endParaRPr>
                    </a:p>
                  </a:txBody>
                  <a:tcPr marL="74094" marR="74094" marT="37047" marB="37047" anchor="ctr"/>
                </a:tc>
                <a:tc>
                  <a:txBody>
                    <a:bodyPr/>
                    <a:lstStyle/>
                    <a:p>
                      <a:pPr fontAlgn="ctr"/>
                      <a:r>
                        <a:rPr lang="en-US" sz="2000">
                          <a:effectLst/>
                        </a:rPr>
                        <a:t>Behavior; positive or negative treatment of others</a:t>
                      </a:r>
                    </a:p>
                  </a:txBody>
                  <a:tcPr marL="74094" marR="74094" marT="37047" marB="37047" anchor="ctr"/>
                </a:tc>
                <a:tc>
                  <a:txBody>
                    <a:bodyPr/>
                    <a:lstStyle/>
                    <a:p>
                      <a:pPr fontAlgn="ctr"/>
                      <a:r>
                        <a:rPr lang="en-US" sz="2000">
                          <a:effectLst/>
                        </a:rPr>
                        <a:t>Holding stereotypes and harboring prejudice may lead to excluding, avoiding, and biased treatment of group members.</a:t>
                      </a:r>
                    </a:p>
                  </a:txBody>
                  <a:tcPr marL="74094" marR="74094" marT="37047" marB="37047" anchor="ctr"/>
                </a:tc>
                <a:tc>
                  <a:txBody>
                    <a:bodyPr/>
                    <a:lstStyle/>
                    <a:p>
                      <a:pPr fontAlgn="ctr"/>
                      <a:r>
                        <a:rPr lang="en-US" sz="2000" dirty="0">
                          <a:effectLst/>
                        </a:rPr>
                        <a:t>“I would never hire nor become friends with a person if I knew he or she were a Yankees fan.”</a:t>
                      </a:r>
                    </a:p>
                  </a:txBody>
                  <a:tcPr marL="74094" marR="74094" marT="37047" marB="37047" anchor="ctr"/>
                </a:tc>
                <a:extLst>
                  <a:ext uri="{0D108BD9-81ED-4DB2-BD59-A6C34878D82A}">
                    <a16:rowId xmlns:a16="http://schemas.microsoft.com/office/drawing/2014/main" val="217511454"/>
                  </a:ext>
                </a:extLst>
              </a:tr>
            </a:tbl>
          </a:graphicData>
        </a:graphic>
      </p:graphicFrame>
    </p:spTree>
    <p:extLst>
      <p:ext uri="{BB962C8B-B14F-4D97-AF65-F5344CB8AC3E}">
        <p14:creationId xmlns:p14="http://schemas.microsoft.com/office/powerpoint/2010/main" val="13288710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3EF5F-F394-44C1-A1FB-313B0782BF0E}"/>
              </a:ext>
            </a:extLst>
          </p:cNvPr>
          <p:cNvSpPr>
            <a:spLocks noGrp="1"/>
          </p:cNvSpPr>
          <p:nvPr>
            <p:ph type="title"/>
          </p:nvPr>
        </p:nvSpPr>
        <p:spPr>
          <a:xfrm>
            <a:off x="742384" y="1688753"/>
            <a:ext cx="3034935" cy="3029344"/>
          </a:xfrm>
        </p:spPr>
        <p:txBody>
          <a:bodyPr>
            <a:normAutofit/>
          </a:bodyPr>
          <a:lstStyle/>
          <a:p>
            <a:r>
              <a:rPr lang="en-US" sz="3600" dirty="0">
                <a:solidFill>
                  <a:schemeClr val="tx1"/>
                </a:solidFill>
              </a:rPr>
              <a:t>Types of Prejudice and Discrimination</a:t>
            </a:r>
          </a:p>
        </p:txBody>
      </p:sp>
      <p:graphicFrame>
        <p:nvGraphicFramePr>
          <p:cNvPr id="5" name="Content Placeholder 2">
            <a:extLst>
              <a:ext uri="{FF2B5EF4-FFF2-40B4-BE49-F238E27FC236}">
                <a16:creationId xmlns:a16="http://schemas.microsoft.com/office/drawing/2014/main" id="{6C70B644-5365-464E-B3C3-60860EC35450}"/>
              </a:ext>
            </a:extLst>
          </p:cNvPr>
          <p:cNvGraphicFramePr>
            <a:graphicFrameLocks noGrp="1"/>
          </p:cNvGraphicFramePr>
          <p:nvPr>
            <p:ph idx="1"/>
            <p:extLst>
              <p:ext uri="{D42A27DB-BD31-4B8C-83A1-F6EECF244321}">
                <p14:modId xmlns:p14="http://schemas.microsoft.com/office/powerpoint/2010/main" val="3114953392"/>
              </p:ext>
            </p:extLst>
          </p:nvPr>
        </p:nvGraphicFramePr>
        <p:xfrm>
          <a:off x="4713144" y="641551"/>
          <a:ext cx="6832212" cy="52647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68798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613A6-18DC-4D56-84F5-F40AC78E90EF}"/>
              </a:ext>
            </a:extLst>
          </p:cNvPr>
          <p:cNvSpPr>
            <a:spLocks noGrp="1"/>
          </p:cNvSpPr>
          <p:nvPr>
            <p:ph type="title"/>
          </p:nvPr>
        </p:nvSpPr>
        <p:spPr>
          <a:xfrm>
            <a:off x="251840" y="221567"/>
            <a:ext cx="3658978" cy="3590778"/>
          </a:xfrm>
        </p:spPr>
        <p:txBody>
          <a:bodyPr>
            <a:normAutofit/>
          </a:bodyPr>
          <a:lstStyle/>
          <a:p>
            <a:r>
              <a:rPr lang="en-US" sz="4000" dirty="0">
                <a:solidFill>
                  <a:schemeClr val="tx1"/>
                </a:solidFill>
              </a:rPr>
              <a:t>How can discrimination exist?</a:t>
            </a:r>
          </a:p>
        </p:txBody>
      </p:sp>
      <p:graphicFrame>
        <p:nvGraphicFramePr>
          <p:cNvPr id="5" name="Content Placeholder 2">
            <a:extLst>
              <a:ext uri="{FF2B5EF4-FFF2-40B4-BE49-F238E27FC236}">
                <a16:creationId xmlns:a16="http://schemas.microsoft.com/office/drawing/2014/main" id="{40578D60-7C2A-4295-8EC0-D13CA145A1A4}"/>
              </a:ext>
            </a:extLst>
          </p:cNvPr>
          <p:cNvGraphicFramePr>
            <a:graphicFrameLocks noGrp="1"/>
          </p:cNvGraphicFramePr>
          <p:nvPr>
            <p:ph idx="1"/>
            <p:extLst>
              <p:ext uri="{D42A27DB-BD31-4B8C-83A1-F6EECF244321}">
                <p14:modId xmlns:p14="http://schemas.microsoft.com/office/powerpoint/2010/main" val="3575174673"/>
              </p:ext>
            </p:extLst>
          </p:nvPr>
        </p:nvGraphicFramePr>
        <p:xfrm>
          <a:off x="4713144" y="641551"/>
          <a:ext cx="6832212" cy="52647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72364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74580-09AF-48FC-B553-BB2554C4EF1F}"/>
              </a:ext>
            </a:extLst>
          </p:cNvPr>
          <p:cNvSpPr>
            <a:spLocks noGrp="1"/>
          </p:cNvSpPr>
          <p:nvPr>
            <p:ph type="title"/>
          </p:nvPr>
        </p:nvSpPr>
        <p:spPr>
          <a:xfrm>
            <a:off x="649224" y="645106"/>
            <a:ext cx="3650279" cy="1259894"/>
          </a:xfrm>
        </p:spPr>
        <p:txBody>
          <a:bodyPr>
            <a:normAutofit/>
          </a:bodyPr>
          <a:lstStyle/>
          <a:p>
            <a:r>
              <a:rPr lang="en-US" dirty="0">
                <a:solidFill>
                  <a:srgbClr val="624841"/>
                </a:solidFill>
              </a:rPr>
              <a:t>Aggression</a:t>
            </a:r>
          </a:p>
        </p:txBody>
      </p:sp>
      <p:sp>
        <p:nvSpPr>
          <p:cNvPr id="3" name="Content Placeholder 2">
            <a:extLst>
              <a:ext uri="{FF2B5EF4-FFF2-40B4-BE49-F238E27FC236}">
                <a16:creationId xmlns:a16="http://schemas.microsoft.com/office/drawing/2014/main" id="{8CAF3FC4-0213-4177-B1F0-16F9380F5777}"/>
              </a:ext>
            </a:extLst>
          </p:cNvPr>
          <p:cNvSpPr>
            <a:spLocks noGrp="1"/>
          </p:cNvSpPr>
          <p:nvPr>
            <p:ph idx="1"/>
          </p:nvPr>
        </p:nvSpPr>
        <p:spPr>
          <a:xfrm>
            <a:off x="649225" y="2133600"/>
            <a:ext cx="3650278" cy="3759253"/>
          </a:xfrm>
        </p:spPr>
        <p:txBody>
          <a:bodyPr>
            <a:normAutofit fontScale="85000" lnSpcReduction="10000"/>
          </a:bodyPr>
          <a:lstStyle/>
          <a:p>
            <a:pPr>
              <a:buClr>
                <a:srgbClr val="B49373"/>
              </a:buClr>
            </a:pPr>
            <a:r>
              <a:rPr lang="en-US" dirty="0"/>
              <a:t>Hostile aggression vs instrumental aggression</a:t>
            </a:r>
            <a:endParaRPr lang="en-US"/>
          </a:p>
          <a:p>
            <a:pPr>
              <a:buClr>
                <a:srgbClr val="B49373"/>
              </a:buClr>
            </a:pPr>
            <a:r>
              <a:rPr lang="en-US" dirty="0"/>
              <a:t>Bullying and cyberbullying</a:t>
            </a:r>
            <a:endParaRPr lang="en-US"/>
          </a:p>
          <a:p>
            <a:pPr>
              <a:buClr>
                <a:srgbClr val="B49373"/>
              </a:buClr>
            </a:pPr>
            <a:r>
              <a:rPr lang="en-US" dirty="0"/>
              <a:t>Bystander effect</a:t>
            </a:r>
            <a:endParaRPr lang="en-US"/>
          </a:p>
          <a:p>
            <a:pPr>
              <a:buClr>
                <a:srgbClr val="B49373"/>
              </a:buClr>
            </a:pPr>
            <a:r>
              <a:rPr lang="en-US" dirty="0"/>
              <a:t>Diffusion of responsibility</a:t>
            </a:r>
            <a:endParaRPr lang="en-US"/>
          </a:p>
        </p:txBody>
      </p:sp>
      <p:pic>
        <p:nvPicPr>
          <p:cNvPr id="5" name="Picture 4">
            <a:extLst>
              <a:ext uri="{FF2B5EF4-FFF2-40B4-BE49-F238E27FC236}">
                <a16:creationId xmlns:a16="http://schemas.microsoft.com/office/drawing/2014/main" id="{B32DA3DE-25F6-4121-8307-B7108FEFF1C0}"/>
              </a:ext>
              <a:ext uri="{C183D7F6-B498-43B3-948B-1728B52AA6E4}">
                <adec:decorative xmlns:adec="http://schemas.microsoft.com/office/drawing/2017/decorative" val="1"/>
              </a:ext>
            </a:extLst>
          </p:cNvPr>
          <p:cNvPicPr>
            <a:picLocks noChangeAspect="1"/>
          </p:cNvPicPr>
          <p:nvPr/>
        </p:nvPicPr>
        <p:blipFill rotWithShape="1">
          <a:blip r:embed="rId3"/>
          <a:srcRect r="6082" b="2"/>
          <a:stretch/>
        </p:blipFill>
        <p:spPr>
          <a:xfrm>
            <a:off x="4619543" y="10"/>
            <a:ext cx="7572457" cy="6853242"/>
          </a:xfrm>
          <a:prstGeom prst="rect">
            <a:avLst/>
          </a:prstGeom>
        </p:spPr>
      </p:pic>
    </p:spTree>
    <p:extLst>
      <p:ext uri="{BB962C8B-B14F-4D97-AF65-F5344CB8AC3E}">
        <p14:creationId xmlns:p14="http://schemas.microsoft.com/office/powerpoint/2010/main" val="31063428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E9320-98D1-42BE-AB18-68BC737B048E}"/>
              </a:ext>
            </a:extLst>
          </p:cNvPr>
          <p:cNvSpPr>
            <a:spLocks noGrp="1"/>
          </p:cNvSpPr>
          <p:nvPr>
            <p:ph type="title"/>
          </p:nvPr>
        </p:nvSpPr>
        <p:spPr>
          <a:xfrm>
            <a:off x="768096" y="667512"/>
            <a:ext cx="5795666" cy="1306143"/>
          </a:xfrm>
        </p:spPr>
        <p:txBody>
          <a:bodyPr/>
          <a:lstStyle/>
          <a:p>
            <a:r>
              <a:rPr lang="en-US" dirty="0"/>
              <a:t>Prosocial Behavior</a:t>
            </a:r>
          </a:p>
        </p:txBody>
      </p:sp>
      <p:graphicFrame>
        <p:nvGraphicFramePr>
          <p:cNvPr id="7" name="Content Placeholder 2">
            <a:extLst>
              <a:ext uri="{FF2B5EF4-FFF2-40B4-BE49-F238E27FC236}">
                <a16:creationId xmlns:a16="http://schemas.microsoft.com/office/drawing/2014/main" id="{13007589-21C9-423E-AC5A-EF958D26218A}"/>
              </a:ext>
            </a:extLst>
          </p:cNvPr>
          <p:cNvGraphicFramePr>
            <a:graphicFrameLocks noGrp="1"/>
          </p:cNvGraphicFramePr>
          <p:nvPr>
            <p:ph idx="1"/>
          </p:nvPr>
        </p:nvGraphicFramePr>
        <p:xfrm>
          <a:off x="2589212" y="2133600"/>
          <a:ext cx="8915400" cy="37776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385600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6FED0-2319-456F-A7A3-CB0007DFB7D5}"/>
              </a:ext>
            </a:extLst>
          </p:cNvPr>
          <p:cNvSpPr>
            <a:spLocks noGrp="1"/>
          </p:cNvSpPr>
          <p:nvPr>
            <p:ph type="title"/>
          </p:nvPr>
        </p:nvSpPr>
        <p:spPr>
          <a:xfrm>
            <a:off x="649224" y="645106"/>
            <a:ext cx="3650279" cy="1259894"/>
          </a:xfrm>
        </p:spPr>
        <p:txBody>
          <a:bodyPr>
            <a:normAutofit/>
          </a:bodyPr>
          <a:lstStyle/>
          <a:p>
            <a:pPr>
              <a:lnSpc>
                <a:spcPct val="90000"/>
              </a:lnSpc>
            </a:pPr>
            <a:r>
              <a:rPr lang="en-US" sz="2800"/>
              <a:t>Sternberg’s Triangular Theory of Love</a:t>
            </a:r>
          </a:p>
        </p:txBody>
      </p:sp>
      <p:sp>
        <p:nvSpPr>
          <p:cNvPr id="5126" name="Content Placeholder 5125">
            <a:extLst>
              <a:ext uri="{FF2B5EF4-FFF2-40B4-BE49-F238E27FC236}">
                <a16:creationId xmlns:a16="http://schemas.microsoft.com/office/drawing/2014/main" id="{76951017-980F-4531-8900-68E2EFE835E9}"/>
              </a:ext>
            </a:extLst>
          </p:cNvPr>
          <p:cNvSpPr>
            <a:spLocks noGrp="1"/>
          </p:cNvSpPr>
          <p:nvPr>
            <p:ph idx="1"/>
          </p:nvPr>
        </p:nvSpPr>
        <p:spPr>
          <a:xfrm>
            <a:off x="649225" y="2133600"/>
            <a:ext cx="3650278" cy="3759253"/>
          </a:xfrm>
        </p:spPr>
        <p:txBody>
          <a:bodyPr>
            <a:normAutofit/>
          </a:bodyPr>
          <a:lstStyle/>
          <a:p>
            <a:pPr marL="0" indent="0">
              <a:buNone/>
            </a:pPr>
            <a:r>
              <a:rPr lang="en-US" sz="2000"/>
              <a:t>Provide an example for:</a:t>
            </a:r>
          </a:p>
          <a:p>
            <a:pPr marL="0" indent="0">
              <a:buNone/>
            </a:pPr>
            <a:r>
              <a:rPr lang="en-US" sz="2000"/>
              <a:t>	1. Romantic love</a:t>
            </a:r>
          </a:p>
          <a:p>
            <a:pPr marL="0" indent="0">
              <a:buNone/>
            </a:pPr>
            <a:r>
              <a:rPr lang="en-US" sz="2000"/>
              <a:t>	2. Companionate love</a:t>
            </a:r>
          </a:p>
          <a:p>
            <a:pPr marL="0" indent="0">
              <a:buNone/>
            </a:pPr>
            <a:r>
              <a:rPr lang="en-US" sz="2000"/>
              <a:t>	3. Fatuous love</a:t>
            </a:r>
          </a:p>
          <a:p>
            <a:pPr marL="0" indent="0">
              <a:buNone/>
            </a:pPr>
            <a:r>
              <a:rPr lang="en-US" sz="2000"/>
              <a:t>	4. Consummate love</a:t>
            </a:r>
            <a:endParaRPr lang="en-US" sz="2000" dirty="0"/>
          </a:p>
        </p:txBody>
      </p:sp>
      <p:pic>
        <p:nvPicPr>
          <p:cNvPr id="5122" name="Picture 2" descr="Diagram shows a triangle. The interior of the triangle is labeled, “Consummate love; intimacy + passion + commitment.” The peak of the triangle is labeled, “Liking; intimacy.” The left side of the triangle is labeled, “Romantic love; passion + intimacy.” The right side of the triangle is labeled, “Companionate love; intimacy + commitment.” The bottom left corner of the triangle is labeled, “Infatuation; passion.” The bottom side of the triangle is labeled, “Fatuous love; passion + commitment.” The bottom right corner of the triangle is labeled, “Empty love; commitment.”">
            <a:extLst>
              <a:ext uri="{FF2B5EF4-FFF2-40B4-BE49-F238E27FC236}">
                <a16:creationId xmlns:a16="http://schemas.microsoft.com/office/drawing/2014/main" id="{3C1943D2-D563-4E35-8047-487F8C09C49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765847" y="640080"/>
            <a:ext cx="6565966" cy="52527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54964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9E584-354A-4B7C-98A9-F5CE9E3072C1}"/>
              </a:ext>
            </a:extLst>
          </p:cNvPr>
          <p:cNvSpPr>
            <a:spLocks noGrp="1"/>
          </p:cNvSpPr>
          <p:nvPr>
            <p:ph type="title"/>
          </p:nvPr>
        </p:nvSpPr>
        <p:spPr>
          <a:xfrm>
            <a:off x="2589213" y="4529540"/>
            <a:ext cx="8915399" cy="1162423"/>
          </a:xfrm>
        </p:spPr>
        <p:txBody>
          <a:bodyPr vert="horz" lIns="91440" tIns="45720" rIns="91440" bIns="45720" rtlCol="0" anchor="b">
            <a:normAutofit/>
          </a:bodyPr>
          <a:lstStyle/>
          <a:p>
            <a:r>
              <a:rPr lang="en-US" sz="5400"/>
              <a:t>Social Exchange Theory</a:t>
            </a:r>
          </a:p>
        </p:txBody>
      </p:sp>
      <p:pic>
        <p:nvPicPr>
          <p:cNvPr id="6146" name="Picture 2" descr="An illustration shows a balance scale, with one side labeled “positives or benefits” appearing heavier than the other side, which is labeled “negatives or costs.”">
            <a:extLst>
              <a:ext uri="{FF2B5EF4-FFF2-40B4-BE49-F238E27FC236}">
                <a16:creationId xmlns:a16="http://schemas.microsoft.com/office/drawing/2014/main" id="{5232376C-8DEC-421D-9127-A4BE34B7B44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366655" y="713737"/>
            <a:ext cx="5458690" cy="36027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4985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2E090BA-E351-E4F3-A685-7CAE91ED18BA}"/>
              </a:ext>
            </a:extLst>
          </p:cNvPr>
          <p:cNvSpPr>
            <a:spLocks noGrp="1"/>
          </p:cNvSpPr>
          <p:nvPr>
            <p:ph type="title"/>
          </p:nvPr>
        </p:nvSpPr>
        <p:spPr/>
        <p:txBody>
          <a:bodyPr/>
          <a:lstStyle/>
          <a:p>
            <a:r>
              <a:rPr lang="en-US" dirty="0"/>
              <a:t>Next time on PSY 203…</a:t>
            </a:r>
          </a:p>
        </p:txBody>
      </p:sp>
      <p:sp>
        <p:nvSpPr>
          <p:cNvPr id="6" name="Content Placeholder 5">
            <a:extLst>
              <a:ext uri="{FF2B5EF4-FFF2-40B4-BE49-F238E27FC236}">
                <a16:creationId xmlns:a16="http://schemas.microsoft.com/office/drawing/2014/main" id="{694F2E81-9C7C-B5C9-1DD9-4F07341C51FB}"/>
              </a:ext>
            </a:extLst>
          </p:cNvPr>
          <p:cNvSpPr>
            <a:spLocks noGrp="1"/>
          </p:cNvSpPr>
          <p:nvPr>
            <p:ph idx="1"/>
          </p:nvPr>
        </p:nvSpPr>
        <p:spPr/>
        <p:txBody>
          <a:bodyPr/>
          <a:lstStyle/>
          <a:p>
            <a:pPr marL="0" indent="0">
              <a:buNone/>
            </a:pPr>
            <a:r>
              <a:rPr lang="en-US" dirty="0"/>
              <a:t>BEFORE NEXT CLASS:</a:t>
            </a:r>
          </a:p>
          <a:p>
            <a:r>
              <a:rPr lang="en-US" dirty="0"/>
              <a:t>Read Chapter 13 &amp; take quiz</a:t>
            </a:r>
          </a:p>
          <a:p>
            <a:r>
              <a:rPr lang="en-US" dirty="0"/>
              <a:t>Sign up for SONA studies</a:t>
            </a:r>
          </a:p>
          <a:p>
            <a:r>
              <a:rPr lang="en-US" dirty="0"/>
              <a:t>Study for Exam 3</a:t>
            </a:r>
          </a:p>
          <a:p>
            <a:pPr lvl="1"/>
            <a:endParaRPr lang="en-US" dirty="0"/>
          </a:p>
        </p:txBody>
      </p:sp>
      <p:sp>
        <p:nvSpPr>
          <p:cNvPr id="7" name="Content Placeholder 6">
            <a:extLst>
              <a:ext uri="{FF2B5EF4-FFF2-40B4-BE49-F238E27FC236}">
                <a16:creationId xmlns:a16="http://schemas.microsoft.com/office/drawing/2014/main" id="{D5A1EB2A-BB63-6729-EE0B-292C510190F7}"/>
              </a:ext>
            </a:extLst>
          </p:cNvPr>
          <p:cNvSpPr>
            <a:spLocks noGrp="1"/>
          </p:cNvSpPr>
          <p:nvPr>
            <p:ph idx="13"/>
          </p:nvPr>
        </p:nvSpPr>
        <p:spPr/>
        <p:txBody>
          <a:bodyPr/>
          <a:lstStyle/>
          <a:p>
            <a:pPr marL="0" indent="0">
              <a:buNone/>
            </a:pPr>
            <a:r>
              <a:rPr lang="en-US" dirty="0"/>
              <a:t>NEXT CLASS:</a:t>
            </a:r>
          </a:p>
          <a:p>
            <a:r>
              <a:rPr lang="en-US" dirty="0"/>
              <a:t>Chapter 13- Industrial-Organizational Psychology</a:t>
            </a:r>
          </a:p>
        </p:txBody>
      </p:sp>
      <p:sp>
        <p:nvSpPr>
          <p:cNvPr id="4" name="Slide Number Placeholder 3">
            <a:extLst>
              <a:ext uri="{FF2B5EF4-FFF2-40B4-BE49-F238E27FC236}">
                <a16:creationId xmlns:a16="http://schemas.microsoft.com/office/drawing/2014/main" id="{35828B26-5C4D-2E5A-3769-813B239AAC6F}"/>
              </a:ext>
            </a:extLst>
          </p:cNvPr>
          <p:cNvSpPr>
            <a:spLocks noGrp="1"/>
          </p:cNvSpPr>
          <p:nvPr>
            <p:ph type="sldNum" sz="quarter" idx="12"/>
          </p:nvPr>
        </p:nvSpPr>
        <p:spPr/>
        <p:txBody>
          <a:bodyPr/>
          <a:lstStyle/>
          <a:p>
            <a:fld id="{CBD12358-51D2-46B3-9BDE-DF29528B9454}" type="slidenum">
              <a:rPr lang="en-US" smtClean="0"/>
              <a:t>20</a:t>
            </a:fld>
            <a:endParaRPr lang="en-US" dirty="0"/>
          </a:p>
        </p:txBody>
      </p:sp>
    </p:spTree>
    <p:extLst>
      <p:ext uri="{BB962C8B-B14F-4D97-AF65-F5344CB8AC3E}">
        <p14:creationId xmlns:p14="http://schemas.microsoft.com/office/powerpoint/2010/main" val="1226345955"/>
      </p:ext>
    </p:extLst>
  </p:cSld>
  <p:clrMapOvr>
    <a:masterClrMapping/>
  </p:clrMapOvr>
</p:sld>
</file>

<file path=ppt/theme/theme1.xml><?xml version="1.0" encoding="utf-8"?>
<a:theme xmlns:a="http://schemas.openxmlformats.org/drawingml/2006/main" name="Custom">
  <a:themeElements>
    <a:clrScheme name="Custom 17">
      <a:dk1>
        <a:sysClr val="windowText" lastClr="000000"/>
      </a:dk1>
      <a:lt1>
        <a:sysClr val="window" lastClr="FFFFFF"/>
      </a:lt1>
      <a:dk2>
        <a:srgbClr val="44546A"/>
      </a:dk2>
      <a:lt2>
        <a:srgbClr val="E7E6E6"/>
      </a:lt2>
      <a:accent1>
        <a:srgbClr val="BED6DA"/>
      </a:accent1>
      <a:accent2>
        <a:srgbClr val="3E7090"/>
      </a:accent2>
      <a:accent3>
        <a:srgbClr val="93A5A8"/>
      </a:accent3>
      <a:accent4>
        <a:srgbClr val="627272"/>
      </a:accent4>
      <a:accent5>
        <a:srgbClr val="BDA07D"/>
      </a:accent5>
      <a:accent6>
        <a:srgbClr val="D8CAB7"/>
      </a:accent6>
      <a:hlink>
        <a:srgbClr val="0563C1"/>
      </a:hlink>
      <a:folHlink>
        <a:srgbClr val="954F72"/>
      </a:folHlink>
    </a:clrScheme>
    <a:fontScheme name="Custom 24">
      <a:majorFont>
        <a:latin typeface="Segoe UI Ligh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3468121_win32_CP_V3" id="{DB41292E-DA07-4A60-84D2-21F0B686AF93}" vid="{CD2DD4A9-674C-44A3-BA93-D7C3019ED0B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Background xmlns="71af3243-3dd4-4a8d-8c0d-dd76da1f02a5">false</Background>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279BBA1-1277-4614-8DDE-B2EB22751222}">
  <ds:schemaRefs>
    <ds:schemaRef ds:uri="http://schemas.microsoft.com/sharepoint/v3/contenttype/forms"/>
  </ds:schemaRefs>
</ds:datastoreItem>
</file>

<file path=customXml/itemProps2.xml><?xml version="1.0" encoding="utf-8"?>
<ds:datastoreItem xmlns:ds="http://schemas.openxmlformats.org/officeDocument/2006/customXml" ds:itemID="{62AF5DA8-6387-4138-BF96-B65D39F2FC2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BE47603A-423C-4B8F-AA3D-8E6FA47105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Coastal presentation</Template>
  <TotalTime>246</TotalTime>
  <Words>599</Words>
  <Application>Microsoft Office PowerPoint</Application>
  <PresentationFormat>Widescreen</PresentationFormat>
  <Paragraphs>110</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Segoe UI Light</vt:lpstr>
      <vt:lpstr>Custom</vt:lpstr>
      <vt:lpstr>SOCIAL Psychology </vt:lpstr>
      <vt:lpstr>Agenda</vt:lpstr>
      <vt:lpstr>PowerPoint Presentation</vt:lpstr>
      <vt:lpstr>What determines our behavior?</vt:lpstr>
      <vt:lpstr>Interpreting Behavior</vt:lpstr>
      <vt:lpstr>PowerPoint Presentation</vt:lpstr>
      <vt:lpstr>Cognitive Dissonance</vt:lpstr>
      <vt:lpstr>Justification of Effort</vt:lpstr>
      <vt:lpstr>Persuasion</vt:lpstr>
      <vt:lpstr>Elaboration Likelihood Model</vt:lpstr>
      <vt:lpstr>PowerPoint Presentation</vt:lpstr>
      <vt:lpstr>PowerPoint Presentation</vt:lpstr>
      <vt:lpstr>PowerPoint Presentation</vt:lpstr>
      <vt:lpstr>Types of Prejudice and Discrimination</vt:lpstr>
      <vt:lpstr>How can discrimination exist?</vt:lpstr>
      <vt:lpstr>Aggression</vt:lpstr>
      <vt:lpstr>Prosocial Behavior</vt:lpstr>
      <vt:lpstr>Sternberg’s Triangular Theory of Love</vt:lpstr>
      <vt:lpstr>Social Exchange Theory</vt:lpstr>
      <vt:lpstr>Next time on PSY 203…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Scheuler, Bryanna</dc:creator>
  <cp:lastModifiedBy>Bryanna Scheuler</cp:lastModifiedBy>
  <cp:revision>16</cp:revision>
  <dcterms:created xsi:type="dcterms:W3CDTF">2025-10-16T09:38:32Z</dcterms:created>
  <dcterms:modified xsi:type="dcterms:W3CDTF">2026-03-24T14:59:48Z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