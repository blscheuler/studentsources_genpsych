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1"/>
  </p:sldMasterIdLst>
  <p:notesMasterIdLst>
    <p:notesMasterId r:id="rId31"/>
  </p:notesMasterIdLst>
  <p:sldIdLst>
    <p:sldId id="256" r:id="rId2"/>
    <p:sldId id="278" r:id="rId3"/>
    <p:sldId id="257" r:id="rId4"/>
    <p:sldId id="355" r:id="rId5"/>
    <p:sldId id="353" r:id="rId6"/>
    <p:sldId id="354" r:id="rId7"/>
    <p:sldId id="360" r:id="rId8"/>
    <p:sldId id="359" r:id="rId9"/>
    <p:sldId id="339" r:id="rId10"/>
    <p:sldId id="361" r:id="rId11"/>
    <p:sldId id="323" r:id="rId12"/>
    <p:sldId id="324" r:id="rId13"/>
    <p:sldId id="325" r:id="rId14"/>
    <p:sldId id="326" r:id="rId15"/>
    <p:sldId id="327" r:id="rId16"/>
    <p:sldId id="328" r:id="rId17"/>
    <p:sldId id="329" r:id="rId18"/>
    <p:sldId id="370" r:id="rId19"/>
    <p:sldId id="356" r:id="rId20"/>
    <p:sldId id="357" r:id="rId21"/>
    <p:sldId id="358" r:id="rId22"/>
    <p:sldId id="362" r:id="rId23"/>
    <p:sldId id="365" r:id="rId24"/>
    <p:sldId id="366" r:id="rId25"/>
    <p:sldId id="371" r:id="rId26"/>
    <p:sldId id="364" r:id="rId27"/>
    <p:sldId id="367" r:id="rId28"/>
    <p:sldId id="368" r:id="rId29"/>
    <p:sldId id="347"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07C9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94" autoAdjust="0"/>
    <p:restoredTop sz="75021" autoAdjust="0"/>
  </p:normalViewPr>
  <p:slideViewPr>
    <p:cSldViewPr snapToGrid="0">
      <p:cViewPr varScale="1">
        <p:scale>
          <a:sx n="81" d="100"/>
          <a:sy n="81" d="100"/>
        </p:scale>
        <p:origin x="3162"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690122E-BB27-4F23-9722-4E7A6280BA5C}"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0D33C0E8-8D0D-4F98-837C-C0F4B3135F7B}">
      <dgm:prSet/>
      <dgm:spPr/>
      <dgm:t>
        <a:bodyPr/>
        <a:lstStyle/>
        <a:p>
          <a:r>
            <a:rPr lang="en-US" baseline="0"/>
            <a:t>Traumatic events</a:t>
          </a:r>
          <a:endParaRPr lang="en-US"/>
        </a:p>
      </dgm:t>
    </dgm:pt>
    <dgm:pt modelId="{25219C08-C4C8-460E-B7C3-8AA3D7C22F6B}" type="parTrans" cxnId="{57614A6F-47ED-44EF-9EEC-17336248C870}">
      <dgm:prSet/>
      <dgm:spPr/>
      <dgm:t>
        <a:bodyPr/>
        <a:lstStyle/>
        <a:p>
          <a:endParaRPr lang="en-US"/>
        </a:p>
      </dgm:t>
    </dgm:pt>
    <dgm:pt modelId="{A83224B5-53DA-484F-822B-B3110F32AC19}" type="sibTrans" cxnId="{57614A6F-47ED-44EF-9EEC-17336248C870}">
      <dgm:prSet/>
      <dgm:spPr/>
      <dgm:t>
        <a:bodyPr/>
        <a:lstStyle/>
        <a:p>
          <a:endParaRPr lang="en-US"/>
        </a:p>
      </dgm:t>
    </dgm:pt>
    <dgm:pt modelId="{E79EEEB9-71B3-48FD-BA9F-54FE904A174D}">
      <dgm:prSet/>
      <dgm:spPr/>
      <dgm:t>
        <a:bodyPr/>
        <a:lstStyle/>
        <a:p>
          <a:r>
            <a:rPr lang="en-US" baseline="0"/>
            <a:t>Life changes</a:t>
          </a:r>
          <a:endParaRPr lang="en-US"/>
        </a:p>
      </dgm:t>
    </dgm:pt>
    <dgm:pt modelId="{0F008074-91C4-4EE9-A812-70D718877F1A}" type="parTrans" cxnId="{B6B36033-862F-4DA5-970D-507F7DFAC951}">
      <dgm:prSet/>
      <dgm:spPr/>
      <dgm:t>
        <a:bodyPr/>
        <a:lstStyle/>
        <a:p>
          <a:endParaRPr lang="en-US"/>
        </a:p>
      </dgm:t>
    </dgm:pt>
    <dgm:pt modelId="{D2E0BA47-1E5F-4D75-938D-FC108286FBE6}" type="sibTrans" cxnId="{B6B36033-862F-4DA5-970D-507F7DFAC951}">
      <dgm:prSet/>
      <dgm:spPr/>
      <dgm:t>
        <a:bodyPr/>
        <a:lstStyle/>
        <a:p>
          <a:endParaRPr lang="en-US"/>
        </a:p>
      </dgm:t>
    </dgm:pt>
    <dgm:pt modelId="{2D73191E-6EAE-4FDB-8D50-C7FE827FAC37}">
      <dgm:prSet/>
      <dgm:spPr/>
      <dgm:t>
        <a:bodyPr/>
        <a:lstStyle/>
        <a:p>
          <a:r>
            <a:rPr lang="en-US" baseline="0" dirty="0"/>
            <a:t>Daily hassles</a:t>
          </a:r>
          <a:endParaRPr lang="en-US" dirty="0"/>
        </a:p>
      </dgm:t>
    </dgm:pt>
    <dgm:pt modelId="{6A6048FB-B585-4CF4-B1B3-C95E45A545EA}" type="parTrans" cxnId="{936FDB99-5ED6-491A-894E-5315842EE3D8}">
      <dgm:prSet/>
      <dgm:spPr/>
      <dgm:t>
        <a:bodyPr/>
        <a:lstStyle/>
        <a:p>
          <a:endParaRPr lang="en-US"/>
        </a:p>
      </dgm:t>
    </dgm:pt>
    <dgm:pt modelId="{2D66D764-2661-41FE-8023-1E116058F6E8}" type="sibTrans" cxnId="{936FDB99-5ED6-491A-894E-5315842EE3D8}">
      <dgm:prSet/>
      <dgm:spPr/>
      <dgm:t>
        <a:bodyPr/>
        <a:lstStyle/>
        <a:p>
          <a:endParaRPr lang="en-US"/>
        </a:p>
      </dgm:t>
    </dgm:pt>
    <dgm:pt modelId="{8DA71CD3-2622-45C8-A13D-335DA9EB3ABD}">
      <dgm:prSet/>
      <dgm:spPr/>
      <dgm:t>
        <a:bodyPr/>
        <a:lstStyle/>
        <a:p>
          <a:r>
            <a:rPr lang="en-US" baseline="0"/>
            <a:t>Occupation-related stressors</a:t>
          </a:r>
          <a:endParaRPr lang="en-US"/>
        </a:p>
      </dgm:t>
    </dgm:pt>
    <dgm:pt modelId="{748BC3AE-D739-4776-A74C-F3E2243F33D6}" type="parTrans" cxnId="{75C3FA0D-3E42-4B81-9AFC-C2AF63CBB972}">
      <dgm:prSet/>
      <dgm:spPr/>
      <dgm:t>
        <a:bodyPr/>
        <a:lstStyle/>
        <a:p>
          <a:endParaRPr lang="en-US"/>
        </a:p>
      </dgm:t>
    </dgm:pt>
    <dgm:pt modelId="{389A39F7-14F5-4E9D-B44F-5C8409D37A07}" type="sibTrans" cxnId="{75C3FA0D-3E42-4B81-9AFC-C2AF63CBB972}">
      <dgm:prSet/>
      <dgm:spPr/>
      <dgm:t>
        <a:bodyPr/>
        <a:lstStyle/>
        <a:p>
          <a:endParaRPr lang="en-US"/>
        </a:p>
      </dgm:t>
    </dgm:pt>
    <dgm:pt modelId="{D92AE7A4-0D86-4907-A1C4-0C8CF5147BCF}" type="pres">
      <dgm:prSet presAssocID="{1690122E-BB27-4F23-9722-4E7A6280BA5C}" presName="hierChild1" presStyleCnt="0">
        <dgm:presLayoutVars>
          <dgm:chPref val="1"/>
          <dgm:dir/>
          <dgm:animOne val="branch"/>
          <dgm:animLvl val="lvl"/>
          <dgm:resizeHandles/>
        </dgm:presLayoutVars>
      </dgm:prSet>
      <dgm:spPr/>
    </dgm:pt>
    <dgm:pt modelId="{EE755496-0C16-4BFE-83A0-A2B297A4A5F4}" type="pres">
      <dgm:prSet presAssocID="{0D33C0E8-8D0D-4F98-837C-C0F4B3135F7B}" presName="hierRoot1" presStyleCnt="0"/>
      <dgm:spPr/>
    </dgm:pt>
    <dgm:pt modelId="{69093A84-8BB1-40CC-AF4E-4CD40235EF86}" type="pres">
      <dgm:prSet presAssocID="{0D33C0E8-8D0D-4F98-837C-C0F4B3135F7B}" presName="composite" presStyleCnt="0"/>
      <dgm:spPr/>
    </dgm:pt>
    <dgm:pt modelId="{71F66BCE-0F8F-467D-AA6C-4A675FF3641E}" type="pres">
      <dgm:prSet presAssocID="{0D33C0E8-8D0D-4F98-837C-C0F4B3135F7B}" presName="background" presStyleLbl="node0" presStyleIdx="0" presStyleCnt="4"/>
      <dgm:spPr/>
    </dgm:pt>
    <dgm:pt modelId="{E060A89E-7B9E-454A-A3FE-4D940ACBFBC0}" type="pres">
      <dgm:prSet presAssocID="{0D33C0E8-8D0D-4F98-837C-C0F4B3135F7B}" presName="text" presStyleLbl="fgAcc0" presStyleIdx="0" presStyleCnt="4">
        <dgm:presLayoutVars>
          <dgm:chPref val="3"/>
        </dgm:presLayoutVars>
      </dgm:prSet>
      <dgm:spPr/>
    </dgm:pt>
    <dgm:pt modelId="{B4332E98-C7F8-4298-B651-12159F6AE5D2}" type="pres">
      <dgm:prSet presAssocID="{0D33C0E8-8D0D-4F98-837C-C0F4B3135F7B}" presName="hierChild2" presStyleCnt="0"/>
      <dgm:spPr/>
    </dgm:pt>
    <dgm:pt modelId="{33B14EC5-1700-414D-A299-DB7BBFFE38E6}" type="pres">
      <dgm:prSet presAssocID="{E79EEEB9-71B3-48FD-BA9F-54FE904A174D}" presName="hierRoot1" presStyleCnt="0"/>
      <dgm:spPr/>
    </dgm:pt>
    <dgm:pt modelId="{70F7B399-C489-4C7B-BE63-3418881304C9}" type="pres">
      <dgm:prSet presAssocID="{E79EEEB9-71B3-48FD-BA9F-54FE904A174D}" presName="composite" presStyleCnt="0"/>
      <dgm:spPr/>
    </dgm:pt>
    <dgm:pt modelId="{ECB45F66-7604-4829-81ED-E5BB36C7E096}" type="pres">
      <dgm:prSet presAssocID="{E79EEEB9-71B3-48FD-BA9F-54FE904A174D}" presName="background" presStyleLbl="node0" presStyleIdx="1" presStyleCnt="4"/>
      <dgm:spPr/>
    </dgm:pt>
    <dgm:pt modelId="{FF1C870D-58EA-445E-9C80-C4B732140EEC}" type="pres">
      <dgm:prSet presAssocID="{E79EEEB9-71B3-48FD-BA9F-54FE904A174D}" presName="text" presStyleLbl="fgAcc0" presStyleIdx="1" presStyleCnt="4">
        <dgm:presLayoutVars>
          <dgm:chPref val="3"/>
        </dgm:presLayoutVars>
      </dgm:prSet>
      <dgm:spPr/>
    </dgm:pt>
    <dgm:pt modelId="{BE636A24-1D48-43EE-B976-C50A239F5518}" type="pres">
      <dgm:prSet presAssocID="{E79EEEB9-71B3-48FD-BA9F-54FE904A174D}" presName="hierChild2" presStyleCnt="0"/>
      <dgm:spPr/>
    </dgm:pt>
    <dgm:pt modelId="{DA922A17-41C2-4BF9-84F0-0DBEFCCC90BF}" type="pres">
      <dgm:prSet presAssocID="{2D73191E-6EAE-4FDB-8D50-C7FE827FAC37}" presName="hierRoot1" presStyleCnt="0"/>
      <dgm:spPr/>
    </dgm:pt>
    <dgm:pt modelId="{0A9A38D3-1250-4624-89A5-832DC7AB7786}" type="pres">
      <dgm:prSet presAssocID="{2D73191E-6EAE-4FDB-8D50-C7FE827FAC37}" presName="composite" presStyleCnt="0"/>
      <dgm:spPr/>
    </dgm:pt>
    <dgm:pt modelId="{1B3594D3-4E3F-405D-8BE9-D56B9E4CC3C4}" type="pres">
      <dgm:prSet presAssocID="{2D73191E-6EAE-4FDB-8D50-C7FE827FAC37}" presName="background" presStyleLbl="node0" presStyleIdx="2" presStyleCnt="4"/>
      <dgm:spPr/>
    </dgm:pt>
    <dgm:pt modelId="{09D528E6-DF11-4FA5-AD9C-FA4D87C190D4}" type="pres">
      <dgm:prSet presAssocID="{2D73191E-6EAE-4FDB-8D50-C7FE827FAC37}" presName="text" presStyleLbl="fgAcc0" presStyleIdx="2" presStyleCnt="4">
        <dgm:presLayoutVars>
          <dgm:chPref val="3"/>
        </dgm:presLayoutVars>
      </dgm:prSet>
      <dgm:spPr/>
    </dgm:pt>
    <dgm:pt modelId="{D384FFDB-F839-4878-82A7-0C4BAD9A5291}" type="pres">
      <dgm:prSet presAssocID="{2D73191E-6EAE-4FDB-8D50-C7FE827FAC37}" presName="hierChild2" presStyleCnt="0"/>
      <dgm:spPr/>
    </dgm:pt>
    <dgm:pt modelId="{DC89CD4D-7EE9-490E-B174-939613415E3E}" type="pres">
      <dgm:prSet presAssocID="{8DA71CD3-2622-45C8-A13D-335DA9EB3ABD}" presName="hierRoot1" presStyleCnt="0"/>
      <dgm:spPr/>
    </dgm:pt>
    <dgm:pt modelId="{CE97FA1B-D3E3-4753-B400-8A889175ACEC}" type="pres">
      <dgm:prSet presAssocID="{8DA71CD3-2622-45C8-A13D-335DA9EB3ABD}" presName="composite" presStyleCnt="0"/>
      <dgm:spPr/>
    </dgm:pt>
    <dgm:pt modelId="{8ECCFEFA-D80D-47DE-B174-0529047D5CB9}" type="pres">
      <dgm:prSet presAssocID="{8DA71CD3-2622-45C8-A13D-335DA9EB3ABD}" presName="background" presStyleLbl="node0" presStyleIdx="3" presStyleCnt="4"/>
      <dgm:spPr/>
    </dgm:pt>
    <dgm:pt modelId="{3AF706C4-7A85-4AA5-AFA2-C081F137D290}" type="pres">
      <dgm:prSet presAssocID="{8DA71CD3-2622-45C8-A13D-335DA9EB3ABD}" presName="text" presStyleLbl="fgAcc0" presStyleIdx="3" presStyleCnt="4">
        <dgm:presLayoutVars>
          <dgm:chPref val="3"/>
        </dgm:presLayoutVars>
      </dgm:prSet>
      <dgm:spPr/>
    </dgm:pt>
    <dgm:pt modelId="{07DE5EF4-A5A9-4336-AA19-BA7FDFBBCD4B}" type="pres">
      <dgm:prSet presAssocID="{8DA71CD3-2622-45C8-A13D-335DA9EB3ABD}" presName="hierChild2" presStyleCnt="0"/>
      <dgm:spPr/>
    </dgm:pt>
  </dgm:ptLst>
  <dgm:cxnLst>
    <dgm:cxn modelId="{D5646409-7439-41DA-906C-E0FA47D63ABB}" type="presOf" srcId="{0D33C0E8-8D0D-4F98-837C-C0F4B3135F7B}" destId="{E060A89E-7B9E-454A-A3FE-4D940ACBFBC0}" srcOrd="0" destOrd="0" presId="urn:microsoft.com/office/officeart/2005/8/layout/hierarchy1"/>
    <dgm:cxn modelId="{75C3FA0D-3E42-4B81-9AFC-C2AF63CBB972}" srcId="{1690122E-BB27-4F23-9722-4E7A6280BA5C}" destId="{8DA71CD3-2622-45C8-A13D-335DA9EB3ABD}" srcOrd="3" destOrd="0" parTransId="{748BC3AE-D739-4776-A74C-F3E2243F33D6}" sibTransId="{389A39F7-14F5-4E9D-B44F-5C8409D37A07}"/>
    <dgm:cxn modelId="{AEB65013-FBED-41DE-9BCF-A568E2460052}" type="presOf" srcId="{1690122E-BB27-4F23-9722-4E7A6280BA5C}" destId="{D92AE7A4-0D86-4907-A1C4-0C8CF5147BCF}" srcOrd="0" destOrd="0" presId="urn:microsoft.com/office/officeart/2005/8/layout/hierarchy1"/>
    <dgm:cxn modelId="{B6B36033-862F-4DA5-970D-507F7DFAC951}" srcId="{1690122E-BB27-4F23-9722-4E7A6280BA5C}" destId="{E79EEEB9-71B3-48FD-BA9F-54FE904A174D}" srcOrd="1" destOrd="0" parTransId="{0F008074-91C4-4EE9-A812-70D718877F1A}" sibTransId="{D2E0BA47-1E5F-4D75-938D-FC108286FBE6}"/>
    <dgm:cxn modelId="{57614A6F-47ED-44EF-9EEC-17336248C870}" srcId="{1690122E-BB27-4F23-9722-4E7A6280BA5C}" destId="{0D33C0E8-8D0D-4F98-837C-C0F4B3135F7B}" srcOrd="0" destOrd="0" parTransId="{25219C08-C4C8-460E-B7C3-8AA3D7C22F6B}" sibTransId="{A83224B5-53DA-484F-822B-B3110F32AC19}"/>
    <dgm:cxn modelId="{A2B8E954-E293-44D0-9D0C-A084BB3F7AF7}" type="presOf" srcId="{8DA71CD3-2622-45C8-A13D-335DA9EB3ABD}" destId="{3AF706C4-7A85-4AA5-AFA2-C081F137D290}" srcOrd="0" destOrd="0" presId="urn:microsoft.com/office/officeart/2005/8/layout/hierarchy1"/>
    <dgm:cxn modelId="{936FDB99-5ED6-491A-894E-5315842EE3D8}" srcId="{1690122E-BB27-4F23-9722-4E7A6280BA5C}" destId="{2D73191E-6EAE-4FDB-8D50-C7FE827FAC37}" srcOrd="2" destOrd="0" parTransId="{6A6048FB-B585-4CF4-B1B3-C95E45A545EA}" sibTransId="{2D66D764-2661-41FE-8023-1E116058F6E8}"/>
    <dgm:cxn modelId="{F2890FBC-4241-4E0A-AAA2-DB55F73F7A57}" type="presOf" srcId="{E79EEEB9-71B3-48FD-BA9F-54FE904A174D}" destId="{FF1C870D-58EA-445E-9C80-C4B732140EEC}" srcOrd="0" destOrd="0" presId="urn:microsoft.com/office/officeart/2005/8/layout/hierarchy1"/>
    <dgm:cxn modelId="{8377E6BC-6AB8-49D3-B1AB-4F1F029367D6}" type="presOf" srcId="{2D73191E-6EAE-4FDB-8D50-C7FE827FAC37}" destId="{09D528E6-DF11-4FA5-AD9C-FA4D87C190D4}" srcOrd="0" destOrd="0" presId="urn:microsoft.com/office/officeart/2005/8/layout/hierarchy1"/>
    <dgm:cxn modelId="{9A9F2B81-A8BE-48CE-AFDF-467AD58885CF}" type="presParOf" srcId="{D92AE7A4-0D86-4907-A1C4-0C8CF5147BCF}" destId="{EE755496-0C16-4BFE-83A0-A2B297A4A5F4}" srcOrd="0" destOrd="0" presId="urn:microsoft.com/office/officeart/2005/8/layout/hierarchy1"/>
    <dgm:cxn modelId="{87CF10F4-88C6-481D-946F-DCA25B01F49F}" type="presParOf" srcId="{EE755496-0C16-4BFE-83A0-A2B297A4A5F4}" destId="{69093A84-8BB1-40CC-AF4E-4CD40235EF86}" srcOrd="0" destOrd="0" presId="urn:microsoft.com/office/officeart/2005/8/layout/hierarchy1"/>
    <dgm:cxn modelId="{2E3D3599-A6D6-42C8-A621-B5D03342DC4F}" type="presParOf" srcId="{69093A84-8BB1-40CC-AF4E-4CD40235EF86}" destId="{71F66BCE-0F8F-467D-AA6C-4A675FF3641E}" srcOrd="0" destOrd="0" presId="urn:microsoft.com/office/officeart/2005/8/layout/hierarchy1"/>
    <dgm:cxn modelId="{F43E0BA2-1F1F-47C8-8E75-D84C1F461895}" type="presParOf" srcId="{69093A84-8BB1-40CC-AF4E-4CD40235EF86}" destId="{E060A89E-7B9E-454A-A3FE-4D940ACBFBC0}" srcOrd="1" destOrd="0" presId="urn:microsoft.com/office/officeart/2005/8/layout/hierarchy1"/>
    <dgm:cxn modelId="{FF8C668E-F62D-4D73-8AA2-82B90CD2EF8C}" type="presParOf" srcId="{EE755496-0C16-4BFE-83A0-A2B297A4A5F4}" destId="{B4332E98-C7F8-4298-B651-12159F6AE5D2}" srcOrd="1" destOrd="0" presId="urn:microsoft.com/office/officeart/2005/8/layout/hierarchy1"/>
    <dgm:cxn modelId="{0A43288B-98BD-4A8F-9EA0-83E8FA499BD0}" type="presParOf" srcId="{D92AE7A4-0D86-4907-A1C4-0C8CF5147BCF}" destId="{33B14EC5-1700-414D-A299-DB7BBFFE38E6}" srcOrd="1" destOrd="0" presId="urn:microsoft.com/office/officeart/2005/8/layout/hierarchy1"/>
    <dgm:cxn modelId="{188C5734-5486-4C26-9C52-2CE1948216D6}" type="presParOf" srcId="{33B14EC5-1700-414D-A299-DB7BBFFE38E6}" destId="{70F7B399-C489-4C7B-BE63-3418881304C9}" srcOrd="0" destOrd="0" presId="urn:microsoft.com/office/officeart/2005/8/layout/hierarchy1"/>
    <dgm:cxn modelId="{16158881-65EB-47F8-999F-C41B5102C7D8}" type="presParOf" srcId="{70F7B399-C489-4C7B-BE63-3418881304C9}" destId="{ECB45F66-7604-4829-81ED-E5BB36C7E096}" srcOrd="0" destOrd="0" presId="urn:microsoft.com/office/officeart/2005/8/layout/hierarchy1"/>
    <dgm:cxn modelId="{167A06BC-22C4-47F5-83AA-8EF218198BBB}" type="presParOf" srcId="{70F7B399-C489-4C7B-BE63-3418881304C9}" destId="{FF1C870D-58EA-445E-9C80-C4B732140EEC}" srcOrd="1" destOrd="0" presId="urn:microsoft.com/office/officeart/2005/8/layout/hierarchy1"/>
    <dgm:cxn modelId="{452D202A-F06A-4343-BE6A-15BD0D9C2443}" type="presParOf" srcId="{33B14EC5-1700-414D-A299-DB7BBFFE38E6}" destId="{BE636A24-1D48-43EE-B976-C50A239F5518}" srcOrd="1" destOrd="0" presId="urn:microsoft.com/office/officeart/2005/8/layout/hierarchy1"/>
    <dgm:cxn modelId="{847B8CD5-DE5C-4AA6-A58B-976874370395}" type="presParOf" srcId="{D92AE7A4-0D86-4907-A1C4-0C8CF5147BCF}" destId="{DA922A17-41C2-4BF9-84F0-0DBEFCCC90BF}" srcOrd="2" destOrd="0" presId="urn:microsoft.com/office/officeart/2005/8/layout/hierarchy1"/>
    <dgm:cxn modelId="{1BC66FCB-F027-4E80-AC63-F0830002D9EB}" type="presParOf" srcId="{DA922A17-41C2-4BF9-84F0-0DBEFCCC90BF}" destId="{0A9A38D3-1250-4624-89A5-832DC7AB7786}" srcOrd="0" destOrd="0" presId="urn:microsoft.com/office/officeart/2005/8/layout/hierarchy1"/>
    <dgm:cxn modelId="{6E8FC6F8-E2A5-4D5C-B4D0-06A604A4411C}" type="presParOf" srcId="{0A9A38D3-1250-4624-89A5-832DC7AB7786}" destId="{1B3594D3-4E3F-405D-8BE9-D56B9E4CC3C4}" srcOrd="0" destOrd="0" presId="urn:microsoft.com/office/officeart/2005/8/layout/hierarchy1"/>
    <dgm:cxn modelId="{F882B09D-EBBA-4685-92B6-2326B4654743}" type="presParOf" srcId="{0A9A38D3-1250-4624-89A5-832DC7AB7786}" destId="{09D528E6-DF11-4FA5-AD9C-FA4D87C190D4}" srcOrd="1" destOrd="0" presId="urn:microsoft.com/office/officeart/2005/8/layout/hierarchy1"/>
    <dgm:cxn modelId="{1E3BF9A5-8D02-48EF-95A4-6D51FC5999FA}" type="presParOf" srcId="{DA922A17-41C2-4BF9-84F0-0DBEFCCC90BF}" destId="{D384FFDB-F839-4878-82A7-0C4BAD9A5291}" srcOrd="1" destOrd="0" presId="urn:microsoft.com/office/officeart/2005/8/layout/hierarchy1"/>
    <dgm:cxn modelId="{CAA36DFE-5D07-4267-B661-353E5D090DBB}" type="presParOf" srcId="{D92AE7A4-0D86-4907-A1C4-0C8CF5147BCF}" destId="{DC89CD4D-7EE9-490E-B174-939613415E3E}" srcOrd="3" destOrd="0" presId="urn:microsoft.com/office/officeart/2005/8/layout/hierarchy1"/>
    <dgm:cxn modelId="{496A2D82-80A6-40A7-A616-DD57DB938FDD}" type="presParOf" srcId="{DC89CD4D-7EE9-490E-B174-939613415E3E}" destId="{CE97FA1B-D3E3-4753-B400-8A889175ACEC}" srcOrd="0" destOrd="0" presId="urn:microsoft.com/office/officeart/2005/8/layout/hierarchy1"/>
    <dgm:cxn modelId="{D3B76E02-BF51-48E4-9784-94D9151B72DF}" type="presParOf" srcId="{CE97FA1B-D3E3-4753-B400-8A889175ACEC}" destId="{8ECCFEFA-D80D-47DE-B174-0529047D5CB9}" srcOrd="0" destOrd="0" presId="urn:microsoft.com/office/officeart/2005/8/layout/hierarchy1"/>
    <dgm:cxn modelId="{D06E2E57-834C-4373-9A94-62ED5BDDC23F}" type="presParOf" srcId="{CE97FA1B-D3E3-4753-B400-8A889175ACEC}" destId="{3AF706C4-7A85-4AA5-AFA2-C081F137D290}" srcOrd="1" destOrd="0" presId="urn:microsoft.com/office/officeart/2005/8/layout/hierarchy1"/>
    <dgm:cxn modelId="{07F06C15-490E-4B1E-8293-44886160B5D1}" type="presParOf" srcId="{DC89CD4D-7EE9-490E-B174-939613415E3E}" destId="{07DE5EF4-A5A9-4336-AA19-BA7FDFBBCD4B}"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6BE081E-951F-4A7F-9735-C2E3A7AD2A4A}" type="doc">
      <dgm:prSet loTypeId="urn:microsoft.com/office/officeart/2008/layout/LinedList" loCatId="list" qsTypeId="urn:microsoft.com/office/officeart/2005/8/quickstyle/simple4" qsCatId="simple" csTypeId="urn:microsoft.com/office/officeart/2005/8/colors/accent1_2" csCatId="accent1" phldr="1"/>
      <dgm:spPr/>
      <dgm:t>
        <a:bodyPr/>
        <a:lstStyle/>
        <a:p>
          <a:endParaRPr lang="en-US"/>
        </a:p>
      </dgm:t>
    </dgm:pt>
    <dgm:pt modelId="{8E4DFFD3-D67D-4097-BFB0-1DDA559E1C0C}">
      <dgm:prSet/>
      <dgm:spPr/>
      <dgm:t>
        <a:bodyPr/>
        <a:lstStyle/>
        <a:p>
          <a:r>
            <a:rPr lang="en-US" baseline="0"/>
            <a:t>Immunosuppression</a:t>
          </a:r>
          <a:endParaRPr lang="en-US"/>
        </a:p>
      </dgm:t>
    </dgm:pt>
    <dgm:pt modelId="{07A52922-4604-44E7-B9AC-AE17341CECC4}" type="parTrans" cxnId="{D24944C8-7E90-4104-A871-8B6F65620DF7}">
      <dgm:prSet/>
      <dgm:spPr/>
      <dgm:t>
        <a:bodyPr/>
        <a:lstStyle/>
        <a:p>
          <a:endParaRPr lang="en-US"/>
        </a:p>
      </dgm:t>
    </dgm:pt>
    <dgm:pt modelId="{BDFE8375-6834-42AD-838B-509F763A2003}" type="sibTrans" cxnId="{D24944C8-7E90-4104-A871-8B6F65620DF7}">
      <dgm:prSet/>
      <dgm:spPr/>
      <dgm:t>
        <a:bodyPr/>
        <a:lstStyle/>
        <a:p>
          <a:endParaRPr lang="en-US"/>
        </a:p>
      </dgm:t>
    </dgm:pt>
    <dgm:pt modelId="{F076C537-43E3-41E3-9DBF-07F2CCB42C01}">
      <dgm:prSet/>
      <dgm:spPr/>
      <dgm:t>
        <a:bodyPr/>
        <a:lstStyle/>
        <a:p>
          <a:r>
            <a:rPr lang="en-US" baseline="0"/>
            <a:t>Autoimmune diseases</a:t>
          </a:r>
          <a:endParaRPr lang="en-US"/>
        </a:p>
      </dgm:t>
    </dgm:pt>
    <dgm:pt modelId="{43D2E4E6-9ABF-4E1C-981E-4760D9F4CBD6}" type="parTrans" cxnId="{848E72ED-701D-402D-9348-16488EEF550D}">
      <dgm:prSet/>
      <dgm:spPr/>
      <dgm:t>
        <a:bodyPr/>
        <a:lstStyle/>
        <a:p>
          <a:endParaRPr lang="en-US"/>
        </a:p>
      </dgm:t>
    </dgm:pt>
    <dgm:pt modelId="{7C810797-CA50-4490-BB90-83C900BA6A6A}" type="sibTrans" cxnId="{848E72ED-701D-402D-9348-16488EEF550D}">
      <dgm:prSet/>
      <dgm:spPr/>
      <dgm:t>
        <a:bodyPr/>
        <a:lstStyle/>
        <a:p>
          <a:endParaRPr lang="en-US"/>
        </a:p>
      </dgm:t>
    </dgm:pt>
    <dgm:pt modelId="{7BCA9BD5-B666-414A-A58D-4340261D2C6D}">
      <dgm:prSet/>
      <dgm:spPr/>
      <dgm:t>
        <a:bodyPr/>
        <a:lstStyle/>
        <a:p>
          <a:r>
            <a:rPr lang="en-US" baseline="0"/>
            <a:t>Psychoneuroimmunology</a:t>
          </a:r>
          <a:endParaRPr lang="en-US"/>
        </a:p>
      </dgm:t>
    </dgm:pt>
    <dgm:pt modelId="{C399F566-0443-4DBF-8604-F4A6958C164D}" type="parTrans" cxnId="{1FFBE70F-92F2-4269-892E-7ADCDC689166}">
      <dgm:prSet/>
      <dgm:spPr/>
      <dgm:t>
        <a:bodyPr/>
        <a:lstStyle/>
        <a:p>
          <a:endParaRPr lang="en-US"/>
        </a:p>
      </dgm:t>
    </dgm:pt>
    <dgm:pt modelId="{85144D94-0F23-4433-97A3-DC7CF9598960}" type="sibTrans" cxnId="{1FFBE70F-92F2-4269-892E-7ADCDC689166}">
      <dgm:prSet/>
      <dgm:spPr/>
      <dgm:t>
        <a:bodyPr/>
        <a:lstStyle/>
        <a:p>
          <a:endParaRPr lang="en-US"/>
        </a:p>
      </dgm:t>
    </dgm:pt>
    <dgm:pt modelId="{FE0413C3-F656-40A2-9003-7A63A4260EB9}">
      <dgm:prSet/>
      <dgm:spPr/>
      <dgm:t>
        <a:bodyPr/>
        <a:lstStyle/>
        <a:p>
          <a:r>
            <a:rPr lang="en-US" baseline="0"/>
            <a:t>Lymphocytes</a:t>
          </a:r>
          <a:endParaRPr lang="en-US"/>
        </a:p>
      </dgm:t>
    </dgm:pt>
    <dgm:pt modelId="{06E6112E-DD80-4247-9D36-06C304525818}" type="parTrans" cxnId="{604D5702-1C47-4512-8055-92894D1F781A}">
      <dgm:prSet/>
      <dgm:spPr/>
      <dgm:t>
        <a:bodyPr/>
        <a:lstStyle/>
        <a:p>
          <a:endParaRPr lang="en-US"/>
        </a:p>
      </dgm:t>
    </dgm:pt>
    <dgm:pt modelId="{56766595-E156-4CDD-8799-86D2FAD8FFF6}" type="sibTrans" cxnId="{604D5702-1C47-4512-8055-92894D1F781A}">
      <dgm:prSet/>
      <dgm:spPr/>
      <dgm:t>
        <a:bodyPr/>
        <a:lstStyle/>
        <a:p>
          <a:endParaRPr lang="en-US"/>
        </a:p>
      </dgm:t>
    </dgm:pt>
    <dgm:pt modelId="{EF889C3E-D2F2-4140-A737-BD83F3309126}">
      <dgm:prSet/>
      <dgm:spPr/>
      <dgm:t>
        <a:bodyPr/>
        <a:lstStyle/>
        <a:p>
          <a:r>
            <a:rPr lang="en-US" baseline="0" dirty="0"/>
            <a:t>Lymphoma</a:t>
          </a:r>
          <a:endParaRPr lang="en-US" dirty="0"/>
        </a:p>
      </dgm:t>
    </dgm:pt>
    <dgm:pt modelId="{DDA765E1-8E38-401B-86BC-DA05429A16D9}" type="parTrans" cxnId="{A385CE29-172B-4105-B21B-009B2ED32258}">
      <dgm:prSet/>
      <dgm:spPr/>
      <dgm:t>
        <a:bodyPr/>
        <a:lstStyle/>
        <a:p>
          <a:endParaRPr lang="en-US"/>
        </a:p>
      </dgm:t>
    </dgm:pt>
    <dgm:pt modelId="{28A92EBB-6117-4452-A416-9F230E63A727}" type="sibTrans" cxnId="{A385CE29-172B-4105-B21B-009B2ED32258}">
      <dgm:prSet/>
      <dgm:spPr/>
      <dgm:t>
        <a:bodyPr/>
        <a:lstStyle/>
        <a:p>
          <a:endParaRPr lang="en-US"/>
        </a:p>
      </dgm:t>
    </dgm:pt>
    <dgm:pt modelId="{204BC467-4797-4274-8DFD-AC1A9A96ED26}" type="pres">
      <dgm:prSet presAssocID="{B6BE081E-951F-4A7F-9735-C2E3A7AD2A4A}" presName="vert0" presStyleCnt="0">
        <dgm:presLayoutVars>
          <dgm:dir/>
          <dgm:animOne val="branch"/>
          <dgm:animLvl val="lvl"/>
        </dgm:presLayoutVars>
      </dgm:prSet>
      <dgm:spPr/>
    </dgm:pt>
    <dgm:pt modelId="{633CFB07-A83B-410F-BE7A-1895B0913B71}" type="pres">
      <dgm:prSet presAssocID="{8E4DFFD3-D67D-4097-BFB0-1DDA559E1C0C}" presName="thickLine" presStyleLbl="alignNode1" presStyleIdx="0" presStyleCnt="5"/>
      <dgm:spPr/>
    </dgm:pt>
    <dgm:pt modelId="{5E5088B2-2F41-4C04-89A3-63170F10F9CF}" type="pres">
      <dgm:prSet presAssocID="{8E4DFFD3-D67D-4097-BFB0-1DDA559E1C0C}" presName="horz1" presStyleCnt="0"/>
      <dgm:spPr/>
    </dgm:pt>
    <dgm:pt modelId="{07A258B3-1E4C-4FAD-A3EC-BE4CA7380285}" type="pres">
      <dgm:prSet presAssocID="{8E4DFFD3-D67D-4097-BFB0-1DDA559E1C0C}" presName="tx1" presStyleLbl="revTx" presStyleIdx="0" presStyleCnt="5"/>
      <dgm:spPr/>
    </dgm:pt>
    <dgm:pt modelId="{62BE0C0D-D68B-490A-84D0-99C4C5AF7F34}" type="pres">
      <dgm:prSet presAssocID="{8E4DFFD3-D67D-4097-BFB0-1DDA559E1C0C}" presName="vert1" presStyleCnt="0"/>
      <dgm:spPr/>
    </dgm:pt>
    <dgm:pt modelId="{166D4DC4-95D8-4C4D-8F44-A15A7B110D73}" type="pres">
      <dgm:prSet presAssocID="{F076C537-43E3-41E3-9DBF-07F2CCB42C01}" presName="thickLine" presStyleLbl="alignNode1" presStyleIdx="1" presStyleCnt="5"/>
      <dgm:spPr/>
    </dgm:pt>
    <dgm:pt modelId="{CF6AB983-6443-49D2-AD4B-00E7E35719E1}" type="pres">
      <dgm:prSet presAssocID="{F076C537-43E3-41E3-9DBF-07F2CCB42C01}" presName="horz1" presStyleCnt="0"/>
      <dgm:spPr/>
    </dgm:pt>
    <dgm:pt modelId="{9511AF22-C994-4379-A823-DFE7ABBBC1DB}" type="pres">
      <dgm:prSet presAssocID="{F076C537-43E3-41E3-9DBF-07F2CCB42C01}" presName="tx1" presStyleLbl="revTx" presStyleIdx="1" presStyleCnt="5"/>
      <dgm:spPr/>
    </dgm:pt>
    <dgm:pt modelId="{CB2E50D1-3FCB-446A-8E4E-9DF27EC485E8}" type="pres">
      <dgm:prSet presAssocID="{F076C537-43E3-41E3-9DBF-07F2CCB42C01}" presName="vert1" presStyleCnt="0"/>
      <dgm:spPr/>
    </dgm:pt>
    <dgm:pt modelId="{27C6A2CC-7430-4873-836A-07FFDBDF92D7}" type="pres">
      <dgm:prSet presAssocID="{7BCA9BD5-B666-414A-A58D-4340261D2C6D}" presName="thickLine" presStyleLbl="alignNode1" presStyleIdx="2" presStyleCnt="5"/>
      <dgm:spPr/>
    </dgm:pt>
    <dgm:pt modelId="{0ADEE4D3-7DF2-40E1-B623-31AC776AD17C}" type="pres">
      <dgm:prSet presAssocID="{7BCA9BD5-B666-414A-A58D-4340261D2C6D}" presName="horz1" presStyleCnt="0"/>
      <dgm:spPr/>
    </dgm:pt>
    <dgm:pt modelId="{6F7997B2-541A-4BEA-B07F-B9DF99AC8A7A}" type="pres">
      <dgm:prSet presAssocID="{7BCA9BD5-B666-414A-A58D-4340261D2C6D}" presName="tx1" presStyleLbl="revTx" presStyleIdx="2" presStyleCnt="5"/>
      <dgm:spPr/>
    </dgm:pt>
    <dgm:pt modelId="{0AFBAD37-0C0D-49E9-BF01-6429B887BE31}" type="pres">
      <dgm:prSet presAssocID="{7BCA9BD5-B666-414A-A58D-4340261D2C6D}" presName="vert1" presStyleCnt="0"/>
      <dgm:spPr/>
    </dgm:pt>
    <dgm:pt modelId="{AC9E2D02-F8FE-4AB5-97D2-860DD39D3E2B}" type="pres">
      <dgm:prSet presAssocID="{FE0413C3-F656-40A2-9003-7A63A4260EB9}" presName="thickLine" presStyleLbl="alignNode1" presStyleIdx="3" presStyleCnt="5"/>
      <dgm:spPr/>
    </dgm:pt>
    <dgm:pt modelId="{C0ACACA8-0DB5-422E-B0AB-6E11F257297E}" type="pres">
      <dgm:prSet presAssocID="{FE0413C3-F656-40A2-9003-7A63A4260EB9}" presName="horz1" presStyleCnt="0"/>
      <dgm:spPr/>
    </dgm:pt>
    <dgm:pt modelId="{83B8B2CC-567C-4FFD-82EE-8F0018EFE146}" type="pres">
      <dgm:prSet presAssocID="{FE0413C3-F656-40A2-9003-7A63A4260EB9}" presName="tx1" presStyleLbl="revTx" presStyleIdx="3" presStyleCnt="5"/>
      <dgm:spPr/>
    </dgm:pt>
    <dgm:pt modelId="{7F41B3F8-1EB6-4AF6-AE6E-AA76854A1EDE}" type="pres">
      <dgm:prSet presAssocID="{FE0413C3-F656-40A2-9003-7A63A4260EB9}" presName="vert1" presStyleCnt="0"/>
      <dgm:spPr/>
    </dgm:pt>
    <dgm:pt modelId="{828D0797-6568-45AF-A820-9D1F09BBE67C}" type="pres">
      <dgm:prSet presAssocID="{EF889C3E-D2F2-4140-A737-BD83F3309126}" presName="thickLine" presStyleLbl="alignNode1" presStyleIdx="4" presStyleCnt="5"/>
      <dgm:spPr/>
    </dgm:pt>
    <dgm:pt modelId="{36251133-C10A-4CD6-8D46-47242D31A239}" type="pres">
      <dgm:prSet presAssocID="{EF889C3E-D2F2-4140-A737-BD83F3309126}" presName="horz1" presStyleCnt="0"/>
      <dgm:spPr/>
    </dgm:pt>
    <dgm:pt modelId="{11C3B7BD-A82C-4061-BDA1-71E7DF297D9B}" type="pres">
      <dgm:prSet presAssocID="{EF889C3E-D2F2-4140-A737-BD83F3309126}" presName="tx1" presStyleLbl="revTx" presStyleIdx="4" presStyleCnt="5"/>
      <dgm:spPr/>
    </dgm:pt>
    <dgm:pt modelId="{0E0B860B-B275-46DE-9C73-4342D6A4779F}" type="pres">
      <dgm:prSet presAssocID="{EF889C3E-D2F2-4140-A737-BD83F3309126}" presName="vert1" presStyleCnt="0"/>
      <dgm:spPr/>
    </dgm:pt>
  </dgm:ptLst>
  <dgm:cxnLst>
    <dgm:cxn modelId="{604D5702-1C47-4512-8055-92894D1F781A}" srcId="{B6BE081E-951F-4A7F-9735-C2E3A7AD2A4A}" destId="{FE0413C3-F656-40A2-9003-7A63A4260EB9}" srcOrd="3" destOrd="0" parTransId="{06E6112E-DD80-4247-9D36-06C304525818}" sibTransId="{56766595-E156-4CDD-8799-86D2FAD8FFF6}"/>
    <dgm:cxn modelId="{1FFBE70F-92F2-4269-892E-7ADCDC689166}" srcId="{B6BE081E-951F-4A7F-9735-C2E3A7AD2A4A}" destId="{7BCA9BD5-B666-414A-A58D-4340261D2C6D}" srcOrd="2" destOrd="0" parTransId="{C399F566-0443-4DBF-8604-F4A6958C164D}" sibTransId="{85144D94-0F23-4433-97A3-DC7CF9598960}"/>
    <dgm:cxn modelId="{B095E712-FCB2-44D0-AD85-DC65A41DD267}" type="presOf" srcId="{F076C537-43E3-41E3-9DBF-07F2CCB42C01}" destId="{9511AF22-C994-4379-A823-DFE7ABBBC1DB}" srcOrd="0" destOrd="0" presId="urn:microsoft.com/office/officeart/2008/layout/LinedList"/>
    <dgm:cxn modelId="{A385CE29-172B-4105-B21B-009B2ED32258}" srcId="{B6BE081E-951F-4A7F-9735-C2E3A7AD2A4A}" destId="{EF889C3E-D2F2-4140-A737-BD83F3309126}" srcOrd="4" destOrd="0" parTransId="{DDA765E1-8E38-401B-86BC-DA05429A16D9}" sibTransId="{28A92EBB-6117-4452-A416-9F230E63A727}"/>
    <dgm:cxn modelId="{99EA905C-4346-4E1B-9C3A-14C8B74249C4}" type="presOf" srcId="{FE0413C3-F656-40A2-9003-7A63A4260EB9}" destId="{83B8B2CC-567C-4FFD-82EE-8F0018EFE146}" srcOrd="0" destOrd="0" presId="urn:microsoft.com/office/officeart/2008/layout/LinedList"/>
    <dgm:cxn modelId="{EA295E72-682A-40D8-AE7A-D5FF8EFED646}" type="presOf" srcId="{EF889C3E-D2F2-4140-A737-BD83F3309126}" destId="{11C3B7BD-A82C-4061-BDA1-71E7DF297D9B}" srcOrd="0" destOrd="0" presId="urn:microsoft.com/office/officeart/2008/layout/LinedList"/>
    <dgm:cxn modelId="{D24944C8-7E90-4104-A871-8B6F65620DF7}" srcId="{B6BE081E-951F-4A7F-9735-C2E3A7AD2A4A}" destId="{8E4DFFD3-D67D-4097-BFB0-1DDA559E1C0C}" srcOrd="0" destOrd="0" parTransId="{07A52922-4604-44E7-B9AC-AE17341CECC4}" sibTransId="{BDFE8375-6834-42AD-838B-509F763A2003}"/>
    <dgm:cxn modelId="{848E72ED-701D-402D-9348-16488EEF550D}" srcId="{B6BE081E-951F-4A7F-9735-C2E3A7AD2A4A}" destId="{F076C537-43E3-41E3-9DBF-07F2CCB42C01}" srcOrd="1" destOrd="0" parTransId="{43D2E4E6-9ABF-4E1C-981E-4760D9F4CBD6}" sibTransId="{7C810797-CA50-4490-BB90-83C900BA6A6A}"/>
    <dgm:cxn modelId="{0097E3F2-A2D3-4E0E-AA29-58AE20D954C3}" type="presOf" srcId="{7BCA9BD5-B666-414A-A58D-4340261D2C6D}" destId="{6F7997B2-541A-4BEA-B07F-B9DF99AC8A7A}" srcOrd="0" destOrd="0" presId="urn:microsoft.com/office/officeart/2008/layout/LinedList"/>
    <dgm:cxn modelId="{D36B52F5-21DA-428B-933D-2C768CBA961E}" type="presOf" srcId="{B6BE081E-951F-4A7F-9735-C2E3A7AD2A4A}" destId="{204BC467-4797-4274-8DFD-AC1A9A96ED26}" srcOrd="0" destOrd="0" presId="urn:microsoft.com/office/officeart/2008/layout/LinedList"/>
    <dgm:cxn modelId="{4F3431FE-6A2F-4A74-A192-F7234823D989}" type="presOf" srcId="{8E4DFFD3-D67D-4097-BFB0-1DDA559E1C0C}" destId="{07A258B3-1E4C-4FAD-A3EC-BE4CA7380285}" srcOrd="0" destOrd="0" presId="urn:microsoft.com/office/officeart/2008/layout/LinedList"/>
    <dgm:cxn modelId="{26C60A9E-68A1-4566-8F5E-41786A03FCF4}" type="presParOf" srcId="{204BC467-4797-4274-8DFD-AC1A9A96ED26}" destId="{633CFB07-A83B-410F-BE7A-1895B0913B71}" srcOrd="0" destOrd="0" presId="urn:microsoft.com/office/officeart/2008/layout/LinedList"/>
    <dgm:cxn modelId="{2F36EFA5-ECF3-4DD3-8DD1-2074B3AA32EE}" type="presParOf" srcId="{204BC467-4797-4274-8DFD-AC1A9A96ED26}" destId="{5E5088B2-2F41-4C04-89A3-63170F10F9CF}" srcOrd="1" destOrd="0" presId="urn:microsoft.com/office/officeart/2008/layout/LinedList"/>
    <dgm:cxn modelId="{9760DD50-7805-491C-BC2C-94FB23269075}" type="presParOf" srcId="{5E5088B2-2F41-4C04-89A3-63170F10F9CF}" destId="{07A258B3-1E4C-4FAD-A3EC-BE4CA7380285}" srcOrd="0" destOrd="0" presId="urn:microsoft.com/office/officeart/2008/layout/LinedList"/>
    <dgm:cxn modelId="{81C8E370-8FAD-4FEC-912F-B4D28A1A2A8D}" type="presParOf" srcId="{5E5088B2-2F41-4C04-89A3-63170F10F9CF}" destId="{62BE0C0D-D68B-490A-84D0-99C4C5AF7F34}" srcOrd="1" destOrd="0" presId="urn:microsoft.com/office/officeart/2008/layout/LinedList"/>
    <dgm:cxn modelId="{296F123E-CBEE-4455-94FC-EF0DD04F1644}" type="presParOf" srcId="{204BC467-4797-4274-8DFD-AC1A9A96ED26}" destId="{166D4DC4-95D8-4C4D-8F44-A15A7B110D73}" srcOrd="2" destOrd="0" presId="urn:microsoft.com/office/officeart/2008/layout/LinedList"/>
    <dgm:cxn modelId="{EFFA316F-43AB-4087-AECA-8028B8764678}" type="presParOf" srcId="{204BC467-4797-4274-8DFD-AC1A9A96ED26}" destId="{CF6AB983-6443-49D2-AD4B-00E7E35719E1}" srcOrd="3" destOrd="0" presId="urn:microsoft.com/office/officeart/2008/layout/LinedList"/>
    <dgm:cxn modelId="{2767C0D8-A5CB-4245-BAB0-5BAC8D7693F7}" type="presParOf" srcId="{CF6AB983-6443-49D2-AD4B-00E7E35719E1}" destId="{9511AF22-C994-4379-A823-DFE7ABBBC1DB}" srcOrd="0" destOrd="0" presId="urn:microsoft.com/office/officeart/2008/layout/LinedList"/>
    <dgm:cxn modelId="{36ED3F6C-C8F9-428D-84FD-B958C6889EBB}" type="presParOf" srcId="{CF6AB983-6443-49D2-AD4B-00E7E35719E1}" destId="{CB2E50D1-3FCB-446A-8E4E-9DF27EC485E8}" srcOrd="1" destOrd="0" presId="urn:microsoft.com/office/officeart/2008/layout/LinedList"/>
    <dgm:cxn modelId="{01879DED-92C1-4327-81C4-DDB399AA9B38}" type="presParOf" srcId="{204BC467-4797-4274-8DFD-AC1A9A96ED26}" destId="{27C6A2CC-7430-4873-836A-07FFDBDF92D7}" srcOrd="4" destOrd="0" presId="urn:microsoft.com/office/officeart/2008/layout/LinedList"/>
    <dgm:cxn modelId="{9575F422-91A1-494C-91C3-6881A352C2FB}" type="presParOf" srcId="{204BC467-4797-4274-8DFD-AC1A9A96ED26}" destId="{0ADEE4D3-7DF2-40E1-B623-31AC776AD17C}" srcOrd="5" destOrd="0" presId="urn:microsoft.com/office/officeart/2008/layout/LinedList"/>
    <dgm:cxn modelId="{099D094F-D09F-4EFB-B5B2-46DAE2289522}" type="presParOf" srcId="{0ADEE4D3-7DF2-40E1-B623-31AC776AD17C}" destId="{6F7997B2-541A-4BEA-B07F-B9DF99AC8A7A}" srcOrd="0" destOrd="0" presId="urn:microsoft.com/office/officeart/2008/layout/LinedList"/>
    <dgm:cxn modelId="{FC1FDCFE-80AB-4CF5-A774-0B8E8456E395}" type="presParOf" srcId="{0ADEE4D3-7DF2-40E1-B623-31AC776AD17C}" destId="{0AFBAD37-0C0D-49E9-BF01-6429B887BE31}" srcOrd="1" destOrd="0" presId="urn:microsoft.com/office/officeart/2008/layout/LinedList"/>
    <dgm:cxn modelId="{17A3BC6D-7E3C-45C3-BAA1-FB5FB02EBB30}" type="presParOf" srcId="{204BC467-4797-4274-8DFD-AC1A9A96ED26}" destId="{AC9E2D02-F8FE-4AB5-97D2-860DD39D3E2B}" srcOrd="6" destOrd="0" presId="urn:microsoft.com/office/officeart/2008/layout/LinedList"/>
    <dgm:cxn modelId="{FB8DFF97-5911-443F-A183-AD3B91305001}" type="presParOf" srcId="{204BC467-4797-4274-8DFD-AC1A9A96ED26}" destId="{C0ACACA8-0DB5-422E-B0AB-6E11F257297E}" srcOrd="7" destOrd="0" presId="urn:microsoft.com/office/officeart/2008/layout/LinedList"/>
    <dgm:cxn modelId="{93F22172-8B44-4735-A182-4CC26B26AE95}" type="presParOf" srcId="{C0ACACA8-0DB5-422E-B0AB-6E11F257297E}" destId="{83B8B2CC-567C-4FFD-82EE-8F0018EFE146}" srcOrd="0" destOrd="0" presId="urn:microsoft.com/office/officeart/2008/layout/LinedList"/>
    <dgm:cxn modelId="{BBEF1939-F5EB-4BE5-BE81-7152C29DD854}" type="presParOf" srcId="{C0ACACA8-0DB5-422E-B0AB-6E11F257297E}" destId="{7F41B3F8-1EB6-4AF6-AE6E-AA76854A1EDE}" srcOrd="1" destOrd="0" presId="urn:microsoft.com/office/officeart/2008/layout/LinedList"/>
    <dgm:cxn modelId="{E24C9BC8-F459-401A-B6D5-0A294A728AC4}" type="presParOf" srcId="{204BC467-4797-4274-8DFD-AC1A9A96ED26}" destId="{828D0797-6568-45AF-A820-9D1F09BBE67C}" srcOrd="8" destOrd="0" presId="urn:microsoft.com/office/officeart/2008/layout/LinedList"/>
    <dgm:cxn modelId="{CB7A7699-2FA7-4368-96A6-E1F3847A984E}" type="presParOf" srcId="{204BC467-4797-4274-8DFD-AC1A9A96ED26}" destId="{36251133-C10A-4CD6-8D46-47242D31A239}" srcOrd="9" destOrd="0" presId="urn:microsoft.com/office/officeart/2008/layout/LinedList"/>
    <dgm:cxn modelId="{A9A10261-A876-45BD-8899-6DCB6A6C5138}" type="presParOf" srcId="{36251133-C10A-4CD6-8D46-47242D31A239}" destId="{11C3B7BD-A82C-4061-BDA1-71E7DF297D9B}" srcOrd="0" destOrd="0" presId="urn:microsoft.com/office/officeart/2008/layout/LinedList"/>
    <dgm:cxn modelId="{DEB60F46-DA34-4E0B-B10F-E7E13ECD44A4}" type="presParOf" srcId="{36251133-C10A-4CD6-8D46-47242D31A239}" destId="{0E0B860B-B275-46DE-9C73-4342D6A4779F}"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AC4F61A-E0C3-4B81-82C4-523ECB3306EF}"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C5BD23EE-C1AD-4F16-91D1-C3646ED0E041}">
      <dgm:prSet/>
      <dgm:spPr/>
      <dgm:t>
        <a:bodyPr/>
        <a:lstStyle/>
        <a:p>
          <a:r>
            <a:rPr lang="en-US" baseline="0" dirty="0"/>
            <a:t>Perceived control</a:t>
          </a:r>
          <a:endParaRPr lang="en-US" dirty="0"/>
        </a:p>
      </dgm:t>
    </dgm:pt>
    <dgm:pt modelId="{C68925FF-2D42-4B06-A1CF-3898ECF8EF1B}" type="parTrans" cxnId="{A8F8362C-6400-4990-8AE7-6D7777C50EB2}">
      <dgm:prSet/>
      <dgm:spPr/>
      <dgm:t>
        <a:bodyPr/>
        <a:lstStyle/>
        <a:p>
          <a:endParaRPr lang="en-US"/>
        </a:p>
      </dgm:t>
    </dgm:pt>
    <dgm:pt modelId="{61B5F4F0-C1CE-478F-9B7D-04DD0F144E17}" type="sibTrans" cxnId="{A8F8362C-6400-4990-8AE7-6D7777C50EB2}">
      <dgm:prSet/>
      <dgm:spPr/>
      <dgm:t>
        <a:bodyPr/>
        <a:lstStyle/>
        <a:p>
          <a:endParaRPr lang="en-US"/>
        </a:p>
      </dgm:t>
    </dgm:pt>
    <dgm:pt modelId="{452C0895-DF18-4FBD-8581-F78919615FB9}">
      <dgm:prSet/>
      <dgm:spPr/>
      <dgm:t>
        <a:bodyPr/>
        <a:lstStyle/>
        <a:p>
          <a:r>
            <a:rPr lang="en-US" baseline="0"/>
            <a:t>Social support</a:t>
          </a:r>
          <a:endParaRPr lang="en-US"/>
        </a:p>
      </dgm:t>
    </dgm:pt>
    <dgm:pt modelId="{105F6B2B-5170-4EE8-A9CA-5E6D446DA667}" type="parTrans" cxnId="{E7AA2E0A-686C-4855-8B19-7A5B60EEFF9B}">
      <dgm:prSet/>
      <dgm:spPr/>
      <dgm:t>
        <a:bodyPr/>
        <a:lstStyle/>
        <a:p>
          <a:endParaRPr lang="en-US"/>
        </a:p>
      </dgm:t>
    </dgm:pt>
    <dgm:pt modelId="{96067F76-7A26-451B-BA1F-CC117B5A8739}" type="sibTrans" cxnId="{E7AA2E0A-686C-4855-8B19-7A5B60EEFF9B}">
      <dgm:prSet/>
      <dgm:spPr/>
      <dgm:t>
        <a:bodyPr/>
        <a:lstStyle/>
        <a:p>
          <a:endParaRPr lang="en-US"/>
        </a:p>
      </dgm:t>
    </dgm:pt>
    <dgm:pt modelId="{36608743-535D-40FE-807B-C4DB9759FAAD}">
      <dgm:prSet/>
      <dgm:spPr/>
      <dgm:t>
        <a:bodyPr/>
        <a:lstStyle/>
        <a:p>
          <a:r>
            <a:rPr lang="en-US" baseline="0"/>
            <a:t>Relaxation response techniques</a:t>
          </a:r>
          <a:endParaRPr lang="en-US"/>
        </a:p>
      </dgm:t>
    </dgm:pt>
    <dgm:pt modelId="{0A4E8708-B612-4D76-A830-6DB6666C7D3A}" type="parTrans" cxnId="{0C3FACBE-C496-42E2-94F0-1302622B62FB}">
      <dgm:prSet/>
      <dgm:spPr/>
      <dgm:t>
        <a:bodyPr/>
        <a:lstStyle/>
        <a:p>
          <a:endParaRPr lang="en-US"/>
        </a:p>
      </dgm:t>
    </dgm:pt>
    <dgm:pt modelId="{61A7BF2E-D391-4BAB-B98E-88646278A58C}" type="sibTrans" cxnId="{0C3FACBE-C496-42E2-94F0-1302622B62FB}">
      <dgm:prSet/>
      <dgm:spPr/>
      <dgm:t>
        <a:bodyPr/>
        <a:lstStyle/>
        <a:p>
          <a:endParaRPr lang="en-US"/>
        </a:p>
      </dgm:t>
    </dgm:pt>
    <dgm:pt modelId="{049E1E73-1AA6-4ED1-A1DB-F52FAD2CFA41}">
      <dgm:prSet/>
      <dgm:spPr/>
      <dgm:t>
        <a:bodyPr/>
        <a:lstStyle/>
        <a:p>
          <a:r>
            <a:rPr lang="en-US" baseline="0"/>
            <a:t>Biofeedback</a:t>
          </a:r>
          <a:endParaRPr lang="en-US"/>
        </a:p>
      </dgm:t>
    </dgm:pt>
    <dgm:pt modelId="{443FC3E0-8539-43C3-A705-887DB271960E}" type="parTrans" cxnId="{E431C6BD-AB14-48C1-9593-DE79D7F773CA}">
      <dgm:prSet/>
      <dgm:spPr/>
      <dgm:t>
        <a:bodyPr/>
        <a:lstStyle/>
        <a:p>
          <a:endParaRPr lang="en-US"/>
        </a:p>
      </dgm:t>
    </dgm:pt>
    <dgm:pt modelId="{62C96BF8-4F6F-4768-838E-9ED671C67EB1}" type="sibTrans" cxnId="{E431C6BD-AB14-48C1-9593-DE79D7F773CA}">
      <dgm:prSet/>
      <dgm:spPr/>
      <dgm:t>
        <a:bodyPr/>
        <a:lstStyle/>
        <a:p>
          <a:endParaRPr lang="en-US"/>
        </a:p>
      </dgm:t>
    </dgm:pt>
    <dgm:pt modelId="{A77D13D0-0D90-4F1F-8817-BA1D27A1FA70}" type="pres">
      <dgm:prSet presAssocID="{0AC4F61A-E0C3-4B81-82C4-523ECB3306EF}" presName="hierChild1" presStyleCnt="0">
        <dgm:presLayoutVars>
          <dgm:chPref val="1"/>
          <dgm:dir/>
          <dgm:animOne val="branch"/>
          <dgm:animLvl val="lvl"/>
          <dgm:resizeHandles/>
        </dgm:presLayoutVars>
      </dgm:prSet>
      <dgm:spPr/>
    </dgm:pt>
    <dgm:pt modelId="{AF61F1FF-075A-4449-841E-787520545C19}" type="pres">
      <dgm:prSet presAssocID="{C5BD23EE-C1AD-4F16-91D1-C3646ED0E041}" presName="hierRoot1" presStyleCnt="0"/>
      <dgm:spPr/>
    </dgm:pt>
    <dgm:pt modelId="{C0022660-D82B-4326-8262-D1FEE34E1B61}" type="pres">
      <dgm:prSet presAssocID="{C5BD23EE-C1AD-4F16-91D1-C3646ED0E041}" presName="composite" presStyleCnt="0"/>
      <dgm:spPr/>
    </dgm:pt>
    <dgm:pt modelId="{5B5391C3-E4B0-4FB4-9FAB-DAA3EF8D6399}" type="pres">
      <dgm:prSet presAssocID="{C5BD23EE-C1AD-4F16-91D1-C3646ED0E041}" presName="background" presStyleLbl="node0" presStyleIdx="0" presStyleCnt="4"/>
      <dgm:spPr/>
    </dgm:pt>
    <dgm:pt modelId="{10C3A6A3-13A3-48D7-981A-05F9D0ED8BD5}" type="pres">
      <dgm:prSet presAssocID="{C5BD23EE-C1AD-4F16-91D1-C3646ED0E041}" presName="text" presStyleLbl="fgAcc0" presStyleIdx="0" presStyleCnt="4">
        <dgm:presLayoutVars>
          <dgm:chPref val="3"/>
        </dgm:presLayoutVars>
      </dgm:prSet>
      <dgm:spPr/>
    </dgm:pt>
    <dgm:pt modelId="{79464609-150B-44D1-8F41-C2039C62C03F}" type="pres">
      <dgm:prSet presAssocID="{C5BD23EE-C1AD-4F16-91D1-C3646ED0E041}" presName="hierChild2" presStyleCnt="0"/>
      <dgm:spPr/>
    </dgm:pt>
    <dgm:pt modelId="{51B550A6-1A73-4041-8A3F-7AB3C45A7BAB}" type="pres">
      <dgm:prSet presAssocID="{452C0895-DF18-4FBD-8581-F78919615FB9}" presName="hierRoot1" presStyleCnt="0"/>
      <dgm:spPr/>
    </dgm:pt>
    <dgm:pt modelId="{3FDD775F-7566-4882-9CAA-A96FA2025247}" type="pres">
      <dgm:prSet presAssocID="{452C0895-DF18-4FBD-8581-F78919615FB9}" presName="composite" presStyleCnt="0"/>
      <dgm:spPr/>
    </dgm:pt>
    <dgm:pt modelId="{95122526-BC53-4638-AE5D-C920E352DA16}" type="pres">
      <dgm:prSet presAssocID="{452C0895-DF18-4FBD-8581-F78919615FB9}" presName="background" presStyleLbl="node0" presStyleIdx="1" presStyleCnt="4"/>
      <dgm:spPr/>
    </dgm:pt>
    <dgm:pt modelId="{9E06CD6E-9B26-446F-B986-37AD4A384C33}" type="pres">
      <dgm:prSet presAssocID="{452C0895-DF18-4FBD-8581-F78919615FB9}" presName="text" presStyleLbl="fgAcc0" presStyleIdx="1" presStyleCnt="4">
        <dgm:presLayoutVars>
          <dgm:chPref val="3"/>
        </dgm:presLayoutVars>
      </dgm:prSet>
      <dgm:spPr/>
    </dgm:pt>
    <dgm:pt modelId="{4EF2E8C2-9202-4CB4-B181-B4D636DF803E}" type="pres">
      <dgm:prSet presAssocID="{452C0895-DF18-4FBD-8581-F78919615FB9}" presName="hierChild2" presStyleCnt="0"/>
      <dgm:spPr/>
    </dgm:pt>
    <dgm:pt modelId="{4E9C36D7-C14E-46D0-BD48-D11FD40191C9}" type="pres">
      <dgm:prSet presAssocID="{36608743-535D-40FE-807B-C4DB9759FAAD}" presName="hierRoot1" presStyleCnt="0"/>
      <dgm:spPr/>
    </dgm:pt>
    <dgm:pt modelId="{CA566C78-62F8-439B-A6B6-C829D07BEAA9}" type="pres">
      <dgm:prSet presAssocID="{36608743-535D-40FE-807B-C4DB9759FAAD}" presName="composite" presStyleCnt="0"/>
      <dgm:spPr/>
    </dgm:pt>
    <dgm:pt modelId="{167E8D7C-26DB-4E10-A351-36904A4ED1D6}" type="pres">
      <dgm:prSet presAssocID="{36608743-535D-40FE-807B-C4DB9759FAAD}" presName="background" presStyleLbl="node0" presStyleIdx="2" presStyleCnt="4"/>
      <dgm:spPr/>
    </dgm:pt>
    <dgm:pt modelId="{C14D8016-F7BA-4A67-B10E-7675859ECFF1}" type="pres">
      <dgm:prSet presAssocID="{36608743-535D-40FE-807B-C4DB9759FAAD}" presName="text" presStyleLbl="fgAcc0" presStyleIdx="2" presStyleCnt="4">
        <dgm:presLayoutVars>
          <dgm:chPref val="3"/>
        </dgm:presLayoutVars>
      </dgm:prSet>
      <dgm:spPr/>
    </dgm:pt>
    <dgm:pt modelId="{14F0221E-8EF3-47D3-ABE9-E93978CAC549}" type="pres">
      <dgm:prSet presAssocID="{36608743-535D-40FE-807B-C4DB9759FAAD}" presName="hierChild2" presStyleCnt="0"/>
      <dgm:spPr/>
    </dgm:pt>
    <dgm:pt modelId="{AD15D37C-4465-4177-BB88-FDF8A3913F46}" type="pres">
      <dgm:prSet presAssocID="{049E1E73-1AA6-4ED1-A1DB-F52FAD2CFA41}" presName="hierRoot1" presStyleCnt="0"/>
      <dgm:spPr/>
    </dgm:pt>
    <dgm:pt modelId="{9C40CAEA-70CF-44CC-9B66-773ED9EDAB47}" type="pres">
      <dgm:prSet presAssocID="{049E1E73-1AA6-4ED1-A1DB-F52FAD2CFA41}" presName="composite" presStyleCnt="0"/>
      <dgm:spPr/>
    </dgm:pt>
    <dgm:pt modelId="{20B08678-C70E-48EB-927F-F23259B4C531}" type="pres">
      <dgm:prSet presAssocID="{049E1E73-1AA6-4ED1-A1DB-F52FAD2CFA41}" presName="background" presStyleLbl="node0" presStyleIdx="3" presStyleCnt="4"/>
      <dgm:spPr/>
    </dgm:pt>
    <dgm:pt modelId="{C95A70C8-D616-499B-865B-166427405B4C}" type="pres">
      <dgm:prSet presAssocID="{049E1E73-1AA6-4ED1-A1DB-F52FAD2CFA41}" presName="text" presStyleLbl="fgAcc0" presStyleIdx="3" presStyleCnt="4">
        <dgm:presLayoutVars>
          <dgm:chPref val="3"/>
        </dgm:presLayoutVars>
      </dgm:prSet>
      <dgm:spPr/>
    </dgm:pt>
    <dgm:pt modelId="{81764912-AE94-4F5D-A600-13FD56D5363D}" type="pres">
      <dgm:prSet presAssocID="{049E1E73-1AA6-4ED1-A1DB-F52FAD2CFA41}" presName="hierChild2" presStyleCnt="0"/>
      <dgm:spPr/>
    </dgm:pt>
  </dgm:ptLst>
  <dgm:cxnLst>
    <dgm:cxn modelId="{E7AA2E0A-686C-4855-8B19-7A5B60EEFF9B}" srcId="{0AC4F61A-E0C3-4B81-82C4-523ECB3306EF}" destId="{452C0895-DF18-4FBD-8581-F78919615FB9}" srcOrd="1" destOrd="0" parTransId="{105F6B2B-5170-4EE8-A9CA-5E6D446DA667}" sibTransId="{96067F76-7A26-451B-BA1F-CC117B5A8739}"/>
    <dgm:cxn modelId="{A8F8362C-6400-4990-8AE7-6D7777C50EB2}" srcId="{0AC4F61A-E0C3-4B81-82C4-523ECB3306EF}" destId="{C5BD23EE-C1AD-4F16-91D1-C3646ED0E041}" srcOrd="0" destOrd="0" parTransId="{C68925FF-2D42-4B06-A1CF-3898ECF8EF1B}" sibTransId="{61B5F4F0-C1CE-478F-9B7D-04DD0F144E17}"/>
    <dgm:cxn modelId="{1457763A-2382-4F1C-81DA-42B3742A3A21}" type="presOf" srcId="{049E1E73-1AA6-4ED1-A1DB-F52FAD2CFA41}" destId="{C95A70C8-D616-499B-865B-166427405B4C}" srcOrd="0" destOrd="0" presId="urn:microsoft.com/office/officeart/2005/8/layout/hierarchy1"/>
    <dgm:cxn modelId="{8F23A25C-00C3-4DC6-A45F-20D68B86DC79}" type="presOf" srcId="{36608743-535D-40FE-807B-C4DB9759FAAD}" destId="{C14D8016-F7BA-4A67-B10E-7675859ECFF1}" srcOrd="0" destOrd="0" presId="urn:microsoft.com/office/officeart/2005/8/layout/hierarchy1"/>
    <dgm:cxn modelId="{B9FDA641-F617-472E-AD9F-D4CBE21DB0DF}" type="presOf" srcId="{452C0895-DF18-4FBD-8581-F78919615FB9}" destId="{9E06CD6E-9B26-446F-B986-37AD4A384C33}" srcOrd="0" destOrd="0" presId="urn:microsoft.com/office/officeart/2005/8/layout/hierarchy1"/>
    <dgm:cxn modelId="{E431C6BD-AB14-48C1-9593-DE79D7F773CA}" srcId="{0AC4F61A-E0C3-4B81-82C4-523ECB3306EF}" destId="{049E1E73-1AA6-4ED1-A1DB-F52FAD2CFA41}" srcOrd="3" destOrd="0" parTransId="{443FC3E0-8539-43C3-A705-887DB271960E}" sibTransId="{62C96BF8-4F6F-4768-838E-9ED671C67EB1}"/>
    <dgm:cxn modelId="{0C3FACBE-C496-42E2-94F0-1302622B62FB}" srcId="{0AC4F61A-E0C3-4B81-82C4-523ECB3306EF}" destId="{36608743-535D-40FE-807B-C4DB9759FAAD}" srcOrd="2" destOrd="0" parTransId="{0A4E8708-B612-4D76-A830-6DB6666C7D3A}" sibTransId="{61A7BF2E-D391-4BAB-B98E-88646278A58C}"/>
    <dgm:cxn modelId="{67123DD1-1B00-4D35-A621-36F8BE8333BA}" type="presOf" srcId="{C5BD23EE-C1AD-4F16-91D1-C3646ED0E041}" destId="{10C3A6A3-13A3-48D7-981A-05F9D0ED8BD5}" srcOrd="0" destOrd="0" presId="urn:microsoft.com/office/officeart/2005/8/layout/hierarchy1"/>
    <dgm:cxn modelId="{768FB0DF-A014-441B-A9E9-1D6122922C46}" type="presOf" srcId="{0AC4F61A-E0C3-4B81-82C4-523ECB3306EF}" destId="{A77D13D0-0D90-4F1F-8817-BA1D27A1FA70}" srcOrd="0" destOrd="0" presId="urn:microsoft.com/office/officeart/2005/8/layout/hierarchy1"/>
    <dgm:cxn modelId="{49E27CC5-9638-407D-9E46-13F83DCEE52D}" type="presParOf" srcId="{A77D13D0-0D90-4F1F-8817-BA1D27A1FA70}" destId="{AF61F1FF-075A-4449-841E-787520545C19}" srcOrd="0" destOrd="0" presId="urn:microsoft.com/office/officeart/2005/8/layout/hierarchy1"/>
    <dgm:cxn modelId="{3546919D-F501-462C-8D35-29FECBE4C254}" type="presParOf" srcId="{AF61F1FF-075A-4449-841E-787520545C19}" destId="{C0022660-D82B-4326-8262-D1FEE34E1B61}" srcOrd="0" destOrd="0" presId="urn:microsoft.com/office/officeart/2005/8/layout/hierarchy1"/>
    <dgm:cxn modelId="{FE84F079-2C1D-4E41-A0D0-FA0C57F62587}" type="presParOf" srcId="{C0022660-D82B-4326-8262-D1FEE34E1B61}" destId="{5B5391C3-E4B0-4FB4-9FAB-DAA3EF8D6399}" srcOrd="0" destOrd="0" presId="urn:microsoft.com/office/officeart/2005/8/layout/hierarchy1"/>
    <dgm:cxn modelId="{1821B8E8-AF99-4332-8DF6-CC893EF49073}" type="presParOf" srcId="{C0022660-D82B-4326-8262-D1FEE34E1B61}" destId="{10C3A6A3-13A3-48D7-981A-05F9D0ED8BD5}" srcOrd="1" destOrd="0" presId="urn:microsoft.com/office/officeart/2005/8/layout/hierarchy1"/>
    <dgm:cxn modelId="{DF30E53E-84FB-4AE8-A497-E7EDD6F238D9}" type="presParOf" srcId="{AF61F1FF-075A-4449-841E-787520545C19}" destId="{79464609-150B-44D1-8F41-C2039C62C03F}" srcOrd="1" destOrd="0" presId="urn:microsoft.com/office/officeart/2005/8/layout/hierarchy1"/>
    <dgm:cxn modelId="{C8172008-C922-4F69-B7F7-33F1F0A2E69D}" type="presParOf" srcId="{A77D13D0-0D90-4F1F-8817-BA1D27A1FA70}" destId="{51B550A6-1A73-4041-8A3F-7AB3C45A7BAB}" srcOrd="1" destOrd="0" presId="urn:microsoft.com/office/officeart/2005/8/layout/hierarchy1"/>
    <dgm:cxn modelId="{833456B2-09F1-49FA-B4A3-5B250CBD4BE8}" type="presParOf" srcId="{51B550A6-1A73-4041-8A3F-7AB3C45A7BAB}" destId="{3FDD775F-7566-4882-9CAA-A96FA2025247}" srcOrd="0" destOrd="0" presId="urn:microsoft.com/office/officeart/2005/8/layout/hierarchy1"/>
    <dgm:cxn modelId="{14CEF8BB-CC47-4960-A5C7-8F47038759D7}" type="presParOf" srcId="{3FDD775F-7566-4882-9CAA-A96FA2025247}" destId="{95122526-BC53-4638-AE5D-C920E352DA16}" srcOrd="0" destOrd="0" presId="urn:microsoft.com/office/officeart/2005/8/layout/hierarchy1"/>
    <dgm:cxn modelId="{7E1AF37C-7179-4893-BFDB-41850260EDA2}" type="presParOf" srcId="{3FDD775F-7566-4882-9CAA-A96FA2025247}" destId="{9E06CD6E-9B26-446F-B986-37AD4A384C33}" srcOrd="1" destOrd="0" presId="urn:microsoft.com/office/officeart/2005/8/layout/hierarchy1"/>
    <dgm:cxn modelId="{3BE14784-67CE-4FBC-A179-D3849282F1C6}" type="presParOf" srcId="{51B550A6-1A73-4041-8A3F-7AB3C45A7BAB}" destId="{4EF2E8C2-9202-4CB4-B181-B4D636DF803E}" srcOrd="1" destOrd="0" presId="urn:microsoft.com/office/officeart/2005/8/layout/hierarchy1"/>
    <dgm:cxn modelId="{85C1A140-D52D-4C14-9299-D1EA23EC4BB0}" type="presParOf" srcId="{A77D13D0-0D90-4F1F-8817-BA1D27A1FA70}" destId="{4E9C36D7-C14E-46D0-BD48-D11FD40191C9}" srcOrd="2" destOrd="0" presId="urn:microsoft.com/office/officeart/2005/8/layout/hierarchy1"/>
    <dgm:cxn modelId="{CCC1E347-9E51-4465-89EE-29882A2097A6}" type="presParOf" srcId="{4E9C36D7-C14E-46D0-BD48-D11FD40191C9}" destId="{CA566C78-62F8-439B-A6B6-C829D07BEAA9}" srcOrd="0" destOrd="0" presId="urn:microsoft.com/office/officeart/2005/8/layout/hierarchy1"/>
    <dgm:cxn modelId="{9E01DAE0-747C-49CC-9AD5-65D5E7FF3A36}" type="presParOf" srcId="{CA566C78-62F8-439B-A6B6-C829D07BEAA9}" destId="{167E8D7C-26DB-4E10-A351-36904A4ED1D6}" srcOrd="0" destOrd="0" presId="urn:microsoft.com/office/officeart/2005/8/layout/hierarchy1"/>
    <dgm:cxn modelId="{A3D2D36E-1238-4059-8D0A-23E5DC1A137D}" type="presParOf" srcId="{CA566C78-62F8-439B-A6B6-C829D07BEAA9}" destId="{C14D8016-F7BA-4A67-B10E-7675859ECFF1}" srcOrd="1" destOrd="0" presId="urn:microsoft.com/office/officeart/2005/8/layout/hierarchy1"/>
    <dgm:cxn modelId="{78833655-2232-49C7-A2D5-4E0AEAFF3A80}" type="presParOf" srcId="{4E9C36D7-C14E-46D0-BD48-D11FD40191C9}" destId="{14F0221E-8EF3-47D3-ABE9-E93978CAC549}" srcOrd="1" destOrd="0" presId="urn:microsoft.com/office/officeart/2005/8/layout/hierarchy1"/>
    <dgm:cxn modelId="{0412E5AF-DEAC-4ED8-893F-1F579C29AB30}" type="presParOf" srcId="{A77D13D0-0D90-4F1F-8817-BA1D27A1FA70}" destId="{AD15D37C-4465-4177-BB88-FDF8A3913F46}" srcOrd="3" destOrd="0" presId="urn:microsoft.com/office/officeart/2005/8/layout/hierarchy1"/>
    <dgm:cxn modelId="{CCCFD0C4-3194-4517-B4D8-CBFF69ABC7D6}" type="presParOf" srcId="{AD15D37C-4465-4177-BB88-FDF8A3913F46}" destId="{9C40CAEA-70CF-44CC-9B66-773ED9EDAB47}" srcOrd="0" destOrd="0" presId="urn:microsoft.com/office/officeart/2005/8/layout/hierarchy1"/>
    <dgm:cxn modelId="{C8619087-8EDC-40C5-B5E0-A6B779842EB7}" type="presParOf" srcId="{9C40CAEA-70CF-44CC-9B66-773ED9EDAB47}" destId="{20B08678-C70E-48EB-927F-F23259B4C531}" srcOrd="0" destOrd="0" presId="urn:microsoft.com/office/officeart/2005/8/layout/hierarchy1"/>
    <dgm:cxn modelId="{396F5460-1197-4B34-BD6C-893153B1421A}" type="presParOf" srcId="{9C40CAEA-70CF-44CC-9B66-773ED9EDAB47}" destId="{C95A70C8-D616-499B-865B-166427405B4C}" srcOrd="1" destOrd="0" presId="urn:microsoft.com/office/officeart/2005/8/layout/hierarchy1"/>
    <dgm:cxn modelId="{0B635913-BD46-452D-8986-8A68D890F91D}" type="presParOf" srcId="{AD15D37C-4465-4177-BB88-FDF8A3913F46}" destId="{81764912-AE94-4F5D-A600-13FD56D5363D}"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F66BCE-0F8F-467D-AA6C-4A675FF3641E}">
      <dsp:nvSpPr>
        <dsp:cNvPr id="0" name=""/>
        <dsp:cNvSpPr/>
      </dsp:nvSpPr>
      <dsp:spPr>
        <a:xfrm>
          <a:off x="3080" y="1265937"/>
          <a:ext cx="2199649" cy="139677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060A89E-7B9E-454A-A3FE-4D940ACBFBC0}">
      <dsp:nvSpPr>
        <dsp:cNvPr id="0" name=""/>
        <dsp:cNvSpPr/>
      </dsp:nvSpPr>
      <dsp:spPr>
        <a:xfrm>
          <a:off x="247486" y="1498122"/>
          <a:ext cx="2199649" cy="139677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baseline="0"/>
            <a:t>Traumatic events</a:t>
          </a:r>
          <a:endParaRPr lang="en-US" sz="2400" kern="1200"/>
        </a:p>
      </dsp:txBody>
      <dsp:txXfrm>
        <a:off x="288396" y="1539032"/>
        <a:ext cx="2117829" cy="1314957"/>
      </dsp:txXfrm>
    </dsp:sp>
    <dsp:sp modelId="{ECB45F66-7604-4829-81ED-E5BB36C7E096}">
      <dsp:nvSpPr>
        <dsp:cNvPr id="0" name=""/>
        <dsp:cNvSpPr/>
      </dsp:nvSpPr>
      <dsp:spPr>
        <a:xfrm>
          <a:off x="2691541" y="1265937"/>
          <a:ext cx="2199649" cy="139677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F1C870D-58EA-445E-9C80-C4B732140EEC}">
      <dsp:nvSpPr>
        <dsp:cNvPr id="0" name=""/>
        <dsp:cNvSpPr/>
      </dsp:nvSpPr>
      <dsp:spPr>
        <a:xfrm>
          <a:off x="2935947" y="1498122"/>
          <a:ext cx="2199649" cy="139677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baseline="0"/>
            <a:t>Life changes</a:t>
          </a:r>
          <a:endParaRPr lang="en-US" sz="2400" kern="1200"/>
        </a:p>
      </dsp:txBody>
      <dsp:txXfrm>
        <a:off x="2976857" y="1539032"/>
        <a:ext cx="2117829" cy="1314957"/>
      </dsp:txXfrm>
    </dsp:sp>
    <dsp:sp modelId="{1B3594D3-4E3F-405D-8BE9-D56B9E4CC3C4}">
      <dsp:nvSpPr>
        <dsp:cNvPr id="0" name=""/>
        <dsp:cNvSpPr/>
      </dsp:nvSpPr>
      <dsp:spPr>
        <a:xfrm>
          <a:off x="5380002" y="1265937"/>
          <a:ext cx="2199649" cy="139677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9D528E6-DF11-4FA5-AD9C-FA4D87C190D4}">
      <dsp:nvSpPr>
        <dsp:cNvPr id="0" name=""/>
        <dsp:cNvSpPr/>
      </dsp:nvSpPr>
      <dsp:spPr>
        <a:xfrm>
          <a:off x="5624408" y="1498122"/>
          <a:ext cx="2199649" cy="139677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baseline="0" dirty="0"/>
            <a:t>Daily hassles</a:t>
          </a:r>
          <a:endParaRPr lang="en-US" sz="2400" kern="1200" dirty="0"/>
        </a:p>
      </dsp:txBody>
      <dsp:txXfrm>
        <a:off x="5665318" y="1539032"/>
        <a:ext cx="2117829" cy="1314957"/>
      </dsp:txXfrm>
    </dsp:sp>
    <dsp:sp modelId="{8ECCFEFA-D80D-47DE-B174-0529047D5CB9}">
      <dsp:nvSpPr>
        <dsp:cNvPr id="0" name=""/>
        <dsp:cNvSpPr/>
      </dsp:nvSpPr>
      <dsp:spPr>
        <a:xfrm>
          <a:off x="8068463" y="1265937"/>
          <a:ext cx="2199649" cy="139677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AF706C4-7A85-4AA5-AFA2-C081F137D290}">
      <dsp:nvSpPr>
        <dsp:cNvPr id="0" name=""/>
        <dsp:cNvSpPr/>
      </dsp:nvSpPr>
      <dsp:spPr>
        <a:xfrm>
          <a:off x="8312869" y="1498122"/>
          <a:ext cx="2199649" cy="139677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baseline="0"/>
            <a:t>Occupation-related stressors</a:t>
          </a:r>
          <a:endParaRPr lang="en-US" sz="2400" kern="1200"/>
        </a:p>
      </dsp:txBody>
      <dsp:txXfrm>
        <a:off x="8353779" y="1539032"/>
        <a:ext cx="2117829" cy="131495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3CFB07-A83B-410F-BE7A-1895B0913B71}">
      <dsp:nvSpPr>
        <dsp:cNvPr id="0" name=""/>
        <dsp:cNvSpPr/>
      </dsp:nvSpPr>
      <dsp:spPr>
        <a:xfrm>
          <a:off x="0" y="507"/>
          <a:ext cx="10515600" cy="0"/>
        </a:xfrm>
        <a:prstGeom prst="lin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07A258B3-1E4C-4FAD-A3EC-BE4CA7380285}">
      <dsp:nvSpPr>
        <dsp:cNvPr id="0" name=""/>
        <dsp:cNvSpPr/>
      </dsp:nvSpPr>
      <dsp:spPr>
        <a:xfrm>
          <a:off x="0" y="507"/>
          <a:ext cx="10515600" cy="8319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baseline="0"/>
            <a:t>Immunosuppression</a:t>
          </a:r>
          <a:endParaRPr lang="en-US" sz="3800" kern="1200"/>
        </a:p>
      </dsp:txBody>
      <dsp:txXfrm>
        <a:off x="0" y="507"/>
        <a:ext cx="10515600" cy="831964"/>
      </dsp:txXfrm>
    </dsp:sp>
    <dsp:sp modelId="{166D4DC4-95D8-4C4D-8F44-A15A7B110D73}">
      <dsp:nvSpPr>
        <dsp:cNvPr id="0" name=""/>
        <dsp:cNvSpPr/>
      </dsp:nvSpPr>
      <dsp:spPr>
        <a:xfrm>
          <a:off x="0" y="832472"/>
          <a:ext cx="10515600" cy="0"/>
        </a:xfrm>
        <a:prstGeom prst="lin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9511AF22-C994-4379-A823-DFE7ABBBC1DB}">
      <dsp:nvSpPr>
        <dsp:cNvPr id="0" name=""/>
        <dsp:cNvSpPr/>
      </dsp:nvSpPr>
      <dsp:spPr>
        <a:xfrm>
          <a:off x="0" y="832472"/>
          <a:ext cx="10515600" cy="8319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baseline="0"/>
            <a:t>Autoimmune diseases</a:t>
          </a:r>
          <a:endParaRPr lang="en-US" sz="3800" kern="1200"/>
        </a:p>
      </dsp:txBody>
      <dsp:txXfrm>
        <a:off x="0" y="832472"/>
        <a:ext cx="10515600" cy="831964"/>
      </dsp:txXfrm>
    </dsp:sp>
    <dsp:sp modelId="{27C6A2CC-7430-4873-836A-07FFDBDF92D7}">
      <dsp:nvSpPr>
        <dsp:cNvPr id="0" name=""/>
        <dsp:cNvSpPr/>
      </dsp:nvSpPr>
      <dsp:spPr>
        <a:xfrm>
          <a:off x="0" y="1664436"/>
          <a:ext cx="10515600" cy="0"/>
        </a:xfrm>
        <a:prstGeom prst="lin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6F7997B2-541A-4BEA-B07F-B9DF99AC8A7A}">
      <dsp:nvSpPr>
        <dsp:cNvPr id="0" name=""/>
        <dsp:cNvSpPr/>
      </dsp:nvSpPr>
      <dsp:spPr>
        <a:xfrm>
          <a:off x="0" y="1664436"/>
          <a:ext cx="10515600" cy="8319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baseline="0"/>
            <a:t>Psychoneuroimmunology</a:t>
          </a:r>
          <a:endParaRPr lang="en-US" sz="3800" kern="1200"/>
        </a:p>
      </dsp:txBody>
      <dsp:txXfrm>
        <a:off x="0" y="1664436"/>
        <a:ext cx="10515600" cy="831964"/>
      </dsp:txXfrm>
    </dsp:sp>
    <dsp:sp modelId="{AC9E2D02-F8FE-4AB5-97D2-860DD39D3E2B}">
      <dsp:nvSpPr>
        <dsp:cNvPr id="0" name=""/>
        <dsp:cNvSpPr/>
      </dsp:nvSpPr>
      <dsp:spPr>
        <a:xfrm>
          <a:off x="0" y="2496400"/>
          <a:ext cx="10515600" cy="0"/>
        </a:xfrm>
        <a:prstGeom prst="lin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83B8B2CC-567C-4FFD-82EE-8F0018EFE146}">
      <dsp:nvSpPr>
        <dsp:cNvPr id="0" name=""/>
        <dsp:cNvSpPr/>
      </dsp:nvSpPr>
      <dsp:spPr>
        <a:xfrm>
          <a:off x="0" y="2496400"/>
          <a:ext cx="10515600" cy="8319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baseline="0"/>
            <a:t>Lymphocytes</a:t>
          </a:r>
          <a:endParaRPr lang="en-US" sz="3800" kern="1200"/>
        </a:p>
      </dsp:txBody>
      <dsp:txXfrm>
        <a:off x="0" y="2496400"/>
        <a:ext cx="10515600" cy="831964"/>
      </dsp:txXfrm>
    </dsp:sp>
    <dsp:sp modelId="{828D0797-6568-45AF-A820-9D1F09BBE67C}">
      <dsp:nvSpPr>
        <dsp:cNvPr id="0" name=""/>
        <dsp:cNvSpPr/>
      </dsp:nvSpPr>
      <dsp:spPr>
        <a:xfrm>
          <a:off x="0" y="3328364"/>
          <a:ext cx="10515600" cy="0"/>
        </a:xfrm>
        <a:prstGeom prst="lin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11C3B7BD-A82C-4061-BDA1-71E7DF297D9B}">
      <dsp:nvSpPr>
        <dsp:cNvPr id="0" name=""/>
        <dsp:cNvSpPr/>
      </dsp:nvSpPr>
      <dsp:spPr>
        <a:xfrm>
          <a:off x="0" y="3328364"/>
          <a:ext cx="10515600" cy="8319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baseline="0" dirty="0"/>
            <a:t>Lymphoma</a:t>
          </a:r>
          <a:endParaRPr lang="en-US" sz="3800" kern="1200" dirty="0"/>
        </a:p>
      </dsp:txBody>
      <dsp:txXfrm>
        <a:off x="0" y="3328364"/>
        <a:ext cx="10515600" cy="83196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5391C3-E4B0-4FB4-9FAB-DAA3EF8D6399}">
      <dsp:nvSpPr>
        <dsp:cNvPr id="0" name=""/>
        <dsp:cNvSpPr/>
      </dsp:nvSpPr>
      <dsp:spPr>
        <a:xfrm>
          <a:off x="3080" y="1265937"/>
          <a:ext cx="2199649" cy="139677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0C3A6A3-13A3-48D7-981A-05F9D0ED8BD5}">
      <dsp:nvSpPr>
        <dsp:cNvPr id="0" name=""/>
        <dsp:cNvSpPr/>
      </dsp:nvSpPr>
      <dsp:spPr>
        <a:xfrm>
          <a:off x="247486" y="1498122"/>
          <a:ext cx="2199649" cy="139677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baseline="0" dirty="0"/>
            <a:t>Perceived control</a:t>
          </a:r>
          <a:endParaRPr lang="en-US" sz="2400" kern="1200" dirty="0"/>
        </a:p>
      </dsp:txBody>
      <dsp:txXfrm>
        <a:off x="288396" y="1539032"/>
        <a:ext cx="2117829" cy="1314957"/>
      </dsp:txXfrm>
    </dsp:sp>
    <dsp:sp modelId="{95122526-BC53-4638-AE5D-C920E352DA16}">
      <dsp:nvSpPr>
        <dsp:cNvPr id="0" name=""/>
        <dsp:cNvSpPr/>
      </dsp:nvSpPr>
      <dsp:spPr>
        <a:xfrm>
          <a:off x="2691541" y="1265937"/>
          <a:ext cx="2199649" cy="139677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E06CD6E-9B26-446F-B986-37AD4A384C33}">
      <dsp:nvSpPr>
        <dsp:cNvPr id="0" name=""/>
        <dsp:cNvSpPr/>
      </dsp:nvSpPr>
      <dsp:spPr>
        <a:xfrm>
          <a:off x="2935947" y="1498122"/>
          <a:ext cx="2199649" cy="139677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baseline="0"/>
            <a:t>Social support</a:t>
          </a:r>
          <a:endParaRPr lang="en-US" sz="2400" kern="1200"/>
        </a:p>
      </dsp:txBody>
      <dsp:txXfrm>
        <a:off x="2976857" y="1539032"/>
        <a:ext cx="2117829" cy="1314957"/>
      </dsp:txXfrm>
    </dsp:sp>
    <dsp:sp modelId="{167E8D7C-26DB-4E10-A351-36904A4ED1D6}">
      <dsp:nvSpPr>
        <dsp:cNvPr id="0" name=""/>
        <dsp:cNvSpPr/>
      </dsp:nvSpPr>
      <dsp:spPr>
        <a:xfrm>
          <a:off x="5380002" y="1265937"/>
          <a:ext cx="2199649" cy="139677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14D8016-F7BA-4A67-B10E-7675859ECFF1}">
      <dsp:nvSpPr>
        <dsp:cNvPr id="0" name=""/>
        <dsp:cNvSpPr/>
      </dsp:nvSpPr>
      <dsp:spPr>
        <a:xfrm>
          <a:off x="5624408" y="1498122"/>
          <a:ext cx="2199649" cy="139677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baseline="0"/>
            <a:t>Relaxation response techniques</a:t>
          </a:r>
          <a:endParaRPr lang="en-US" sz="2400" kern="1200"/>
        </a:p>
      </dsp:txBody>
      <dsp:txXfrm>
        <a:off x="5665318" y="1539032"/>
        <a:ext cx="2117829" cy="1314957"/>
      </dsp:txXfrm>
    </dsp:sp>
    <dsp:sp modelId="{20B08678-C70E-48EB-927F-F23259B4C531}">
      <dsp:nvSpPr>
        <dsp:cNvPr id="0" name=""/>
        <dsp:cNvSpPr/>
      </dsp:nvSpPr>
      <dsp:spPr>
        <a:xfrm>
          <a:off x="8068463" y="1265937"/>
          <a:ext cx="2199649" cy="139677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95A70C8-D616-499B-865B-166427405B4C}">
      <dsp:nvSpPr>
        <dsp:cNvPr id="0" name=""/>
        <dsp:cNvSpPr/>
      </dsp:nvSpPr>
      <dsp:spPr>
        <a:xfrm>
          <a:off x="8312869" y="1498122"/>
          <a:ext cx="2199649" cy="139677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baseline="0"/>
            <a:t>Biofeedback</a:t>
          </a:r>
          <a:endParaRPr lang="en-US" sz="2400" kern="1200"/>
        </a:p>
      </dsp:txBody>
      <dsp:txXfrm>
        <a:off x="8353779" y="1539032"/>
        <a:ext cx="2117829" cy="1314957"/>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956905-DDDD-43F4-AB6F-9596C2119C54}" type="datetimeFigureOut">
              <a:rPr lang="en-US" smtClean="0"/>
              <a:t>4/7/2026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A7C3A1-86B3-4ECD-B065-964C7D45BD0C}" type="slidenum">
              <a:rPr lang="en-US" smtClean="0"/>
              <a:t>‹#›</a:t>
            </a:fld>
            <a:endParaRPr lang="en-US"/>
          </a:p>
        </p:txBody>
      </p:sp>
    </p:spTree>
    <p:extLst>
      <p:ext uri="{BB962C8B-B14F-4D97-AF65-F5344CB8AC3E}">
        <p14:creationId xmlns:p14="http://schemas.microsoft.com/office/powerpoint/2010/main" val="2693423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073838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4990516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6992002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2911678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2615070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7983863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42590601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4544069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7572798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0820130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856487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C15D4C-066A-1BD0-79D1-DBF450118B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EB4C7C-5C23-CA3B-4764-9655439E4A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8B5326-DAE5-D807-2A0C-1AF651C0097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4202E7-78F7-B2C2-6E5F-D72BF8009F99}"/>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021584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3208F-4DAC-99C8-B09A-0AACB78336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EFA277-E6E2-F2E2-0147-116E589618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6D530A-0927-679A-8C70-63799CC3F6E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D86E835-FF2A-4449-802B-7B6F6ACE2736}"/>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838341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41854-4D45-B202-FDD8-DEB27470A4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A12F21-591F-96D9-BCA9-56242AB762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2414D2-D763-AFE7-1B96-69B1C9F9D75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23557B1-DF58-1BD1-5375-45A87DC43674}"/>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019396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CCD30-4A50-15AF-D0E4-3383DD0C3B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601EA9-F943-C773-FA61-AFB3CDD395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4895C7-09C5-6DF7-1433-0376A9029E8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DCC3D8-FD10-FDE6-53F8-72B57896801A}"/>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497095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EC844E-8391-8EF3-3093-3F0B1EED94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CBB590-8D19-9BB2-46A0-DFCF7CE9FC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C0CBC4-9C4E-2C3B-FA85-78CD4F64FFF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C007307-888E-C21C-B6A9-79EF6015FA4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852017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07537-E8B5-93A3-9DE4-87F6F33BA0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B69941-CD0E-59E7-FAF9-305A09044C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F1E4F7-71D6-FD65-F242-40176C700C0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7F49F25-58E0-A059-4110-6EB11B2530E5}"/>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373646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7453447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9573606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5508097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4639972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428215328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9041863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8694301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44101071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66544790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428246191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32959531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8482800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Graphic 1" descr="Tag=AccentColor&#10;Flavor=Light&#10;Target=Fill">
            <a:extLst>
              <a:ext uri="{FF2B5EF4-FFF2-40B4-BE49-F238E27FC236}">
                <a16:creationId xmlns:a16="http://schemas.microsoft.com/office/drawing/2014/main" id="{0D57E7FA-E8FC-45AC-868F-CDC8144939D6}"/>
              </a:ext>
            </a:extLst>
          </p:cNvPr>
          <p:cNvSpPr/>
          <p:nvPr/>
        </p:nvSpPr>
        <p:spPr>
          <a:xfrm rot="10800000" flipV="1">
            <a:off x="2599854" y="527562"/>
            <a:ext cx="6992292" cy="5102484"/>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807094A5-EB6F-441D-88F8-CD7A30C84707}"/>
              </a:ext>
            </a:extLst>
          </p:cNvPr>
          <p:cNvSpPr>
            <a:spLocks noGrp="1"/>
          </p:cNvSpPr>
          <p:nvPr>
            <p:ph type="ctrTitle"/>
          </p:nvPr>
        </p:nvSpPr>
        <p:spPr>
          <a:xfrm>
            <a:off x="1508760" y="1591056"/>
            <a:ext cx="5705856" cy="3264408"/>
          </a:xfrm>
        </p:spPr>
        <p:txBody>
          <a:bodyPr anchor="b">
            <a:normAutofit/>
          </a:bodyPr>
          <a:lstStyle>
            <a:lvl1pPr algn="l">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1C7CE1E3-3929-42A6-81B7-056BD88EF353}"/>
              </a:ext>
            </a:extLst>
          </p:cNvPr>
          <p:cNvSpPr>
            <a:spLocks noGrp="1"/>
          </p:cNvSpPr>
          <p:nvPr>
            <p:ph type="subTitle" idx="1"/>
          </p:nvPr>
        </p:nvSpPr>
        <p:spPr>
          <a:xfrm>
            <a:off x="1524000" y="4928616"/>
            <a:ext cx="5705856" cy="996696"/>
          </a:xfrm>
        </p:spPr>
        <p:txBody>
          <a:bodyPr/>
          <a:lstStyle>
            <a:lvl1pPr marL="0" indent="0" algn="l">
              <a:buNone/>
              <a:defRPr sz="24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5CE951E3-0794-422C-AF76-0AD4A7FB19EB}"/>
              </a:ext>
            </a:extLst>
          </p:cNvPr>
          <p:cNvSpPr>
            <a:spLocks noGrp="1"/>
          </p:cNvSpPr>
          <p:nvPr>
            <p:ph type="dt" sz="half" idx="10"/>
          </p:nvPr>
        </p:nvSpPr>
        <p:spPr/>
        <p:txBody>
          <a:bodyPr/>
          <a:lstStyle/>
          <a:p>
            <a:fld id="{22025EEA-A722-4F60-B634-4BDA1FDDBC7E}" type="datetime1">
              <a:rPr lang="en-US" smtClean="0"/>
              <a:t>4/7/2026</a:t>
            </a:fld>
            <a:endParaRPr lang="en-US"/>
          </a:p>
        </p:txBody>
      </p:sp>
      <p:sp>
        <p:nvSpPr>
          <p:cNvPr id="5" name="Footer Placeholder 4">
            <a:extLst>
              <a:ext uri="{FF2B5EF4-FFF2-40B4-BE49-F238E27FC236}">
                <a16:creationId xmlns:a16="http://schemas.microsoft.com/office/drawing/2014/main" id="{114EBFA8-0291-4D77-A9D9-B17FC2382A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7AC4D4-C4EE-4624-A329-C608A1D5AFE1}"/>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400705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Freeform: Shape 6" descr="Tag=AccentColor&#10;Flavor=Light&#10;Target=Fill">
            <a:extLst>
              <a:ext uri="{FF2B5EF4-FFF2-40B4-BE49-F238E27FC236}">
                <a16:creationId xmlns:a16="http://schemas.microsoft.com/office/drawing/2014/main" id="{13B7BB51-92B8-4089-8DAB-1202A4D1C6A3}"/>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26030E26-A86A-417A-AA64-699AA8DD3DA5}"/>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19CF97E-0E6E-41E9-B75B-0371E744D1E8}"/>
              </a:ext>
            </a:extLst>
          </p:cNvPr>
          <p:cNvSpPr>
            <a:spLocks noGrp="1"/>
          </p:cNvSpPr>
          <p:nvPr>
            <p:ph idx="1"/>
          </p:nvPr>
        </p:nvSpPr>
        <p:spPr>
          <a:xfrm>
            <a:off x="838200" y="2011680"/>
            <a:ext cx="1051560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0BAE770-8363-44CD-8A22-AB26C5C5361B}"/>
              </a:ext>
            </a:extLst>
          </p:cNvPr>
          <p:cNvSpPr>
            <a:spLocks noGrp="1"/>
          </p:cNvSpPr>
          <p:nvPr>
            <p:ph type="dt" sz="half" idx="10"/>
          </p:nvPr>
        </p:nvSpPr>
        <p:spPr/>
        <p:txBody>
          <a:bodyPr/>
          <a:lstStyle/>
          <a:p>
            <a:fld id="{F0A22534-3E3E-45B5-ABBA-ADD6A21E5EDD}" type="datetime1">
              <a:rPr lang="en-US" smtClean="0"/>
              <a:t>4/7/2026</a:t>
            </a:fld>
            <a:endParaRPr lang="en-US"/>
          </a:p>
        </p:txBody>
      </p:sp>
      <p:sp>
        <p:nvSpPr>
          <p:cNvPr id="5" name="Footer Placeholder 4">
            <a:extLst>
              <a:ext uri="{FF2B5EF4-FFF2-40B4-BE49-F238E27FC236}">
                <a16:creationId xmlns:a16="http://schemas.microsoft.com/office/drawing/2014/main" id="{36E618F2-3B8E-4449-91E7-F8AA496093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3428F0-E5C2-42A1-AB2F-1A19FFAD19CF}"/>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2512645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Graphic 9" descr="Tag=AccentColor&#10;Flavor=Light&#10;Target=Fill">
            <a:extLst>
              <a:ext uri="{FF2B5EF4-FFF2-40B4-BE49-F238E27FC236}">
                <a16:creationId xmlns:a16="http://schemas.microsoft.com/office/drawing/2014/main" id="{DB2CE8D6-5B4E-4EBE-9ED5-A1DA7E2A5CDA}"/>
              </a:ext>
            </a:extLst>
          </p:cNvPr>
          <p:cNvSpPr/>
          <p:nvPr/>
        </p:nvSpPr>
        <p:spPr>
          <a:xfrm>
            <a:off x="7209816" y="0"/>
            <a:ext cx="4143984" cy="5747660"/>
          </a:xfrm>
          <a:custGeom>
            <a:avLst/>
            <a:gdLst>
              <a:gd name="connsiteX0" fmla="*/ 0 w 3843750"/>
              <a:gd name="connsiteY0" fmla="*/ 346 h 5956080"/>
              <a:gd name="connsiteX1" fmla="*/ 72373 w 3843750"/>
              <a:gd name="connsiteY1" fmla="*/ 2447534 h 5956080"/>
              <a:gd name="connsiteX2" fmla="*/ 145093 w 3843750"/>
              <a:gd name="connsiteY2" fmla="*/ 3878724 h 5956080"/>
              <a:gd name="connsiteX3" fmla="*/ 237897 w 3843750"/>
              <a:gd name="connsiteY3" fmla="*/ 4208041 h 5956080"/>
              <a:gd name="connsiteX4" fmla="*/ 281875 w 3843750"/>
              <a:gd name="connsiteY4" fmla="*/ 4677601 h 5956080"/>
              <a:gd name="connsiteX5" fmla="*/ 360135 w 3843750"/>
              <a:gd name="connsiteY5" fmla="*/ 5287407 h 5956080"/>
              <a:gd name="connsiteX6" fmla="*/ 414155 w 3843750"/>
              <a:gd name="connsiteY6" fmla="*/ 5817914 h 5956080"/>
              <a:gd name="connsiteX7" fmla="*/ 681487 w 3843750"/>
              <a:gd name="connsiteY7" fmla="*/ 5914873 h 5956080"/>
              <a:gd name="connsiteX8" fmla="*/ 892373 w 3843750"/>
              <a:gd name="connsiteY8" fmla="*/ 5605295 h 5956080"/>
              <a:gd name="connsiteX9" fmla="*/ 1027770 w 3843750"/>
              <a:gd name="connsiteY9" fmla="*/ 5804063 h 5956080"/>
              <a:gd name="connsiteX10" fmla="*/ 1200566 w 3843750"/>
              <a:gd name="connsiteY10" fmla="*/ 5527036 h 5956080"/>
              <a:gd name="connsiteX11" fmla="*/ 1348083 w 3843750"/>
              <a:gd name="connsiteY11" fmla="*/ 5363590 h 5956080"/>
              <a:gd name="connsiteX12" fmla="*/ 1425997 w 3843750"/>
              <a:gd name="connsiteY12" fmla="*/ 4800532 h 5956080"/>
              <a:gd name="connsiteX13" fmla="*/ 1517416 w 3843750"/>
              <a:gd name="connsiteY13" fmla="*/ 4640549 h 5956080"/>
              <a:gd name="connsiteX14" fmla="*/ 1569705 w 3843750"/>
              <a:gd name="connsiteY14" fmla="*/ 4803995 h 5956080"/>
              <a:gd name="connsiteX15" fmla="*/ 1530921 w 3843750"/>
              <a:gd name="connsiteY15" fmla="*/ 5433885 h 5956080"/>
              <a:gd name="connsiteX16" fmla="*/ 1614721 w 3843750"/>
              <a:gd name="connsiteY16" fmla="*/ 5319957 h 5956080"/>
              <a:gd name="connsiteX17" fmla="*/ 1800676 w 3843750"/>
              <a:gd name="connsiteY17" fmla="*/ 4608691 h 5956080"/>
              <a:gd name="connsiteX18" fmla="*/ 1918759 w 3843750"/>
              <a:gd name="connsiteY18" fmla="*/ 4486799 h 5956080"/>
              <a:gd name="connsiteX19" fmla="*/ 2009139 w 3843750"/>
              <a:gd name="connsiteY19" fmla="*/ 4715000 h 5956080"/>
              <a:gd name="connsiteX20" fmla="*/ 2135532 w 3843750"/>
              <a:gd name="connsiteY20" fmla="*/ 5321689 h 5956080"/>
              <a:gd name="connsiteX21" fmla="*/ 2209291 w 3843750"/>
              <a:gd name="connsiteY21" fmla="*/ 5028733 h 5956080"/>
              <a:gd name="connsiteX22" fmla="*/ 2501208 w 3843750"/>
              <a:gd name="connsiteY22" fmla="*/ 4457711 h 5956080"/>
              <a:gd name="connsiteX23" fmla="*/ 2695127 w 3843750"/>
              <a:gd name="connsiteY23" fmla="*/ 4973674 h 5956080"/>
              <a:gd name="connsiteX24" fmla="*/ 2825329 w 3843750"/>
              <a:gd name="connsiteY24" fmla="*/ 4563328 h 5956080"/>
              <a:gd name="connsiteX25" fmla="*/ 2904628 w 3843750"/>
              <a:gd name="connsiteY25" fmla="*/ 4466368 h 5956080"/>
              <a:gd name="connsiteX26" fmla="*/ 2922635 w 3843750"/>
              <a:gd name="connsiteY26" fmla="*/ 4519696 h 5956080"/>
              <a:gd name="connsiteX27" fmla="*/ 3089544 w 3843750"/>
              <a:gd name="connsiteY27" fmla="*/ 3606545 h 5956080"/>
              <a:gd name="connsiteX28" fmla="*/ 3150490 w 3843750"/>
              <a:gd name="connsiteY28" fmla="*/ 3989882 h 5956080"/>
              <a:gd name="connsiteX29" fmla="*/ 3755448 w 3843750"/>
              <a:gd name="connsiteY29" fmla="*/ 1538193 h 5956080"/>
              <a:gd name="connsiteX30" fmla="*/ 3850330 w 3843750"/>
              <a:gd name="connsiteY30" fmla="*/ 0 h 5956080"/>
              <a:gd name="connsiteX31" fmla="*/ 0 w 3843750"/>
              <a:gd name="connsiteY31" fmla="*/ 0 h 5956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843750" h="5956080">
                <a:moveTo>
                  <a:pt x="0" y="346"/>
                </a:moveTo>
                <a:cubicBezTo>
                  <a:pt x="12120" y="1234155"/>
                  <a:pt x="72720" y="2447534"/>
                  <a:pt x="72373" y="2447534"/>
                </a:cubicBezTo>
                <a:cubicBezTo>
                  <a:pt x="72720" y="2449265"/>
                  <a:pt x="114274" y="3641520"/>
                  <a:pt x="145093" y="3878724"/>
                </a:cubicBezTo>
                <a:cubicBezTo>
                  <a:pt x="176258" y="4119392"/>
                  <a:pt x="210194" y="3969797"/>
                  <a:pt x="237897" y="4208041"/>
                </a:cubicBezTo>
                <a:cubicBezTo>
                  <a:pt x="250017" y="4367677"/>
                  <a:pt x="237204" y="4527661"/>
                  <a:pt x="281875" y="4677601"/>
                </a:cubicBezTo>
                <a:cubicBezTo>
                  <a:pt x="278758" y="4908226"/>
                  <a:pt x="338319" y="5059552"/>
                  <a:pt x="360135" y="5287407"/>
                </a:cubicBezTo>
                <a:cubicBezTo>
                  <a:pt x="370177" y="5468860"/>
                  <a:pt x="348015" y="5649274"/>
                  <a:pt x="414155" y="5817914"/>
                </a:cubicBezTo>
                <a:cubicBezTo>
                  <a:pt x="467137" y="5947770"/>
                  <a:pt x="534662" y="6049578"/>
                  <a:pt x="681487" y="5914873"/>
                </a:cubicBezTo>
                <a:cubicBezTo>
                  <a:pt x="680448" y="5747964"/>
                  <a:pt x="925963" y="5772897"/>
                  <a:pt x="892373" y="5605295"/>
                </a:cubicBezTo>
                <a:cubicBezTo>
                  <a:pt x="1003184" y="5641309"/>
                  <a:pt x="945009" y="5759046"/>
                  <a:pt x="1027770" y="5804063"/>
                </a:cubicBezTo>
                <a:cubicBezTo>
                  <a:pt x="1099105" y="5719915"/>
                  <a:pt x="1051664" y="5551968"/>
                  <a:pt x="1200566" y="5527036"/>
                </a:cubicBezTo>
                <a:cubicBezTo>
                  <a:pt x="1352931" y="5564088"/>
                  <a:pt x="1336655" y="5453970"/>
                  <a:pt x="1348083" y="5363590"/>
                </a:cubicBezTo>
                <a:cubicBezTo>
                  <a:pt x="1370938" y="5149586"/>
                  <a:pt x="1389291" y="5009687"/>
                  <a:pt x="1425997" y="4800532"/>
                </a:cubicBezTo>
                <a:cubicBezTo>
                  <a:pt x="1436385" y="4748243"/>
                  <a:pt x="1415608" y="4628775"/>
                  <a:pt x="1517416" y="4640549"/>
                </a:cubicBezTo>
                <a:cubicBezTo>
                  <a:pt x="1596022" y="4651976"/>
                  <a:pt x="1566242" y="4746512"/>
                  <a:pt x="1569705" y="4803995"/>
                </a:cubicBezTo>
                <a:cubicBezTo>
                  <a:pt x="1600177" y="5128809"/>
                  <a:pt x="1532998" y="5109763"/>
                  <a:pt x="1530921" y="5433885"/>
                </a:cubicBezTo>
                <a:cubicBezTo>
                  <a:pt x="1530574" y="5446697"/>
                  <a:pt x="1580786" y="5458125"/>
                  <a:pt x="1614721" y="5319957"/>
                </a:cubicBezTo>
                <a:cubicBezTo>
                  <a:pt x="1681208" y="5047432"/>
                  <a:pt x="1760507" y="4832736"/>
                  <a:pt x="1800676" y="4608691"/>
                </a:cubicBezTo>
                <a:cubicBezTo>
                  <a:pt x="1848463" y="4656824"/>
                  <a:pt x="1889671" y="4439704"/>
                  <a:pt x="1918759" y="4486799"/>
                </a:cubicBezTo>
                <a:cubicBezTo>
                  <a:pt x="1932264" y="4566098"/>
                  <a:pt x="1956503" y="4642626"/>
                  <a:pt x="2009139" y="4715000"/>
                </a:cubicBezTo>
                <a:cubicBezTo>
                  <a:pt x="2054502" y="4933851"/>
                  <a:pt x="2004983" y="5137812"/>
                  <a:pt x="2135532" y="5321689"/>
                </a:cubicBezTo>
                <a:cubicBezTo>
                  <a:pt x="2135532" y="5321689"/>
                  <a:pt x="2137610" y="5265245"/>
                  <a:pt x="2209291" y="5028733"/>
                </a:cubicBezTo>
                <a:cubicBezTo>
                  <a:pt x="2267120" y="4838277"/>
                  <a:pt x="2341225" y="4936622"/>
                  <a:pt x="2501208" y="4457711"/>
                </a:cubicBezTo>
                <a:cubicBezTo>
                  <a:pt x="2545186" y="4641934"/>
                  <a:pt x="2446495" y="4877753"/>
                  <a:pt x="2695127" y="4973674"/>
                </a:cubicBezTo>
                <a:cubicBezTo>
                  <a:pt x="2743260" y="4833775"/>
                  <a:pt x="2706208" y="4662365"/>
                  <a:pt x="2825329" y="4563328"/>
                </a:cubicBezTo>
                <a:cubicBezTo>
                  <a:pt x="2859958" y="4534586"/>
                  <a:pt x="2884890" y="4501689"/>
                  <a:pt x="2904628" y="4466368"/>
                </a:cubicBezTo>
                <a:cubicBezTo>
                  <a:pt x="2910515" y="4484375"/>
                  <a:pt x="2916749" y="4503074"/>
                  <a:pt x="2922635" y="4519696"/>
                </a:cubicBezTo>
                <a:cubicBezTo>
                  <a:pt x="2946529" y="4491647"/>
                  <a:pt x="3082618" y="3784882"/>
                  <a:pt x="3089544" y="3606545"/>
                </a:cubicBezTo>
                <a:cubicBezTo>
                  <a:pt x="3124172" y="3733285"/>
                  <a:pt x="3150490" y="3989882"/>
                  <a:pt x="3150490" y="3989882"/>
                </a:cubicBezTo>
                <a:cubicBezTo>
                  <a:pt x="3150490" y="3989882"/>
                  <a:pt x="3300085" y="3936900"/>
                  <a:pt x="3755448" y="1538193"/>
                </a:cubicBezTo>
                <a:cubicBezTo>
                  <a:pt x="3791461" y="1348775"/>
                  <a:pt x="3824704" y="697762"/>
                  <a:pt x="3850330" y="0"/>
                </a:cubicBezTo>
                <a:lnTo>
                  <a:pt x="0" y="0"/>
                </a:lnTo>
                <a:close/>
              </a:path>
            </a:pathLst>
          </a:custGeom>
          <a:solidFill>
            <a:schemeClr val="accent1">
              <a:alpha val="20000"/>
            </a:schemeClr>
          </a:solidFill>
          <a:ln w="32707"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64AD5705-B027-4C44-B38A-60296E29EB12}"/>
              </a:ext>
            </a:extLst>
          </p:cNvPr>
          <p:cNvSpPr>
            <a:spLocks noGrp="1"/>
          </p:cNvSpPr>
          <p:nvPr>
            <p:ph type="title"/>
          </p:nvPr>
        </p:nvSpPr>
        <p:spPr>
          <a:xfrm>
            <a:off x="831850" y="1078991"/>
            <a:ext cx="5266944" cy="3136392"/>
          </a:xfrm>
        </p:spPr>
        <p:txBody>
          <a:bodyPr anchor="b">
            <a:normAutofit/>
          </a:bodyPr>
          <a:lstStyle>
            <a:lvl1pP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8BBAC4-9088-44CF-BA2D-B8DD24FB5274}"/>
              </a:ext>
            </a:extLst>
          </p:cNvPr>
          <p:cNvSpPr>
            <a:spLocks noGrp="1"/>
          </p:cNvSpPr>
          <p:nvPr>
            <p:ph type="body" idx="1"/>
          </p:nvPr>
        </p:nvSpPr>
        <p:spPr>
          <a:xfrm>
            <a:off x="831850" y="4279392"/>
            <a:ext cx="5266944" cy="1500187"/>
          </a:xfrm>
        </p:spPr>
        <p:txBody>
          <a:bodyPr/>
          <a:lstStyle>
            <a:lvl1pPr marL="0" indent="0">
              <a:buNone/>
              <a:defRPr sz="2400" cap="all"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93FB3F-D2A6-4919-B57B-C08861D46303}"/>
              </a:ext>
            </a:extLst>
          </p:cNvPr>
          <p:cNvSpPr>
            <a:spLocks noGrp="1"/>
          </p:cNvSpPr>
          <p:nvPr>
            <p:ph type="dt" sz="half" idx="10"/>
          </p:nvPr>
        </p:nvSpPr>
        <p:spPr/>
        <p:txBody>
          <a:bodyPr/>
          <a:lstStyle/>
          <a:p>
            <a:fld id="{814B996D-7AAA-4D38-8356-2B02E35486CE}" type="datetime1">
              <a:rPr lang="en-US" smtClean="0"/>
              <a:t>4/7/2026</a:t>
            </a:fld>
            <a:endParaRPr lang="en-US"/>
          </a:p>
        </p:txBody>
      </p:sp>
      <p:sp>
        <p:nvSpPr>
          <p:cNvPr id="5" name="Footer Placeholder 4">
            <a:extLst>
              <a:ext uri="{FF2B5EF4-FFF2-40B4-BE49-F238E27FC236}">
                <a16:creationId xmlns:a16="http://schemas.microsoft.com/office/drawing/2014/main" id="{989049E0-6BE5-43FA-A4D4-ACAFC871A7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F8C28D-1479-4F15-B906-0AEBBCCA8CF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42165412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FD51F360-8860-4FB5-A0A5-773473DD8B39}"/>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D2A77EC9-372A-4ECA-9088-780532AF057F}"/>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C882CE-1B27-414A-9B06-AA5D2DB683BA}"/>
              </a:ext>
            </a:extLst>
          </p:cNvPr>
          <p:cNvSpPr>
            <a:spLocks noGrp="1"/>
          </p:cNvSpPr>
          <p:nvPr>
            <p:ph sz="half" idx="1"/>
          </p:nvPr>
        </p:nvSpPr>
        <p:spPr>
          <a:xfrm>
            <a:off x="838200"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A0397E60-5D92-4530-96D1-FC09AF3C2742}"/>
              </a:ext>
            </a:extLst>
          </p:cNvPr>
          <p:cNvSpPr>
            <a:spLocks noGrp="1"/>
          </p:cNvSpPr>
          <p:nvPr>
            <p:ph sz="half" idx="2"/>
          </p:nvPr>
        </p:nvSpPr>
        <p:spPr>
          <a:xfrm>
            <a:off x="6419088"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034240FE-0C6A-47E9-9B0A-7B3C60877372}"/>
              </a:ext>
            </a:extLst>
          </p:cNvPr>
          <p:cNvSpPr>
            <a:spLocks noGrp="1"/>
          </p:cNvSpPr>
          <p:nvPr>
            <p:ph type="dt" sz="half" idx="10"/>
          </p:nvPr>
        </p:nvSpPr>
        <p:spPr/>
        <p:txBody>
          <a:bodyPr/>
          <a:lstStyle/>
          <a:p>
            <a:fld id="{E58FEFEA-0D41-421B-952E-63C8585ACEC9}" type="datetime1">
              <a:rPr lang="en-US" smtClean="0"/>
              <a:t>4/7/2026</a:t>
            </a:fld>
            <a:endParaRPr lang="en-US"/>
          </a:p>
        </p:txBody>
      </p:sp>
      <p:sp>
        <p:nvSpPr>
          <p:cNvPr id="6" name="Footer Placeholder 5">
            <a:extLst>
              <a:ext uri="{FF2B5EF4-FFF2-40B4-BE49-F238E27FC236}">
                <a16:creationId xmlns:a16="http://schemas.microsoft.com/office/drawing/2014/main" id="{8671AE1B-BB18-4C7E-AA77-3A4D401A5F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FA7B1D-FEDD-4E29-A352-29E5F498B323}"/>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2423761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Shape 9" descr="Tag=AccentColor&#10;Flavor=Light&#10;Target=Fill">
            <a:extLst>
              <a:ext uri="{FF2B5EF4-FFF2-40B4-BE49-F238E27FC236}">
                <a16:creationId xmlns:a16="http://schemas.microsoft.com/office/drawing/2014/main" id="{527D753D-3426-457C-9082-B92894509EC0}"/>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164D2B94-0682-4185-BCE3-89AF214A4FA8}"/>
              </a:ext>
            </a:extLst>
          </p:cNvPr>
          <p:cNvSpPr>
            <a:spLocks noGrp="1"/>
          </p:cNvSpPr>
          <p:nvPr>
            <p:ph type="title"/>
          </p:nvPr>
        </p:nvSpPr>
        <p:spPr>
          <a:xfrm>
            <a:off x="839788" y="365125"/>
            <a:ext cx="10515600" cy="1325563"/>
          </a:xfrm>
        </p:spPr>
        <p:txBody>
          <a:bodyPr>
            <a:normAutofit/>
          </a:bodyPr>
          <a:lstStyle>
            <a:lvl1pPr>
              <a:defRPr sz="4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D65C47E-B85E-4B3E-A669-DEEC7F5DF2FB}"/>
              </a:ext>
            </a:extLst>
          </p:cNvPr>
          <p:cNvSpPr>
            <a:spLocks noGrp="1"/>
          </p:cNvSpPr>
          <p:nvPr>
            <p:ph type="body" idx="1"/>
          </p:nvPr>
        </p:nvSpPr>
        <p:spPr>
          <a:xfrm>
            <a:off x="8397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24517F-FE8C-49AD-9A52-0F4301052699}"/>
              </a:ext>
            </a:extLst>
          </p:cNvPr>
          <p:cNvSpPr>
            <a:spLocks noGrp="1"/>
          </p:cNvSpPr>
          <p:nvPr>
            <p:ph sz="half" idx="2"/>
          </p:nvPr>
        </p:nvSpPr>
        <p:spPr>
          <a:xfrm>
            <a:off x="839788" y="3127248"/>
            <a:ext cx="4937760" cy="306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80C73EC-7117-4DC2-9075-14102F2E282B}"/>
              </a:ext>
            </a:extLst>
          </p:cNvPr>
          <p:cNvSpPr>
            <a:spLocks noGrp="1"/>
          </p:cNvSpPr>
          <p:nvPr>
            <p:ph type="body" sz="quarter" idx="3"/>
          </p:nvPr>
        </p:nvSpPr>
        <p:spPr>
          <a:xfrm>
            <a:off x="64190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D9A323-865B-4177-8F98-9BA304E022E0}"/>
              </a:ext>
            </a:extLst>
          </p:cNvPr>
          <p:cNvSpPr>
            <a:spLocks noGrp="1"/>
          </p:cNvSpPr>
          <p:nvPr>
            <p:ph sz="quarter" idx="4"/>
          </p:nvPr>
        </p:nvSpPr>
        <p:spPr>
          <a:xfrm>
            <a:off x="6419088" y="3127248"/>
            <a:ext cx="4937760" cy="306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AA4E5D6-7075-4584-BD43-D966F0B58E6D}"/>
              </a:ext>
            </a:extLst>
          </p:cNvPr>
          <p:cNvSpPr>
            <a:spLocks noGrp="1"/>
          </p:cNvSpPr>
          <p:nvPr>
            <p:ph type="dt" sz="half" idx="10"/>
          </p:nvPr>
        </p:nvSpPr>
        <p:spPr/>
        <p:txBody>
          <a:bodyPr/>
          <a:lstStyle/>
          <a:p>
            <a:fld id="{22274275-1DC3-448D-9BB3-35A2193BD4BF}" type="datetime1">
              <a:rPr lang="en-US" smtClean="0"/>
              <a:t>4/7/2026</a:t>
            </a:fld>
            <a:endParaRPr lang="en-US"/>
          </a:p>
        </p:txBody>
      </p:sp>
      <p:sp>
        <p:nvSpPr>
          <p:cNvPr id="8" name="Footer Placeholder 7">
            <a:extLst>
              <a:ext uri="{FF2B5EF4-FFF2-40B4-BE49-F238E27FC236}">
                <a16:creationId xmlns:a16="http://schemas.microsoft.com/office/drawing/2014/main" id="{8C38B83D-8A05-4F3C-A409-1602C963075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AD250E7-8A73-449C-A140-A2A2582D7F33}"/>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2933143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Graphic 1" descr="Tag=AccentColor&#10;Flavor=Light&#10;Target=Fill">
            <a:extLst>
              <a:ext uri="{FF2B5EF4-FFF2-40B4-BE49-F238E27FC236}">
                <a16:creationId xmlns:a16="http://schemas.microsoft.com/office/drawing/2014/main" id="{AAFBE1F6-FC6D-4C3D-9AC3-97028E6F18C7}"/>
              </a:ext>
            </a:extLst>
          </p:cNvPr>
          <p:cNvSpPr/>
          <p:nvPr/>
        </p:nvSpPr>
        <p:spPr>
          <a:xfrm rot="10800000" flipV="1">
            <a:off x="1969639" y="181596"/>
            <a:ext cx="8252722" cy="6022258"/>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192825A4-268B-4301-8432-F9E9B2661AEC}"/>
              </a:ext>
            </a:extLst>
          </p:cNvPr>
          <p:cNvSpPr>
            <a:spLocks noGrp="1"/>
          </p:cNvSpPr>
          <p:nvPr>
            <p:ph type="title"/>
          </p:nvPr>
        </p:nvSpPr>
        <p:spPr>
          <a:xfrm>
            <a:off x="2843784" y="1572768"/>
            <a:ext cx="6501384" cy="4096512"/>
          </a:xfrm>
        </p:spPr>
        <p:txBody>
          <a:bodyPr>
            <a:normAutofit/>
          </a:bodyPr>
          <a:lstStyle>
            <a:lvl1pPr algn="ctr">
              <a:defRPr sz="40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DA33410F-8A90-47F6-BD39-4AC0E4358351}"/>
              </a:ext>
            </a:extLst>
          </p:cNvPr>
          <p:cNvSpPr>
            <a:spLocks noGrp="1"/>
          </p:cNvSpPr>
          <p:nvPr>
            <p:ph type="dt" sz="half" idx="10"/>
          </p:nvPr>
        </p:nvSpPr>
        <p:spPr/>
        <p:txBody>
          <a:bodyPr/>
          <a:lstStyle/>
          <a:p>
            <a:fld id="{0AC90C22-D93B-40CD-ACCC-3EE49E5F5AC6}" type="datetime1">
              <a:rPr lang="en-US" smtClean="0"/>
              <a:t>4/7/2026</a:t>
            </a:fld>
            <a:endParaRPr lang="en-US"/>
          </a:p>
        </p:txBody>
      </p:sp>
      <p:sp>
        <p:nvSpPr>
          <p:cNvPr id="4" name="Footer Placeholder 3">
            <a:extLst>
              <a:ext uri="{FF2B5EF4-FFF2-40B4-BE49-F238E27FC236}">
                <a16:creationId xmlns:a16="http://schemas.microsoft.com/office/drawing/2014/main" id="{D1D819A9-F8DE-4E5C-AFC3-E0105ACD829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E25320-A12F-4F3E-8EC9-11292FF36BE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7587809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1">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fld id="{89FF474C-C56E-4C4D-883A-DDDA4392092C}" type="datetime1">
              <a:rPr lang="en-US" smtClean="0"/>
              <a:t>4/7/2026</a:t>
            </a:fld>
            <a:endParaRPr lang="en-US"/>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2539817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2">
    <p:spTree>
      <p:nvGrpSpPr>
        <p:cNvPr id="1" name=""/>
        <p:cNvGrpSpPr/>
        <p:nvPr/>
      </p:nvGrpSpPr>
      <p:grpSpPr>
        <a:xfrm>
          <a:off x="0" y="0"/>
          <a:ext cx="0" cy="0"/>
          <a:chOff x="0" y="0"/>
          <a:chExt cx="0" cy="0"/>
        </a:xfrm>
      </p:grpSpPr>
      <p:sp>
        <p:nvSpPr>
          <p:cNvPr id="6" name="Freeform: Shape 5" descr="Mask ID=&#10;Mask position=bottom, center&#10;Mask family= brushstroke, landscape, wide">
            <a:extLst>
              <a:ext uri="{FF2B5EF4-FFF2-40B4-BE49-F238E27FC236}">
                <a16:creationId xmlns:a16="http://schemas.microsoft.com/office/drawing/2014/main" id="{736BF44D-E8DD-45FA-931D-CBCC67D57944}"/>
              </a:ext>
            </a:extLst>
          </p:cNvPr>
          <p:cNvSpPr/>
          <p:nvPr/>
        </p:nvSpPr>
        <p:spPr>
          <a:xfrm>
            <a:off x="1768100" y="-1"/>
            <a:ext cx="10423900" cy="5920155"/>
          </a:xfrm>
          <a:custGeom>
            <a:avLst/>
            <a:gdLst>
              <a:gd name="connsiteX0" fmla="*/ 10423900 w 10423900"/>
              <a:gd name="connsiteY0" fmla="*/ 0 h 5491534"/>
              <a:gd name="connsiteX1" fmla="*/ 3493157 w 10423900"/>
              <a:gd name="connsiteY1" fmla="*/ 0 h 5491534"/>
              <a:gd name="connsiteX2" fmla="*/ 3493018 w 10423900"/>
              <a:gd name="connsiteY2" fmla="*/ 31 h 5491534"/>
              <a:gd name="connsiteX3" fmla="*/ 3245493 w 10423900"/>
              <a:gd name="connsiteY3" fmla="*/ 104839 h 5491534"/>
              <a:gd name="connsiteX4" fmla="*/ 4434802 w 10423900"/>
              <a:gd name="connsiteY4" fmla="*/ 284558 h 5491534"/>
              <a:gd name="connsiteX5" fmla="*/ 4011937 w 10423900"/>
              <a:gd name="connsiteY5" fmla="*/ 395559 h 5491534"/>
              <a:gd name="connsiteX6" fmla="*/ 3573213 w 10423900"/>
              <a:gd name="connsiteY6" fmla="*/ 474847 h 5491534"/>
              <a:gd name="connsiteX7" fmla="*/ 3097489 w 10423900"/>
              <a:gd name="connsiteY7" fmla="*/ 532990 h 5491534"/>
              <a:gd name="connsiteX8" fmla="*/ 2664052 w 10423900"/>
              <a:gd name="connsiteY8" fmla="*/ 649279 h 5491534"/>
              <a:gd name="connsiteX9" fmla="*/ 3795218 w 10423900"/>
              <a:gd name="connsiteY9" fmla="*/ 696852 h 5491534"/>
              <a:gd name="connsiteX10" fmla="*/ 3208492 w 10423900"/>
              <a:gd name="connsiteY10" fmla="*/ 802568 h 5491534"/>
              <a:gd name="connsiteX11" fmla="*/ 2727483 w 10423900"/>
              <a:gd name="connsiteY11" fmla="*/ 939999 h 5491534"/>
              <a:gd name="connsiteX12" fmla="*/ 2389190 w 10423900"/>
              <a:gd name="connsiteY12" fmla="*/ 1003429 h 5491534"/>
              <a:gd name="connsiteX13" fmla="*/ 2029754 w 10423900"/>
              <a:gd name="connsiteY13" fmla="*/ 1019287 h 5491534"/>
              <a:gd name="connsiteX14" fmla="*/ 1945181 w 10423900"/>
              <a:gd name="connsiteY14" fmla="*/ 1119716 h 5491534"/>
              <a:gd name="connsiteX15" fmla="*/ 2056184 w 10423900"/>
              <a:gd name="connsiteY15" fmla="*/ 1225434 h 5491534"/>
              <a:gd name="connsiteX16" fmla="*/ 2225329 w 10423900"/>
              <a:gd name="connsiteY16" fmla="*/ 1236004 h 5491534"/>
              <a:gd name="connsiteX17" fmla="*/ 3234920 w 10423900"/>
              <a:gd name="connsiteY17" fmla="*/ 1262435 h 5491534"/>
              <a:gd name="connsiteX18" fmla="*/ 0 w 10423900"/>
              <a:gd name="connsiteY18" fmla="*/ 1495009 h 5491534"/>
              <a:gd name="connsiteX19" fmla="*/ 438724 w 10423900"/>
              <a:gd name="connsiteY19" fmla="*/ 1637728 h 5491534"/>
              <a:gd name="connsiteX20" fmla="*/ 586726 w 10423900"/>
              <a:gd name="connsiteY20" fmla="*/ 2028877 h 5491534"/>
              <a:gd name="connsiteX21" fmla="*/ 1125878 w 10423900"/>
              <a:gd name="connsiteY21" fmla="*/ 2250882 h 5491534"/>
              <a:gd name="connsiteX22" fmla="*/ 1474744 w 10423900"/>
              <a:gd name="connsiteY22" fmla="*/ 2330169 h 5491534"/>
              <a:gd name="connsiteX23" fmla="*/ 2272901 w 10423900"/>
              <a:gd name="connsiteY23" fmla="*/ 2446458 h 5491534"/>
              <a:gd name="connsiteX24" fmla="*/ 2389190 w 10423900"/>
              <a:gd name="connsiteY24" fmla="*/ 2636747 h 5491534"/>
              <a:gd name="connsiteX25" fmla="*/ 2489621 w 10423900"/>
              <a:gd name="connsiteY25" fmla="*/ 2848179 h 5491534"/>
              <a:gd name="connsiteX26" fmla="*/ 2701053 w 10423900"/>
              <a:gd name="connsiteY26" fmla="*/ 2985611 h 5491534"/>
              <a:gd name="connsiteX27" fmla="*/ 1057165 w 10423900"/>
              <a:gd name="connsiteY27" fmla="*/ 2964468 h 5491534"/>
              <a:gd name="connsiteX28" fmla="*/ 2912485 w 10423900"/>
              <a:gd name="connsiteY28" fmla="*/ 3408477 h 5491534"/>
              <a:gd name="connsiteX29" fmla="*/ 2748626 w 10423900"/>
              <a:gd name="connsiteY29" fmla="*/ 3582909 h 5491534"/>
              <a:gd name="connsiteX30" fmla="*/ 3763503 w 10423900"/>
              <a:gd name="connsiteY30" fmla="*/ 3820771 h 5491534"/>
              <a:gd name="connsiteX31" fmla="*/ 3219063 w 10423900"/>
              <a:gd name="connsiteY31" fmla="*/ 3847199 h 5491534"/>
              <a:gd name="connsiteX32" fmla="*/ 6385269 w 10423900"/>
              <a:gd name="connsiteY32" fmla="*/ 4840933 h 5491534"/>
              <a:gd name="connsiteX33" fmla="*/ 10285854 w 10423900"/>
              <a:gd name="connsiteY33" fmla="*/ 5471118 h 5491534"/>
              <a:gd name="connsiteX34" fmla="*/ 10423900 w 10423900"/>
              <a:gd name="connsiteY34" fmla="*/ 5491534 h 549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3900" h="5491534">
                <a:moveTo>
                  <a:pt x="10423900" y="0"/>
                </a:moveTo>
                <a:lnTo>
                  <a:pt x="3493157" y="0"/>
                </a:lnTo>
                <a:lnTo>
                  <a:pt x="3493018" y="31"/>
                </a:lnTo>
                <a:cubicBezTo>
                  <a:pt x="3414969" y="12668"/>
                  <a:pt x="3328744" y="21588"/>
                  <a:pt x="3245493" y="104839"/>
                </a:cubicBezTo>
                <a:cubicBezTo>
                  <a:pt x="3668357" y="162984"/>
                  <a:pt x="4075366" y="51981"/>
                  <a:pt x="4434802" y="284558"/>
                </a:cubicBezTo>
                <a:cubicBezTo>
                  <a:pt x="4302656" y="400846"/>
                  <a:pt x="4154654" y="374416"/>
                  <a:pt x="4011937" y="395559"/>
                </a:cubicBezTo>
                <a:cubicBezTo>
                  <a:pt x="3863934" y="416704"/>
                  <a:pt x="3721217" y="453704"/>
                  <a:pt x="3573213" y="474847"/>
                </a:cubicBezTo>
                <a:cubicBezTo>
                  <a:pt x="3414639" y="501275"/>
                  <a:pt x="3256063" y="506562"/>
                  <a:pt x="3097489" y="532990"/>
                </a:cubicBezTo>
                <a:cubicBezTo>
                  <a:pt x="2965345" y="554135"/>
                  <a:pt x="2822627" y="517133"/>
                  <a:pt x="2664052" y="649279"/>
                </a:cubicBezTo>
                <a:cubicBezTo>
                  <a:pt x="3055203" y="744424"/>
                  <a:pt x="3409352" y="601706"/>
                  <a:pt x="3795218" y="696852"/>
                </a:cubicBezTo>
                <a:cubicBezTo>
                  <a:pt x="3567928" y="781425"/>
                  <a:pt x="3382924" y="754995"/>
                  <a:pt x="3208492" y="802568"/>
                </a:cubicBezTo>
                <a:cubicBezTo>
                  <a:pt x="3049916" y="850140"/>
                  <a:pt x="2859627" y="797282"/>
                  <a:pt x="2727483" y="939999"/>
                </a:cubicBezTo>
                <a:cubicBezTo>
                  <a:pt x="2627052" y="1051000"/>
                  <a:pt x="2521336" y="1066858"/>
                  <a:pt x="2389190" y="1003429"/>
                </a:cubicBezTo>
                <a:cubicBezTo>
                  <a:pt x="2272901" y="945284"/>
                  <a:pt x="2146043" y="961142"/>
                  <a:pt x="2029754" y="1019287"/>
                </a:cubicBezTo>
                <a:cubicBezTo>
                  <a:pt x="1987468" y="1040430"/>
                  <a:pt x="1945181" y="1066858"/>
                  <a:pt x="1945181" y="1119716"/>
                </a:cubicBezTo>
                <a:cubicBezTo>
                  <a:pt x="1945181" y="1193719"/>
                  <a:pt x="1998039" y="1214862"/>
                  <a:pt x="2056184" y="1225434"/>
                </a:cubicBezTo>
                <a:cubicBezTo>
                  <a:pt x="2109042" y="1236004"/>
                  <a:pt x="2172471" y="1246577"/>
                  <a:pt x="2225329" y="1236004"/>
                </a:cubicBezTo>
                <a:cubicBezTo>
                  <a:pt x="2563622" y="1177861"/>
                  <a:pt x="2896629" y="1273005"/>
                  <a:pt x="3234920" y="1262435"/>
                </a:cubicBezTo>
                <a:cubicBezTo>
                  <a:pt x="2172471" y="1489724"/>
                  <a:pt x="1099450" y="1415723"/>
                  <a:pt x="0" y="1495009"/>
                </a:cubicBezTo>
                <a:cubicBezTo>
                  <a:pt x="142717" y="1653583"/>
                  <a:pt x="327721" y="1521439"/>
                  <a:pt x="438724" y="1637728"/>
                </a:cubicBezTo>
                <a:cubicBezTo>
                  <a:pt x="333006" y="1880875"/>
                  <a:pt x="375293" y="2013020"/>
                  <a:pt x="586726" y="2028877"/>
                </a:cubicBezTo>
                <a:cubicBezTo>
                  <a:pt x="792873" y="2044734"/>
                  <a:pt x="1014877" y="1960161"/>
                  <a:pt x="1125878" y="2250882"/>
                </a:cubicBezTo>
                <a:cubicBezTo>
                  <a:pt x="1157593" y="2340740"/>
                  <a:pt x="1353170" y="2314312"/>
                  <a:pt x="1474744" y="2330169"/>
                </a:cubicBezTo>
                <a:cubicBezTo>
                  <a:pt x="1739034" y="2367170"/>
                  <a:pt x="2019183" y="2330169"/>
                  <a:pt x="2272901" y="2446458"/>
                </a:cubicBezTo>
                <a:cubicBezTo>
                  <a:pt x="2373332" y="2488744"/>
                  <a:pt x="2442048" y="2520459"/>
                  <a:pt x="2389190" y="2636747"/>
                </a:cubicBezTo>
                <a:cubicBezTo>
                  <a:pt x="2336332" y="2758321"/>
                  <a:pt x="2405048" y="2800607"/>
                  <a:pt x="2489621" y="2848179"/>
                </a:cubicBezTo>
                <a:cubicBezTo>
                  <a:pt x="2553051" y="2885180"/>
                  <a:pt x="2648195" y="2874609"/>
                  <a:pt x="2701053" y="2985611"/>
                </a:cubicBezTo>
                <a:cubicBezTo>
                  <a:pt x="2146043" y="2969753"/>
                  <a:pt x="1606888" y="2879895"/>
                  <a:pt x="1057165" y="2964468"/>
                </a:cubicBezTo>
                <a:cubicBezTo>
                  <a:pt x="1659748" y="3175900"/>
                  <a:pt x="2320474" y="3165328"/>
                  <a:pt x="2912485" y="3408477"/>
                </a:cubicBezTo>
                <a:cubicBezTo>
                  <a:pt x="2891342" y="3493050"/>
                  <a:pt x="2753911" y="3456048"/>
                  <a:pt x="2748626" y="3582909"/>
                </a:cubicBezTo>
                <a:cubicBezTo>
                  <a:pt x="3060489" y="3715055"/>
                  <a:pt x="3435782" y="3625195"/>
                  <a:pt x="3763503" y="3820771"/>
                </a:cubicBezTo>
                <a:cubicBezTo>
                  <a:pt x="3573213" y="3910629"/>
                  <a:pt x="3398782" y="3762626"/>
                  <a:pt x="3219063" y="3847199"/>
                </a:cubicBezTo>
                <a:cubicBezTo>
                  <a:pt x="3277208" y="3974060"/>
                  <a:pt x="5909545" y="4756360"/>
                  <a:pt x="6385269" y="4840933"/>
                </a:cubicBezTo>
                <a:cubicBezTo>
                  <a:pt x="7171204" y="4982659"/>
                  <a:pt x="9157515" y="5302348"/>
                  <a:pt x="10285854" y="5471118"/>
                </a:cubicBezTo>
                <a:lnTo>
                  <a:pt x="10423900" y="5491534"/>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fld id="{8B40FA84-0CD3-4731-ACBC-76694EFB7BDE}" type="datetime1">
              <a:rPr lang="en-US" smtClean="0"/>
              <a:t>4/7/2026</a:t>
            </a:fld>
            <a:endParaRPr lang="en-US"/>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9015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76C5A8FA-6B61-4934-AF55-C595090CA5DC}"/>
              </a:ext>
            </a:extLst>
          </p:cNvPr>
          <p:cNvSpPr/>
          <p:nvPr/>
        </p:nvSpPr>
        <p:spPr>
          <a:xfrm>
            <a:off x="4726728" y="0"/>
            <a:ext cx="7472381" cy="6858000"/>
          </a:xfrm>
          <a:custGeom>
            <a:avLst/>
            <a:gdLst>
              <a:gd name="connsiteX0" fmla="*/ 1232666 w 7472381"/>
              <a:gd name="connsiteY0" fmla="*/ 0 h 6886575"/>
              <a:gd name="connsiteX1" fmla="*/ 7472381 w 7472381"/>
              <a:gd name="connsiteY1" fmla="*/ 0 h 6886575"/>
              <a:gd name="connsiteX2" fmla="*/ 7472381 w 7472381"/>
              <a:gd name="connsiteY2" fmla="*/ 814388 h 6886575"/>
              <a:gd name="connsiteX3" fmla="*/ 7472381 w 7472381"/>
              <a:gd name="connsiteY3" fmla="*/ 6411516 h 6886575"/>
              <a:gd name="connsiteX4" fmla="*/ 7472381 w 7472381"/>
              <a:gd name="connsiteY4" fmla="*/ 6886575 h 6886575"/>
              <a:gd name="connsiteX5" fmla="*/ 6992676 w 7472381"/>
              <a:gd name="connsiteY5" fmla="*/ 6886575 h 6886575"/>
              <a:gd name="connsiteX6" fmla="*/ 1946893 w 7472381"/>
              <a:gd name="connsiteY6" fmla="*/ 6886575 h 6886575"/>
              <a:gd name="connsiteX7" fmla="*/ 1506276 w 7472381"/>
              <a:gd name="connsiteY7" fmla="*/ 6686550 h 6886575"/>
              <a:gd name="connsiteX8" fmla="*/ 1314394 w 7472381"/>
              <a:gd name="connsiteY8" fmla="*/ 6457949 h 6886575"/>
              <a:gd name="connsiteX9" fmla="*/ 1246880 w 7472381"/>
              <a:gd name="connsiteY9" fmla="*/ 6393656 h 6886575"/>
              <a:gd name="connsiteX10" fmla="*/ 1079872 w 7472381"/>
              <a:gd name="connsiteY10" fmla="*/ 6307931 h 6886575"/>
              <a:gd name="connsiteX11" fmla="*/ 788495 w 7472381"/>
              <a:gd name="connsiteY11" fmla="*/ 6125765 h 6886575"/>
              <a:gd name="connsiteX12" fmla="*/ 895097 w 7472381"/>
              <a:gd name="connsiteY12" fmla="*/ 6082903 h 6886575"/>
              <a:gd name="connsiteX13" fmla="*/ 1204239 w 7472381"/>
              <a:gd name="connsiteY13" fmla="*/ 6193631 h 6886575"/>
              <a:gd name="connsiteX14" fmla="*/ 1428102 w 7472381"/>
              <a:gd name="connsiteY14" fmla="*/ 6222206 h 6886575"/>
              <a:gd name="connsiteX15" fmla="*/ 1111852 w 7472381"/>
              <a:gd name="connsiteY15" fmla="*/ 6029325 h 6886575"/>
              <a:gd name="connsiteX16" fmla="*/ 806262 w 7472381"/>
              <a:gd name="connsiteY16" fmla="*/ 5779294 h 6886575"/>
              <a:gd name="connsiteX17" fmla="*/ 1040785 w 7472381"/>
              <a:gd name="connsiteY17" fmla="*/ 5825728 h 6886575"/>
              <a:gd name="connsiteX18" fmla="*/ 1051445 w 7472381"/>
              <a:gd name="connsiteY18" fmla="*/ 5793581 h 6886575"/>
              <a:gd name="connsiteX19" fmla="*/ 845349 w 7472381"/>
              <a:gd name="connsiteY19" fmla="*/ 5497115 h 6886575"/>
              <a:gd name="connsiteX20" fmla="*/ 745855 w 7472381"/>
              <a:gd name="connsiteY20" fmla="*/ 5375672 h 6886575"/>
              <a:gd name="connsiteX21" fmla="*/ 291024 w 7472381"/>
              <a:gd name="connsiteY21" fmla="*/ 5014913 h 6886575"/>
              <a:gd name="connsiteX22" fmla="*/ 724535 w 7472381"/>
              <a:gd name="connsiteY22" fmla="*/ 5175647 h 6886575"/>
              <a:gd name="connsiteX23" fmla="*/ 276811 w 7472381"/>
              <a:gd name="connsiteY23" fmla="*/ 4825603 h 6886575"/>
              <a:gd name="connsiteX24" fmla="*/ 60055 w 7472381"/>
              <a:gd name="connsiteY24" fmla="*/ 4697016 h 6886575"/>
              <a:gd name="connsiteX25" fmla="*/ 6755 w 7472381"/>
              <a:gd name="connsiteY25" fmla="*/ 4622006 h 6886575"/>
              <a:gd name="connsiteX26" fmla="*/ 102696 w 7472381"/>
              <a:gd name="connsiteY26" fmla="*/ 4604146 h 6886575"/>
              <a:gd name="connsiteX27" fmla="*/ 397625 w 7472381"/>
              <a:gd name="connsiteY27" fmla="*/ 4632722 h 6886575"/>
              <a:gd name="connsiteX28" fmla="*/ 31628 w 7472381"/>
              <a:gd name="connsiteY28" fmla="*/ 4396978 h 6886575"/>
              <a:gd name="connsiteX29" fmla="*/ 305237 w 7472381"/>
              <a:gd name="connsiteY29" fmla="*/ 4432697 h 6886575"/>
              <a:gd name="connsiteX30" fmla="*/ 383412 w 7472381"/>
              <a:gd name="connsiteY30" fmla="*/ 4339828 h 6886575"/>
              <a:gd name="connsiteX31" fmla="*/ 511333 w 7472381"/>
              <a:gd name="connsiteY31" fmla="*/ 4189810 h 6886575"/>
              <a:gd name="connsiteX32" fmla="*/ 600167 w 7472381"/>
              <a:gd name="connsiteY32" fmla="*/ 4107656 h 6886575"/>
              <a:gd name="connsiteX33" fmla="*/ 635701 w 7472381"/>
              <a:gd name="connsiteY33" fmla="*/ 3843337 h 6886575"/>
              <a:gd name="connsiteX34" fmla="*/ 561080 w 7472381"/>
              <a:gd name="connsiteY34" fmla="*/ 3554015 h 6886575"/>
              <a:gd name="connsiteX35" fmla="*/ 354985 w 7472381"/>
              <a:gd name="connsiteY35" fmla="*/ 3407569 h 6886575"/>
              <a:gd name="connsiteX36" fmla="*/ 415392 w 7472381"/>
              <a:gd name="connsiteY36" fmla="*/ 3243263 h 6886575"/>
              <a:gd name="connsiteX37" fmla="*/ 852456 w 7472381"/>
              <a:gd name="connsiteY37" fmla="*/ 3343275 h 6886575"/>
              <a:gd name="connsiteX38" fmla="*/ 202190 w 7472381"/>
              <a:gd name="connsiteY38" fmla="*/ 2953940 h 6886575"/>
              <a:gd name="connsiteX39" fmla="*/ 312344 w 7472381"/>
              <a:gd name="connsiteY39" fmla="*/ 2936081 h 6886575"/>
              <a:gd name="connsiteX40" fmla="*/ 706768 w 7472381"/>
              <a:gd name="connsiteY40" fmla="*/ 2714625 h 6886575"/>
              <a:gd name="connsiteX41" fmla="*/ 728088 w 7472381"/>
              <a:gd name="connsiteY41" fmla="*/ 2703909 h 6886575"/>
              <a:gd name="connsiteX42" fmla="*/ 795602 w 7472381"/>
              <a:gd name="connsiteY42" fmla="*/ 2564606 h 6886575"/>
              <a:gd name="connsiteX43" fmla="*/ 1008804 w 7472381"/>
              <a:gd name="connsiteY43" fmla="*/ 2543175 h 6886575"/>
              <a:gd name="connsiteX44" fmla="*/ 1186473 w 7472381"/>
              <a:gd name="connsiteY44" fmla="*/ 2575322 h 6886575"/>
              <a:gd name="connsiteX45" fmla="*/ 1378355 w 7472381"/>
              <a:gd name="connsiteY45" fmla="*/ 2536031 h 6886575"/>
              <a:gd name="connsiteX46" fmla="*/ 1548916 w 7472381"/>
              <a:gd name="connsiteY46" fmla="*/ 2553891 h 6886575"/>
              <a:gd name="connsiteX47" fmla="*/ 1694604 w 7472381"/>
              <a:gd name="connsiteY47" fmla="*/ 2528888 h 6886575"/>
              <a:gd name="connsiteX48" fmla="*/ 1552469 w 7472381"/>
              <a:gd name="connsiteY48" fmla="*/ 2411015 h 6886575"/>
              <a:gd name="connsiteX49" fmla="*/ 1353481 w 7472381"/>
              <a:gd name="connsiteY49" fmla="*/ 2411015 h 6886575"/>
              <a:gd name="connsiteX50" fmla="*/ 1211346 w 7472381"/>
              <a:gd name="connsiteY50" fmla="*/ 2336007 h 6886575"/>
              <a:gd name="connsiteX51" fmla="*/ 1076318 w 7472381"/>
              <a:gd name="connsiteY51" fmla="*/ 2200275 h 6886575"/>
              <a:gd name="connsiteX52" fmla="*/ 600167 w 7472381"/>
              <a:gd name="connsiteY52" fmla="*/ 1982390 h 6886575"/>
              <a:gd name="connsiteX53" fmla="*/ 514886 w 7472381"/>
              <a:gd name="connsiteY53" fmla="*/ 1900238 h 6886575"/>
              <a:gd name="connsiteX54" fmla="*/ 1872273 w 7472381"/>
              <a:gd name="connsiteY54" fmla="*/ 2218135 h 6886575"/>
              <a:gd name="connsiteX55" fmla="*/ 1452975 w 7472381"/>
              <a:gd name="connsiteY55" fmla="*/ 2085975 h 6886575"/>
              <a:gd name="connsiteX56" fmla="*/ 1737245 w 7472381"/>
              <a:gd name="connsiteY56" fmla="*/ 2110978 h 6886575"/>
              <a:gd name="connsiteX57" fmla="*/ 1893593 w 7472381"/>
              <a:gd name="connsiteY57" fmla="*/ 2021681 h 6886575"/>
              <a:gd name="connsiteX58" fmla="*/ 1893593 w 7472381"/>
              <a:gd name="connsiteY58" fmla="*/ 1993106 h 6886575"/>
              <a:gd name="connsiteX59" fmla="*/ 1776332 w 7472381"/>
              <a:gd name="connsiteY59" fmla="*/ 1910953 h 6886575"/>
              <a:gd name="connsiteX60" fmla="*/ 1708818 w 7472381"/>
              <a:gd name="connsiteY60" fmla="*/ 1857375 h 6886575"/>
              <a:gd name="connsiteX61" fmla="*/ 1524043 w 7472381"/>
              <a:gd name="connsiteY61" fmla="*/ 1664493 h 6886575"/>
              <a:gd name="connsiteX62" fmla="*/ 1655517 w 7472381"/>
              <a:gd name="connsiteY62" fmla="*/ 1643062 h 6886575"/>
              <a:gd name="connsiteX63" fmla="*/ 1705264 w 7472381"/>
              <a:gd name="connsiteY63" fmla="*/ 1603772 h 6886575"/>
              <a:gd name="connsiteX64" fmla="*/ 1669731 w 7472381"/>
              <a:gd name="connsiteY64" fmla="*/ 1546622 h 6886575"/>
              <a:gd name="connsiteX65" fmla="*/ 1261093 w 7472381"/>
              <a:gd name="connsiteY65" fmla="*/ 1371600 h 6886575"/>
              <a:gd name="connsiteX66" fmla="*/ 1229113 w 7472381"/>
              <a:gd name="connsiteY66" fmla="*/ 1235869 h 6886575"/>
              <a:gd name="connsiteX67" fmla="*/ 1307287 w 7472381"/>
              <a:gd name="connsiteY67" fmla="*/ 1214437 h 6886575"/>
              <a:gd name="connsiteX68" fmla="*/ 1396121 w 7472381"/>
              <a:gd name="connsiteY68" fmla="*/ 1225153 h 6886575"/>
              <a:gd name="connsiteX69" fmla="*/ 1325054 w 7472381"/>
              <a:gd name="connsiteY69" fmla="*/ 1117997 h 6886575"/>
              <a:gd name="connsiteX70" fmla="*/ 1037231 w 7472381"/>
              <a:gd name="connsiteY70" fmla="*/ 1010841 h 6886575"/>
              <a:gd name="connsiteX71" fmla="*/ 983931 w 7472381"/>
              <a:gd name="connsiteY71" fmla="*/ 953690 h 6886575"/>
              <a:gd name="connsiteX72" fmla="*/ 1054998 w 7472381"/>
              <a:gd name="connsiteY72" fmla="*/ 925115 h 6886575"/>
              <a:gd name="connsiteX73" fmla="*/ 1108299 w 7472381"/>
              <a:gd name="connsiteY73" fmla="*/ 914400 h 6886575"/>
              <a:gd name="connsiteX74" fmla="*/ 6755 w 7472381"/>
              <a:gd name="connsiteY74" fmla="*/ 467915 h 6886575"/>
              <a:gd name="connsiteX75" fmla="*/ 255490 w 7472381"/>
              <a:gd name="connsiteY75" fmla="*/ 464344 h 6886575"/>
              <a:gd name="connsiteX76" fmla="*/ 500673 w 7472381"/>
              <a:gd name="connsiteY76" fmla="*/ 535781 h 6886575"/>
              <a:gd name="connsiteX77" fmla="*/ 760069 w 7472381"/>
              <a:gd name="connsiteY77" fmla="*/ 525066 h 6886575"/>
              <a:gd name="connsiteX78" fmla="*/ 1005251 w 7472381"/>
              <a:gd name="connsiteY78" fmla="*/ 560785 h 6886575"/>
              <a:gd name="connsiteX79" fmla="*/ 1218453 w 7472381"/>
              <a:gd name="connsiteY79" fmla="*/ 560785 h 6886575"/>
              <a:gd name="connsiteX80" fmla="*/ 1019464 w 7472381"/>
              <a:gd name="connsiteY80" fmla="*/ 507206 h 6886575"/>
              <a:gd name="connsiteX81" fmla="*/ 944844 w 7472381"/>
              <a:gd name="connsiteY81" fmla="*/ 417909 h 6886575"/>
              <a:gd name="connsiteX82" fmla="*/ 969717 w 7472381"/>
              <a:gd name="connsiteY82" fmla="*/ 335757 h 6886575"/>
              <a:gd name="connsiteX83" fmla="*/ 1051445 w 7472381"/>
              <a:gd name="connsiteY83" fmla="*/ 360759 h 6886575"/>
              <a:gd name="connsiteX84" fmla="*/ 1147386 w 7472381"/>
              <a:gd name="connsiteY84" fmla="*/ 453629 h 6886575"/>
              <a:gd name="connsiteX85" fmla="*/ 1168706 w 7472381"/>
              <a:gd name="connsiteY85" fmla="*/ 396478 h 6886575"/>
              <a:gd name="connsiteX86" fmla="*/ 1225560 w 7472381"/>
              <a:gd name="connsiteY86" fmla="*/ 353615 h 6886575"/>
              <a:gd name="connsiteX87" fmla="*/ 1552469 w 7472381"/>
              <a:gd name="connsiteY87" fmla="*/ 375047 h 6886575"/>
              <a:gd name="connsiteX88" fmla="*/ 1335714 w 7472381"/>
              <a:gd name="connsiteY88" fmla="*/ 192881 h 6886575"/>
              <a:gd name="connsiteX89" fmla="*/ 1197133 w 7472381"/>
              <a:gd name="connsiteY89" fmla="*/ 164306 h 6886575"/>
              <a:gd name="connsiteX90" fmla="*/ 1165153 w 7472381"/>
              <a:gd name="connsiteY90" fmla="*/ 89297 h 6886575"/>
              <a:gd name="connsiteX91" fmla="*/ 1229113 w 7472381"/>
              <a:gd name="connsiteY91" fmla="*/ 71437 h 6886575"/>
              <a:gd name="connsiteX92" fmla="*/ 1548916 w 7472381"/>
              <a:gd name="connsiteY92" fmla="*/ 135731 h 6886575"/>
              <a:gd name="connsiteX93" fmla="*/ 1602217 w 7472381"/>
              <a:gd name="connsiteY93" fmla="*/ 110728 h 6886575"/>
              <a:gd name="connsiteX94" fmla="*/ 1232666 w 7472381"/>
              <a:gd name="connsiteY94" fmla="*/ 0 h 688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7472381" h="6886575">
                <a:moveTo>
                  <a:pt x="1232666" y="0"/>
                </a:moveTo>
                <a:lnTo>
                  <a:pt x="7472381" y="0"/>
                </a:lnTo>
                <a:lnTo>
                  <a:pt x="7472381" y="814388"/>
                </a:lnTo>
                <a:lnTo>
                  <a:pt x="7472381" y="6411516"/>
                </a:lnTo>
                <a:lnTo>
                  <a:pt x="7472381" y="6886575"/>
                </a:lnTo>
                <a:lnTo>
                  <a:pt x="6992676" y="6886575"/>
                </a:lnTo>
                <a:lnTo>
                  <a:pt x="1946893" y="6886575"/>
                </a:lnTo>
                <a:cubicBezTo>
                  <a:pt x="1801205" y="6815137"/>
                  <a:pt x="1662624" y="6729412"/>
                  <a:pt x="1506276" y="6686550"/>
                </a:cubicBezTo>
                <a:cubicBezTo>
                  <a:pt x="1399675" y="6657975"/>
                  <a:pt x="1296627" y="6607969"/>
                  <a:pt x="1314394" y="6457949"/>
                </a:cubicBezTo>
                <a:cubicBezTo>
                  <a:pt x="1317947" y="6415087"/>
                  <a:pt x="1289520" y="6382941"/>
                  <a:pt x="1246880" y="6393656"/>
                </a:cubicBezTo>
                <a:cubicBezTo>
                  <a:pt x="1165153" y="6415087"/>
                  <a:pt x="1126065" y="6354365"/>
                  <a:pt x="1079872" y="6307931"/>
                </a:cubicBezTo>
                <a:cubicBezTo>
                  <a:pt x="998144" y="6225779"/>
                  <a:pt x="919970" y="6140052"/>
                  <a:pt x="788495" y="6125765"/>
                </a:cubicBezTo>
                <a:cubicBezTo>
                  <a:pt x="813369" y="6061471"/>
                  <a:pt x="856009" y="6068615"/>
                  <a:pt x="895097" y="6082903"/>
                </a:cubicBezTo>
                <a:cubicBezTo>
                  <a:pt x="998144" y="6118622"/>
                  <a:pt x="1101192" y="6157912"/>
                  <a:pt x="1204239" y="6193631"/>
                </a:cubicBezTo>
                <a:cubicBezTo>
                  <a:pt x="1271754" y="6215062"/>
                  <a:pt x="1339267" y="6247209"/>
                  <a:pt x="1428102" y="6222206"/>
                </a:cubicBezTo>
                <a:cubicBezTo>
                  <a:pt x="1349928" y="6093619"/>
                  <a:pt x="1218453" y="6068615"/>
                  <a:pt x="1111852" y="6029325"/>
                </a:cubicBezTo>
                <a:cubicBezTo>
                  <a:pt x="980377" y="5979319"/>
                  <a:pt x="902203" y="5886450"/>
                  <a:pt x="806262" y="5779294"/>
                </a:cubicBezTo>
                <a:cubicBezTo>
                  <a:pt x="902203" y="5750719"/>
                  <a:pt x="962610" y="5829300"/>
                  <a:pt x="1040785" y="5825728"/>
                </a:cubicBezTo>
                <a:cubicBezTo>
                  <a:pt x="1044338" y="5815012"/>
                  <a:pt x="1051445" y="5793581"/>
                  <a:pt x="1051445" y="5793581"/>
                </a:cubicBezTo>
                <a:cubicBezTo>
                  <a:pt x="923523" y="5736431"/>
                  <a:pt x="866670" y="5629275"/>
                  <a:pt x="845349" y="5497115"/>
                </a:cubicBezTo>
                <a:cubicBezTo>
                  <a:pt x="838243" y="5429250"/>
                  <a:pt x="792049" y="5407819"/>
                  <a:pt x="745855" y="5375672"/>
                </a:cubicBezTo>
                <a:cubicBezTo>
                  <a:pt x="589507" y="5264943"/>
                  <a:pt x="422499" y="5164931"/>
                  <a:pt x="291024" y="5014913"/>
                </a:cubicBezTo>
                <a:cubicBezTo>
                  <a:pt x="443819" y="5032771"/>
                  <a:pt x="564633" y="5132784"/>
                  <a:pt x="724535" y="5175647"/>
                </a:cubicBezTo>
                <a:cubicBezTo>
                  <a:pt x="596614" y="5011340"/>
                  <a:pt x="429605" y="4925615"/>
                  <a:pt x="276811" y="4825603"/>
                </a:cubicBezTo>
                <a:cubicBezTo>
                  <a:pt x="205743" y="4779169"/>
                  <a:pt x="141783" y="4722018"/>
                  <a:pt x="60055" y="4697016"/>
                </a:cubicBezTo>
                <a:cubicBezTo>
                  <a:pt x="31628" y="4689872"/>
                  <a:pt x="-18119" y="4672013"/>
                  <a:pt x="6755" y="4622006"/>
                </a:cubicBezTo>
                <a:cubicBezTo>
                  <a:pt x="28075" y="4579144"/>
                  <a:pt x="67162" y="4593432"/>
                  <a:pt x="102696" y="4604146"/>
                </a:cubicBezTo>
                <a:cubicBezTo>
                  <a:pt x="187976" y="4632722"/>
                  <a:pt x="280364" y="4632722"/>
                  <a:pt x="397625" y="4632722"/>
                </a:cubicBezTo>
                <a:cubicBezTo>
                  <a:pt x="298131" y="4496990"/>
                  <a:pt x="116909" y="4539853"/>
                  <a:pt x="31628" y="4396978"/>
                </a:cubicBezTo>
                <a:cubicBezTo>
                  <a:pt x="138229" y="4371976"/>
                  <a:pt x="219957" y="4421982"/>
                  <a:pt x="305237" y="4432697"/>
                </a:cubicBezTo>
                <a:cubicBezTo>
                  <a:pt x="383412" y="4443413"/>
                  <a:pt x="401178" y="4418409"/>
                  <a:pt x="383412" y="4339828"/>
                </a:cubicBezTo>
                <a:cubicBezTo>
                  <a:pt x="354985" y="4218385"/>
                  <a:pt x="397625" y="4157662"/>
                  <a:pt x="511333" y="4189810"/>
                </a:cubicBezTo>
                <a:cubicBezTo>
                  <a:pt x="617934" y="4221956"/>
                  <a:pt x="628594" y="4175522"/>
                  <a:pt x="600167" y="4107656"/>
                </a:cubicBezTo>
                <a:cubicBezTo>
                  <a:pt x="557527" y="4007644"/>
                  <a:pt x="603720" y="3929063"/>
                  <a:pt x="635701" y="3843337"/>
                </a:cubicBezTo>
                <a:cubicBezTo>
                  <a:pt x="685448" y="3714750"/>
                  <a:pt x="664128" y="3650456"/>
                  <a:pt x="561080" y="3554015"/>
                </a:cubicBezTo>
                <a:cubicBezTo>
                  <a:pt x="500673" y="3500438"/>
                  <a:pt x="440265" y="3454003"/>
                  <a:pt x="354985" y="3407569"/>
                </a:cubicBezTo>
                <a:cubicBezTo>
                  <a:pt x="550420" y="3382565"/>
                  <a:pt x="347878" y="3296841"/>
                  <a:pt x="415392" y="3243263"/>
                </a:cubicBezTo>
                <a:cubicBezTo>
                  <a:pt x="553973" y="3221831"/>
                  <a:pt x="664128" y="3393282"/>
                  <a:pt x="852456" y="3343275"/>
                </a:cubicBezTo>
                <a:cubicBezTo>
                  <a:pt x="625041" y="3196828"/>
                  <a:pt x="369198" y="3150393"/>
                  <a:pt x="202190" y="2953940"/>
                </a:cubicBezTo>
                <a:cubicBezTo>
                  <a:pt x="241277" y="2911078"/>
                  <a:pt x="280364" y="2953940"/>
                  <a:pt x="312344" y="2936081"/>
                </a:cubicBezTo>
                <a:cubicBezTo>
                  <a:pt x="312344" y="2925365"/>
                  <a:pt x="685448" y="2993232"/>
                  <a:pt x="706768" y="2714625"/>
                </a:cubicBezTo>
                <a:cubicBezTo>
                  <a:pt x="713875" y="2714625"/>
                  <a:pt x="720982" y="2714625"/>
                  <a:pt x="728088" y="2703909"/>
                </a:cubicBezTo>
                <a:cubicBezTo>
                  <a:pt x="767175" y="2664619"/>
                  <a:pt x="731642" y="2571750"/>
                  <a:pt x="795602" y="2564606"/>
                </a:cubicBezTo>
                <a:cubicBezTo>
                  <a:pt x="866670" y="2557462"/>
                  <a:pt x="934184" y="2525315"/>
                  <a:pt x="1008804" y="2543175"/>
                </a:cubicBezTo>
                <a:cubicBezTo>
                  <a:pt x="1065658" y="2557462"/>
                  <a:pt x="1126065" y="2575322"/>
                  <a:pt x="1186473" y="2575322"/>
                </a:cubicBezTo>
                <a:cubicBezTo>
                  <a:pt x="1250433" y="2575322"/>
                  <a:pt x="1339267" y="2696766"/>
                  <a:pt x="1378355" y="2536031"/>
                </a:cubicBezTo>
                <a:cubicBezTo>
                  <a:pt x="1378355" y="2528888"/>
                  <a:pt x="1488509" y="2546747"/>
                  <a:pt x="1548916" y="2553891"/>
                </a:cubicBezTo>
                <a:cubicBezTo>
                  <a:pt x="1598663" y="2561035"/>
                  <a:pt x="1659071" y="2593181"/>
                  <a:pt x="1694604" y="2528888"/>
                </a:cubicBezTo>
                <a:cubicBezTo>
                  <a:pt x="1712371" y="2489596"/>
                  <a:pt x="1627090" y="2418159"/>
                  <a:pt x="1552469" y="2411015"/>
                </a:cubicBezTo>
                <a:cubicBezTo>
                  <a:pt x="1484956" y="2403872"/>
                  <a:pt x="1417442" y="2396728"/>
                  <a:pt x="1353481" y="2411015"/>
                </a:cubicBezTo>
                <a:cubicBezTo>
                  <a:pt x="1275307" y="2428875"/>
                  <a:pt x="1232666" y="2400300"/>
                  <a:pt x="1211346" y="2336007"/>
                </a:cubicBezTo>
                <a:cubicBezTo>
                  <a:pt x="1186473" y="2268141"/>
                  <a:pt x="1140279" y="2232422"/>
                  <a:pt x="1076318" y="2200275"/>
                </a:cubicBezTo>
                <a:cubicBezTo>
                  <a:pt x="919970" y="2121694"/>
                  <a:pt x="770729" y="2028825"/>
                  <a:pt x="600167" y="1982390"/>
                </a:cubicBezTo>
                <a:cubicBezTo>
                  <a:pt x="568187" y="1975246"/>
                  <a:pt x="529100" y="1960959"/>
                  <a:pt x="514886" y="1900238"/>
                </a:cubicBezTo>
                <a:cubicBezTo>
                  <a:pt x="976824" y="1993106"/>
                  <a:pt x="1396121" y="2232422"/>
                  <a:pt x="1872273" y="2218135"/>
                </a:cubicBezTo>
                <a:cubicBezTo>
                  <a:pt x="1744351" y="2143125"/>
                  <a:pt x="1591557" y="2139554"/>
                  <a:pt x="1452975" y="2085975"/>
                </a:cubicBezTo>
                <a:cubicBezTo>
                  <a:pt x="1552469" y="2046685"/>
                  <a:pt x="1644857" y="2089547"/>
                  <a:pt x="1737245" y="2110978"/>
                </a:cubicBezTo>
                <a:cubicBezTo>
                  <a:pt x="1815419" y="2128837"/>
                  <a:pt x="1886486" y="2132410"/>
                  <a:pt x="1893593" y="2021681"/>
                </a:cubicBezTo>
                <a:cubicBezTo>
                  <a:pt x="1893593" y="2010965"/>
                  <a:pt x="1893593" y="2003821"/>
                  <a:pt x="1893593" y="1993106"/>
                </a:cubicBezTo>
                <a:cubicBezTo>
                  <a:pt x="1865166" y="1946672"/>
                  <a:pt x="1826079" y="1925240"/>
                  <a:pt x="1776332" y="1910953"/>
                </a:cubicBezTo>
                <a:cubicBezTo>
                  <a:pt x="1747905" y="1903809"/>
                  <a:pt x="1708818" y="1889522"/>
                  <a:pt x="1708818" y="1857375"/>
                </a:cubicBezTo>
                <a:cubicBezTo>
                  <a:pt x="1712371" y="1735931"/>
                  <a:pt x="1616430" y="1700212"/>
                  <a:pt x="1524043" y="1664493"/>
                </a:cubicBezTo>
                <a:cubicBezTo>
                  <a:pt x="1573790" y="1603772"/>
                  <a:pt x="1616430" y="1646635"/>
                  <a:pt x="1655517" y="1643062"/>
                </a:cubicBezTo>
                <a:cubicBezTo>
                  <a:pt x="1680391" y="1639491"/>
                  <a:pt x="1705264" y="1635919"/>
                  <a:pt x="1705264" y="1603772"/>
                </a:cubicBezTo>
                <a:cubicBezTo>
                  <a:pt x="1705264" y="1578769"/>
                  <a:pt x="1694604" y="1546622"/>
                  <a:pt x="1669731" y="1546622"/>
                </a:cubicBezTo>
                <a:cubicBezTo>
                  <a:pt x="1513383" y="1543050"/>
                  <a:pt x="1424548" y="1371600"/>
                  <a:pt x="1261093" y="1371600"/>
                </a:cubicBezTo>
                <a:cubicBezTo>
                  <a:pt x="1161599" y="1371600"/>
                  <a:pt x="1310841" y="1275159"/>
                  <a:pt x="1229113" y="1235869"/>
                </a:cubicBezTo>
                <a:cubicBezTo>
                  <a:pt x="1211346" y="1225153"/>
                  <a:pt x="1278860" y="1210866"/>
                  <a:pt x="1307287" y="1214437"/>
                </a:cubicBezTo>
                <a:cubicBezTo>
                  <a:pt x="1335714" y="1218009"/>
                  <a:pt x="1360588" y="1243013"/>
                  <a:pt x="1396121" y="1225153"/>
                </a:cubicBezTo>
                <a:cubicBezTo>
                  <a:pt x="1413888" y="1160860"/>
                  <a:pt x="1367694" y="1135856"/>
                  <a:pt x="1325054" y="1117997"/>
                </a:cubicBezTo>
                <a:cubicBezTo>
                  <a:pt x="1232666" y="1075135"/>
                  <a:pt x="1140279" y="1025129"/>
                  <a:pt x="1037231" y="1010841"/>
                </a:cubicBezTo>
                <a:cubicBezTo>
                  <a:pt x="1001698" y="1007269"/>
                  <a:pt x="980377" y="989409"/>
                  <a:pt x="983931" y="953690"/>
                </a:cubicBezTo>
                <a:cubicBezTo>
                  <a:pt x="991037" y="907256"/>
                  <a:pt x="1026571" y="921544"/>
                  <a:pt x="1054998" y="925115"/>
                </a:cubicBezTo>
                <a:cubicBezTo>
                  <a:pt x="1072765" y="928688"/>
                  <a:pt x="1090532" y="939403"/>
                  <a:pt x="1108299" y="914400"/>
                </a:cubicBezTo>
                <a:cubicBezTo>
                  <a:pt x="692555" y="660797"/>
                  <a:pt x="472246" y="675085"/>
                  <a:pt x="6755" y="467915"/>
                </a:cubicBezTo>
                <a:cubicBezTo>
                  <a:pt x="109802" y="428625"/>
                  <a:pt x="184423" y="457200"/>
                  <a:pt x="255490" y="464344"/>
                </a:cubicBezTo>
                <a:cubicBezTo>
                  <a:pt x="433159" y="482203"/>
                  <a:pt x="323004" y="514350"/>
                  <a:pt x="500673" y="535781"/>
                </a:cubicBezTo>
                <a:cubicBezTo>
                  <a:pt x="585954" y="546497"/>
                  <a:pt x="664128" y="582216"/>
                  <a:pt x="760069" y="525066"/>
                </a:cubicBezTo>
                <a:cubicBezTo>
                  <a:pt x="824029" y="485775"/>
                  <a:pt x="927077" y="528637"/>
                  <a:pt x="1005251" y="560785"/>
                </a:cubicBezTo>
                <a:cubicBezTo>
                  <a:pt x="1069212" y="589360"/>
                  <a:pt x="1133172" y="596503"/>
                  <a:pt x="1218453" y="560785"/>
                </a:cubicBezTo>
                <a:cubicBezTo>
                  <a:pt x="1140279" y="539354"/>
                  <a:pt x="1079872" y="521494"/>
                  <a:pt x="1019464" y="507206"/>
                </a:cubicBezTo>
                <a:cubicBezTo>
                  <a:pt x="969717" y="496491"/>
                  <a:pt x="941290" y="471488"/>
                  <a:pt x="944844" y="417909"/>
                </a:cubicBezTo>
                <a:cubicBezTo>
                  <a:pt x="944844" y="389334"/>
                  <a:pt x="934184" y="350044"/>
                  <a:pt x="969717" y="335757"/>
                </a:cubicBezTo>
                <a:cubicBezTo>
                  <a:pt x="998144" y="321469"/>
                  <a:pt x="1037231" y="335757"/>
                  <a:pt x="1051445" y="360759"/>
                </a:cubicBezTo>
                <a:cubicBezTo>
                  <a:pt x="1069212" y="407194"/>
                  <a:pt x="1086978" y="450056"/>
                  <a:pt x="1147386" y="453629"/>
                </a:cubicBezTo>
                <a:cubicBezTo>
                  <a:pt x="1229113" y="460771"/>
                  <a:pt x="1182919" y="432197"/>
                  <a:pt x="1168706" y="396478"/>
                </a:cubicBezTo>
                <a:cubicBezTo>
                  <a:pt x="1154492" y="357188"/>
                  <a:pt x="1197133" y="346472"/>
                  <a:pt x="1225560" y="353615"/>
                </a:cubicBezTo>
                <a:cubicBezTo>
                  <a:pt x="1332161" y="385763"/>
                  <a:pt x="1442315" y="328613"/>
                  <a:pt x="1552469" y="375047"/>
                </a:cubicBezTo>
                <a:cubicBezTo>
                  <a:pt x="1524043" y="260747"/>
                  <a:pt x="1463635" y="210741"/>
                  <a:pt x="1335714" y="192881"/>
                </a:cubicBezTo>
                <a:cubicBezTo>
                  <a:pt x="1289520" y="189310"/>
                  <a:pt x="1239773" y="196453"/>
                  <a:pt x="1197133" y="164306"/>
                </a:cubicBezTo>
                <a:cubicBezTo>
                  <a:pt x="1172259" y="146447"/>
                  <a:pt x="1147386" y="125016"/>
                  <a:pt x="1165153" y="89297"/>
                </a:cubicBezTo>
                <a:cubicBezTo>
                  <a:pt x="1175813" y="64294"/>
                  <a:pt x="1204239" y="64294"/>
                  <a:pt x="1229113" y="71437"/>
                </a:cubicBezTo>
                <a:cubicBezTo>
                  <a:pt x="1332161" y="110728"/>
                  <a:pt x="1442315" y="121444"/>
                  <a:pt x="1548916" y="135731"/>
                </a:cubicBezTo>
                <a:cubicBezTo>
                  <a:pt x="1566683" y="139303"/>
                  <a:pt x="1584450" y="146447"/>
                  <a:pt x="1602217" y="110728"/>
                </a:cubicBezTo>
                <a:cubicBezTo>
                  <a:pt x="1477849" y="78581"/>
                  <a:pt x="1357034" y="35719"/>
                  <a:pt x="1232666" y="0"/>
                </a:cubicBezTo>
                <a:close/>
              </a:path>
            </a:pathLst>
          </a:custGeom>
          <a:solidFill>
            <a:schemeClr val="accent1">
              <a:alpha val="20000"/>
            </a:schemeClr>
          </a:solidFill>
          <a:ln w="32707" cap="flat">
            <a:noFill/>
            <a:prstDash val="solid"/>
            <a:miter/>
          </a:ln>
        </p:spPr>
        <p:txBody>
          <a:bodyPr rtlCol="0" anchor="ctr"/>
          <a:lstStyle/>
          <a:p>
            <a:endParaRPr lang="en-US">
              <a:solidFill>
                <a:schemeClr val="tx1"/>
              </a:solidFill>
            </a:endParaRPr>
          </a:p>
        </p:txBody>
      </p:sp>
      <p:sp>
        <p:nvSpPr>
          <p:cNvPr id="2" name="Title 1">
            <a:extLst>
              <a:ext uri="{FF2B5EF4-FFF2-40B4-BE49-F238E27FC236}">
                <a16:creationId xmlns:a16="http://schemas.microsoft.com/office/drawing/2014/main" id="{146AD042-DE90-4088-8A07-B9A64C2CE03E}"/>
              </a:ext>
            </a:extLst>
          </p:cNvPr>
          <p:cNvSpPr>
            <a:spLocks noGrp="1"/>
          </p:cNvSpPr>
          <p:nvPr>
            <p:ph type="title"/>
          </p:nvPr>
        </p:nvSpPr>
        <p:spPr>
          <a:xfrm>
            <a:off x="839788" y="640080"/>
            <a:ext cx="3886200" cy="2953512"/>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F2FFC98-62A0-445A-BEDA-785BE925A1D8}"/>
              </a:ext>
            </a:extLst>
          </p:cNvPr>
          <p:cNvSpPr>
            <a:spLocks noGrp="1"/>
          </p:cNvSpPr>
          <p:nvPr>
            <p:ph idx="1"/>
          </p:nvPr>
        </p:nvSpPr>
        <p:spPr>
          <a:xfrm>
            <a:off x="7059168" y="640080"/>
            <a:ext cx="4489704" cy="5596128"/>
          </a:xfrm>
        </p:spPr>
        <p:txBody>
          <a:bodyPr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DB4D7827-8489-4EE4-88EE-16685FE6DE8A}"/>
              </a:ext>
            </a:extLst>
          </p:cNvPr>
          <p:cNvSpPr>
            <a:spLocks noGrp="1"/>
          </p:cNvSpPr>
          <p:nvPr>
            <p:ph type="body" sz="half" idx="2"/>
          </p:nvPr>
        </p:nvSpPr>
        <p:spPr>
          <a:xfrm>
            <a:off x="839788" y="3776472"/>
            <a:ext cx="3886200" cy="246888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33534F-EA91-4A50-B0F6-10D689E458EF}"/>
              </a:ext>
            </a:extLst>
          </p:cNvPr>
          <p:cNvSpPr>
            <a:spLocks noGrp="1"/>
          </p:cNvSpPr>
          <p:nvPr>
            <p:ph type="dt" sz="half" idx="10"/>
          </p:nvPr>
        </p:nvSpPr>
        <p:spPr/>
        <p:txBody>
          <a:bodyPr/>
          <a:lstStyle/>
          <a:p>
            <a:fld id="{9A1B13C7-CD60-4088-941A-3884CEF954D1}" type="datetime1">
              <a:rPr lang="en-US" smtClean="0"/>
              <a:t>4/7/2026</a:t>
            </a:fld>
            <a:endParaRPr lang="en-US"/>
          </a:p>
        </p:txBody>
      </p:sp>
      <p:sp>
        <p:nvSpPr>
          <p:cNvPr id="6" name="Footer Placeholder 5">
            <a:extLst>
              <a:ext uri="{FF2B5EF4-FFF2-40B4-BE49-F238E27FC236}">
                <a16:creationId xmlns:a16="http://schemas.microsoft.com/office/drawing/2014/main" id="{6C20F3F7-8B4B-4015-AA9C-109D05B2F146}"/>
              </a:ext>
            </a:extLst>
          </p:cNvPr>
          <p:cNvSpPr>
            <a:spLocks noGrp="1"/>
          </p:cNvSpPr>
          <p:nvPr>
            <p:ph type="ftr" sz="quarter" idx="11"/>
          </p:nvPr>
        </p:nvSpPr>
        <p:spPr/>
        <p:txBody>
          <a:bodyPr/>
          <a:lstStyle>
            <a:lvl1pPr algn="l">
              <a:defRPr/>
            </a:lvl1pPr>
          </a:lstStyle>
          <a:p>
            <a:endParaRPr lang="en-US"/>
          </a:p>
        </p:txBody>
      </p:sp>
      <p:sp>
        <p:nvSpPr>
          <p:cNvPr id="7" name="Slide Number Placeholder 6">
            <a:extLst>
              <a:ext uri="{FF2B5EF4-FFF2-40B4-BE49-F238E27FC236}">
                <a16:creationId xmlns:a16="http://schemas.microsoft.com/office/drawing/2014/main" id="{910B6EE2-78A1-4D01-87BE-A1487FBD271F}"/>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0837758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Graphic 1" descr="Tag=AccentColor&#10;Flavor=Light&#10;Target=Fill">
            <a:extLst>
              <a:ext uri="{FF2B5EF4-FFF2-40B4-BE49-F238E27FC236}">
                <a16:creationId xmlns:a16="http://schemas.microsoft.com/office/drawing/2014/main" id="{0EE21C0F-70D8-4F3C-9392-07559C90EE6E}"/>
              </a:ext>
            </a:extLst>
          </p:cNvPr>
          <p:cNvSpPr/>
          <p:nvPr/>
        </p:nvSpPr>
        <p:spPr>
          <a:xfrm rot="10800000" flipH="1" flipV="1">
            <a:off x="684965" y="1332237"/>
            <a:ext cx="5263732" cy="3841102"/>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48DB1DFE-8154-440D-93CF-FEF7860E897F}"/>
              </a:ext>
            </a:extLst>
          </p:cNvPr>
          <p:cNvSpPr>
            <a:spLocks noGrp="1"/>
          </p:cNvSpPr>
          <p:nvPr>
            <p:ph type="title"/>
          </p:nvPr>
        </p:nvSpPr>
        <p:spPr>
          <a:xfrm>
            <a:off x="1399032" y="2523744"/>
            <a:ext cx="3831336" cy="1453896"/>
          </a:xfrm>
        </p:spPr>
        <p:txBody>
          <a:bodyPr anchor="b"/>
          <a:lstStyle>
            <a:lvl1pPr algn="ct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CD9D1F5-05CC-48F3-A314-315EF1703043}"/>
              </a:ext>
            </a:extLst>
          </p:cNvPr>
          <p:cNvSpPr>
            <a:spLocks noGrp="1"/>
          </p:cNvSpPr>
          <p:nvPr>
            <p:ph type="pic" idx="1"/>
          </p:nvPr>
        </p:nvSpPr>
        <p:spPr>
          <a:xfrm>
            <a:off x="6711696" y="640079"/>
            <a:ext cx="4837176" cy="556869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211807DE-1178-4BBB-89D8-9046239C2DE9}"/>
              </a:ext>
            </a:extLst>
          </p:cNvPr>
          <p:cNvSpPr>
            <a:spLocks noGrp="1"/>
          </p:cNvSpPr>
          <p:nvPr>
            <p:ph type="body" sz="half" idx="2"/>
          </p:nvPr>
        </p:nvSpPr>
        <p:spPr>
          <a:xfrm>
            <a:off x="1655064" y="4087368"/>
            <a:ext cx="3319272" cy="649224"/>
          </a:xfrm>
        </p:spPr>
        <p:txBody>
          <a:bodyPr>
            <a:noAutofit/>
          </a:bodyPr>
          <a:lstStyle>
            <a:lvl1pPr marL="0" indent="0" algn="ctr">
              <a:buNone/>
              <a:defRPr sz="2000" cap="all"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48EA59-A1BC-48B7-9495-6D5C6035B14B}"/>
              </a:ext>
            </a:extLst>
          </p:cNvPr>
          <p:cNvSpPr>
            <a:spLocks noGrp="1"/>
          </p:cNvSpPr>
          <p:nvPr>
            <p:ph type="dt" sz="half" idx="10"/>
          </p:nvPr>
        </p:nvSpPr>
        <p:spPr/>
        <p:txBody>
          <a:bodyPr/>
          <a:lstStyle/>
          <a:p>
            <a:fld id="{24EB6623-2C39-4DAA-9E04-D8A02E7997E8}" type="datetime1">
              <a:rPr lang="en-US" smtClean="0"/>
              <a:t>4/7/2026</a:t>
            </a:fld>
            <a:endParaRPr lang="en-US"/>
          </a:p>
        </p:txBody>
      </p:sp>
      <p:sp>
        <p:nvSpPr>
          <p:cNvPr id="6" name="Footer Placeholder 5">
            <a:extLst>
              <a:ext uri="{FF2B5EF4-FFF2-40B4-BE49-F238E27FC236}">
                <a16:creationId xmlns:a16="http://schemas.microsoft.com/office/drawing/2014/main" id="{49F85A72-B50F-440E-AAD3-53C099F6D9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C2D00B-4207-4720-8C68-605CAFDD5CA2}"/>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42942214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C888B-58B8-4428-8B1D-4E26FC5DD59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314F67B-D516-42FA-A2CA-2DCD37CFE8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2BA5FF-4919-4FF8-9C04-06CE156B762F}"/>
              </a:ext>
            </a:extLst>
          </p:cNvPr>
          <p:cNvSpPr>
            <a:spLocks noGrp="1"/>
          </p:cNvSpPr>
          <p:nvPr>
            <p:ph type="dt" sz="half" idx="10"/>
          </p:nvPr>
        </p:nvSpPr>
        <p:spPr/>
        <p:txBody>
          <a:bodyPr/>
          <a:lstStyle/>
          <a:p>
            <a:fld id="{9196B9FD-666C-4D1C-B242-8EC3A469124B}" type="datetime1">
              <a:rPr lang="en-US" smtClean="0"/>
              <a:t>4/7/2026</a:t>
            </a:fld>
            <a:endParaRPr lang="en-US"/>
          </a:p>
        </p:txBody>
      </p:sp>
      <p:sp>
        <p:nvSpPr>
          <p:cNvPr id="5" name="Footer Placeholder 4">
            <a:extLst>
              <a:ext uri="{FF2B5EF4-FFF2-40B4-BE49-F238E27FC236}">
                <a16:creationId xmlns:a16="http://schemas.microsoft.com/office/drawing/2014/main" id="{CBEDA970-128E-4150-8E5A-A1B056E835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EC6CD1-EE5E-42EF-B76D-BB803BA6AB5E}"/>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7153082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0C2A1B-34CA-4877-9435-D77DF325757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F255E5E-4A81-44CC-8D99-F56E625D463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9CEECF-A221-4ECC-AD9C-E197D516D24C}"/>
              </a:ext>
            </a:extLst>
          </p:cNvPr>
          <p:cNvSpPr>
            <a:spLocks noGrp="1"/>
          </p:cNvSpPr>
          <p:nvPr>
            <p:ph type="dt" sz="half" idx="10"/>
          </p:nvPr>
        </p:nvSpPr>
        <p:spPr/>
        <p:txBody>
          <a:bodyPr/>
          <a:lstStyle/>
          <a:p>
            <a:fld id="{5AB1E42C-0624-4C92-8B5B-7AEB04E73311}" type="datetime1">
              <a:rPr lang="en-US" smtClean="0"/>
              <a:t>4/7/2026</a:t>
            </a:fld>
            <a:endParaRPr lang="en-US"/>
          </a:p>
        </p:txBody>
      </p:sp>
      <p:sp>
        <p:nvSpPr>
          <p:cNvPr id="5" name="Footer Placeholder 4">
            <a:extLst>
              <a:ext uri="{FF2B5EF4-FFF2-40B4-BE49-F238E27FC236}">
                <a16:creationId xmlns:a16="http://schemas.microsoft.com/office/drawing/2014/main" id="{018F41AE-0DDE-49ED-9F0C-E0E16F599A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B47FB7-77F0-4C43-B81E-D04B31C953D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6469374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228980A-6E91-462F-B68B-E0AC6DE6BF42}" type="datetimeFigureOut">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6E022C2-2FFD-4CE1-9D9D-2CEAD46126A7}" type="slidenum">
              <a:rPr lang="en-US" smtClean="0"/>
              <a:t>‹#›</a:t>
            </a:fld>
            <a:endParaRPr lang="en-US"/>
          </a:p>
        </p:txBody>
      </p:sp>
    </p:spTree>
    <p:extLst>
      <p:ext uri="{BB962C8B-B14F-4D97-AF65-F5344CB8AC3E}">
        <p14:creationId xmlns:p14="http://schemas.microsoft.com/office/powerpoint/2010/main" val="35957174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615C6B-1C98-4B1C-AB4B-1E1898E593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8DFF97-B7FD-47F9-BC7F-DD4B4C5EA2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1831D22-079E-43E3-86A4-BA12DB888C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9AADAB-D644-4598-B356-5E5B9814053A}" type="datetime1">
              <a:rPr lang="en-US" smtClean="0"/>
              <a:t>4/7/2026</a:t>
            </a:fld>
            <a:endParaRPr lang="en-US"/>
          </a:p>
        </p:txBody>
      </p:sp>
      <p:sp>
        <p:nvSpPr>
          <p:cNvPr id="5" name="Footer Placeholder 4">
            <a:extLst>
              <a:ext uri="{FF2B5EF4-FFF2-40B4-BE49-F238E27FC236}">
                <a16:creationId xmlns:a16="http://schemas.microsoft.com/office/drawing/2014/main" id="{A14C30A2-140B-4A5D-BEEC-C1314AF1F3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B71BA8F-7826-496D-91F8-B3ECDF34DA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845F5A-061D-4825-9AE9-D7794091C6CF}" type="slidenum">
              <a:rPr lang="en-US" smtClean="0"/>
              <a:t>‹#›</a:t>
            </a:fld>
            <a:endParaRPr lang="en-US"/>
          </a:p>
        </p:txBody>
      </p:sp>
    </p:spTree>
    <p:extLst>
      <p:ext uri="{BB962C8B-B14F-4D97-AF65-F5344CB8AC3E}">
        <p14:creationId xmlns:p14="http://schemas.microsoft.com/office/powerpoint/2010/main" val="55184293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72" r:id="rId8"/>
    <p:sldLayoutId id="2147483668" r:id="rId9"/>
    <p:sldLayoutId id="2147483669" r:id="rId10"/>
    <p:sldLayoutId id="2147483670" r:id="rId11"/>
    <p:sldLayoutId id="2147483671" r:id="rId12"/>
    <p:sldLayoutId id="2147483673" r:id="rId13"/>
  </p:sldLayoutIdLst>
  <p:hf hdr="0" ftr="0" dt="0"/>
  <p:txStyles>
    <p:titleStyle>
      <a:lvl1pPr algn="l" defTabSz="914400" rtl="0" eaLnBrk="1" latinLnBrk="0" hangingPunct="1">
        <a:lnSpc>
          <a:spcPct val="90000"/>
        </a:lnSpc>
        <a:spcBef>
          <a:spcPct val="0"/>
        </a:spcBef>
        <a:buNone/>
        <a:defRPr sz="4400" i="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0CCBA-6C2C-4420-F570-EB773FCC4326}"/>
              </a:ext>
            </a:extLst>
          </p:cNvPr>
          <p:cNvSpPr>
            <a:spLocks noGrp="1"/>
          </p:cNvSpPr>
          <p:nvPr>
            <p:ph type="ctrTitle"/>
          </p:nvPr>
        </p:nvSpPr>
        <p:spPr>
          <a:xfrm>
            <a:off x="2856745" y="1216242"/>
            <a:ext cx="6478510" cy="3034120"/>
          </a:xfrm>
        </p:spPr>
        <p:txBody>
          <a:bodyPr>
            <a:normAutofit/>
          </a:bodyPr>
          <a:lstStyle/>
          <a:p>
            <a:pPr algn="ctr"/>
            <a:r>
              <a:rPr lang="en-US" sz="7200" dirty="0">
                <a:latin typeface="Constantia" panose="02030602050306030303" pitchFamily="18" charset="0"/>
              </a:rPr>
              <a:t>Stress, Lifestyle, and Health</a:t>
            </a:r>
          </a:p>
        </p:txBody>
      </p:sp>
      <p:sp>
        <p:nvSpPr>
          <p:cNvPr id="3" name="Subtitle 2">
            <a:extLst>
              <a:ext uri="{FF2B5EF4-FFF2-40B4-BE49-F238E27FC236}">
                <a16:creationId xmlns:a16="http://schemas.microsoft.com/office/drawing/2014/main" id="{C31E3762-1D12-CAD6-EA41-B498CA68F4B9}"/>
              </a:ext>
            </a:extLst>
          </p:cNvPr>
          <p:cNvSpPr>
            <a:spLocks noGrp="1"/>
          </p:cNvSpPr>
          <p:nvPr>
            <p:ph type="subTitle" idx="1"/>
          </p:nvPr>
        </p:nvSpPr>
        <p:spPr/>
        <p:txBody>
          <a:bodyPr/>
          <a:lstStyle/>
          <a:p>
            <a:r>
              <a:rPr lang="en-US" dirty="0"/>
              <a:t>Chapter 14</a:t>
            </a:r>
          </a:p>
        </p:txBody>
      </p:sp>
      <p:sp>
        <p:nvSpPr>
          <p:cNvPr id="4" name="Slide Number Placeholder 3">
            <a:extLst>
              <a:ext uri="{FF2B5EF4-FFF2-40B4-BE49-F238E27FC236}">
                <a16:creationId xmlns:a16="http://schemas.microsoft.com/office/drawing/2014/main" id="{8BAB0AFE-A354-EE4B-A432-E572D3181550}"/>
              </a:ext>
            </a:extLst>
          </p:cNvPr>
          <p:cNvSpPr>
            <a:spLocks noGrp="1"/>
          </p:cNvSpPr>
          <p:nvPr>
            <p:ph type="sldNum" sz="quarter" idx="12"/>
          </p:nvPr>
        </p:nvSpPr>
        <p:spPr/>
        <p:txBody>
          <a:bodyPr/>
          <a:lstStyle/>
          <a:p>
            <a:fld id="{51845F5A-061D-4825-9AE9-D7794091C6CF}" type="slidenum">
              <a:rPr lang="en-US" smtClean="0"/>
              <a:t>1</a:t>
            </a:fld>
            <a:endParaRPr lang="en-US"/>
          </a:p>
        </p:txBody>
      </p:sp>
    </p:spTree>
    <p:extLst>
      <p:ext uri="{BB962C8B-B14F-4D97-AF65-F5344CB8AC3E}">
        <p14:creationId xmlns:p14="http://schemas.microsoft.com/office/powerpoint/2010/main" val="30776839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DA452C9-97F2-AF6B-A137-270B04C802F7}"/>
              </a:ext>
            </a:extLst>
          </p:cNvPr>
          <p:cNvSpPr>
            <a:spLocks noGrp="1"/>
          </p:cNvSpPr>
          <p:nvPr>
            <p:ph type="title"/>
          </p:nvPr>
        </p:nvSpPr>
        <p:spPr>
          <a:xfrm>
            <a:off x="7342360" y="753066"/>
            <a:ext cx="4288100" cy="3610704"/>
          </a:xfrm>
        </p:spPr>
        <p:txBody>
          <a:bodyPr>
            <a:normAutofit/>
          </a:bodyPr>
          <a:lstStyle/>
          <a:p>
            <a:r>
              <a:rPr lang="en-US" sz="8800" dirty="0">
                <a:latin typeface="Constantia" panose="02030602050306030303" pitchFamily="18" charset="0"/>
              </a:rPr>
              <a:t>Agenda</a:t>
            </a:r>
          </a:p>
        </p:txBody>
      </p:sp>
      <p:sp>
        <p:nvSpPr>
          <p:cNvPr id="4" name="Slide Number Placeholder 3">
            <a:extLst>
              <a:ext uri="{FF2B5EF4-FFF2-40B4-BE49-F238E27FC236}">
                <a16:creationId xmlns:a16="http://schemas.microsoft.com/office/drawing/2014/main" id="{96796DA0-B161-6B42-A870-EEFA90597320}"/>
              </a:ext>
            </a:extLst>
          </p:cNvPr>
          <p:cNvSpPr>
            <a:spLocks noGrp="1"/>
          </p:cNvSpPr>
          <p:nvPr>
            <p:ph type="sldNum" sz="quarter" idx="12"/>
          </p:nvPr>
        </p:nvSpPr>
        <p:spPr/>
        <p:txBody>
          <a:bodyPr/>
          <a:lstStyle/>
          <a:p>
            <a:fld id="{51845F5A-061D-4825-9AE9-D7794091C6CF}" type="slidenum">
              <a:rPr lang="en-US" smtClean="0"/>
              <a:t>2</a:t>
            </a:fld>
            <a:endParaRPr lang="en-US"/>
          </a:p>
        </p:txBody>
      </p:sp>
      <p:sp>
        <p:nvSpPr>
          <p:cNvPr id="7" name="TextBox 6">
            <a:extLst>
              <a:ext uri="{FF2B5EF4-FFF2-40B4-BE49-F238E27FC236}">
                <a16:creationId xmlns:a16="http://schemas.microsoft.com/office/drawing/2014/main" id="{AB467369-AD1A-715A-8F30-68981B26BB4C}"/>
              </a:ext>
            </a:extLst>
          </p:cNvPr>
          <p:cNvSpPr txBox="1"/>
          <p:nvPr/>
        </p:nvSpPr>
        <p:spPr>
          <a:xfrm>
            <a:off x="686994" y="1874728"/>
            <a:ext cx="5604095" cy="2677656"/>
          </a:xfrm>
          <a:prstGeom prst="rect">
            <a:avLst/>
          </a:prstGeom>
          <a:noFill/>
        </p:spPr>
        <p:txBody>
          <a:bodyPr wrap="square" rtlCol="0">
            <a:spAutoFit/>
          </a:bodyPr>
          <a:lstStyle/>
          <a:p>
            <a:pPr marL="285750" indent="-285750">
              <a:buFont typeface="Arial" panose="020B0604020202020204" pitchFamily="34" charset="0"/>
              <a:buChar char="•"/>
            </a:pPr>
            <a:r>
              <a:rPr lang="en-US" sz="2800" dirty="0"/>
              <a:t>What is Stress?</a:t>
            </a:r>
          </a:p>
          <a:p>
            <a:pPr marL="285750" indent="-285750">
              <a:buFont typeface="Arial" panose="020B0604020202020204" pitchFamily="34" charset="0"/>
              <a:buChar char="•"/>
            </a:pPr>
            <a:r>
              <a:rPr lang="en-US" sz="2800" dirty="0"/>
              <a:t>The Stress Response</a:t>
            </a:r>
          </a:p>
          <a:p>
            <a:pPr marL="285750" indent="-285750">
              <a:buFont typeface="Arial" panose="020B0604020202020204" pitchFamily="34" charset="0"/>
              <a:buChar char="•"/>
            </a:pPr>
            <a:r>
              <a:rPr lang="en-US" sz="2800" dirty="0"/>
              <a:t>Stress and Illness</a:t>
            </a:r>
          </a:p>
          <a:p>
            <a:pPr marL="285750" indent="-285750">
              <a:buFont typeface="Arial" panose="020B0604020202020204" pitchFamily="34" charset="0"/>
              <a:buChar char="•"/>
            </a:pPr>
            <a:r>
              <a:rPr lang="en-US" sz="2800" dirty="0"/>
              <a:t>Regulation of Stress</a:t>
            </a:r>
          </a:p>
          <a:p>
            <a:pPr marL="285750" indent="-285750">
              <a:buFont typeface="Arial" panose="020B0604020202020204" pitchFamily="34" charset="0"/>
              <a:buChar char="•"/>
            </a:pPr>
            <a:r>
              <a:rPr lang="en-US" sz="2800" dirty="0"/>
              <a:t>Positive Psychology</a:t>
            </a:r>
          </a:p>
          <a:p>
            <a:pPr marL="285750" indent="-285750">
              <a:buFont typeface="Arial" panose="020B0604020202020204" pitchFamily="34" charset="0"/>
              <a:buChar char="•"/>
            </a:pPr>
            <a:endParaRPr lang="en-US" sz="2800" dirty="0"/>
          </a:p>
        </p:txBody>
      </p:sp>
    </p:spTree>
    <p:extLst>
      <p:ext uri="{BB962C8B-B14F-4D97-AF65-F5344CB8AC3E}">
        <p14:creationId xmlns:p14="http://schemas.microsoft.com/office/powerpoint/2010/main" val="8318458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94E407B-F4AE-4A95-B0C6-7EDA4F1EFEE2}"/>
              </a:ext>
              <a:ext uri="{C183D7F6-B498-43B3-948B-1728B52AA6E4}">
                <adec:decorative xmlns:adec="http://schemas.microsoft.com/office/drawing/2017/decorative" val="1"/>
              </a:ext>
            </a:extLst>
          </p:cNvPr>
          <p:cNvPicPr>
            <a:picLocks noChangeAspect="1"/>
          </p:cNvPicPr>
          <p:nvPr/>
        </p:nvPicPr>
        <p:blipFill rotWithShape="1">
          <a:blip r:embed="rId3"/>
          <a:srcRect b="15730"/>
          <a:stretch/>
        </p:blipFill>
        <p:spPr>
          <a:xfrm>
            <a:off x="20" y="2754"/>
            <a:ext cx="12191980" cy="6858000"/>
          </a:xfrm>
          <a:prstGeom prst="rect">
            <a:avLst/>
          </a:prstGeom>
        </p:spPr>
      </p:pic>
      <p:sp>
        <p:nvSpPr>
          <p:cNvPr id="3" name="Content Placeholder 2">
            <a:extLst>
              <a:ext uri="{FF2B5EF4-FFF2-40B4-BE49-F238E27FC236}">
                <a16:creationId xmlns:a16="http://schemas.microsoft.com/office/drawing/2014/main" id="{1DD1F4AF-C44E-4790-A7D2-981944B73D5B}"/>
              </a:ext>
            </a:extLst>
          </p:cNvPr>
          <p:cNvSpPr>
            <a:spLocks noGrp="1"/>
          </p:cNvSpPr>
          <p:nvPr>
            <p:ph sz="quarter" idx="13"/>
          </p:nvPr>
        </p:nvSpPr>
        <p:spPr>
          <a:xfrm>
            <a:off x="5471706" y="2025950"/>
            <a:ext cx="5402620" cy="1403050"/>
          </a:xfrm>
        </p:spPr>
        <p:txBody>
          <a:bodyPr>
            <a:normAutofit/>
          </a:bodyPr>
          <a:lstStyle/>
          <a:p>
            <a:pPr marL="0" indent="0">
              <a:buNone/>
            </a:pPr>
            <a:r>
              <a:rPr lang="en-US" sz="4000" cap="none" dirty="0"/>
              <a:t>What do you think a stressor is?</a:t>
            </a:r>
            <a:endParaRPr lang="en-US" sz="4000" dirty="0"/>
          </a:p>
        </p:txBody>
      </p:sp>
    </p:spTree>
    <p:extLst>
      <p:ext uri="{BB962C8B-B14F-4D97-AF65-F5344CB8AC3E}">
        <p14:creationId xmlns:p14="http://schemas.microsoft.com/office/powerpoint/2010/main" val="94590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03F16-9853-81C9-0B86-2DB2EB78F3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C961A5-405E-D5C7-C511-B1627652B9FB}"/>
              </a:ext>
            </a:extLst>
          </p:cNvPr>
          <p:cNvSpPr>
            <a:spLocks noGrp="1"/>
          </p:cNvSpPr>
          <p:nvPr>
            <p:ph type="title"/>
          </p:nvPr>
        </p:nvSpPr>
        <p:spPr>
          <a:xfrm>
            <a:off x="838200" y="1164431"/>
            <a:ext cx="10515600" cy="1325563"/>
          </a:xfrm>
        </p:spPr>
        <p:txBody>
          <a:bodyPr/>
          <a:lstStyle/>
          <a:p>
            <a:r>
              <a:rPr lang="en-US" dirty="0">
                <a:latin typeface="Constantia" panose="02030602050306030303" pitchFamily="18" charset="0"/>
              </a:rPr>
              <a:t>What are some examples of each of these stressors?</a:t>
            </a:r>
          </a:p>
        </p:txBody>
      </p:sp>
      <p:sp>
        <p:nvSpPr>
          <p:cNvPr id="4" name="Slide Number Placeholder 3">
            <a:extLst>
              <a:ext uri="{FF2B5EF4-FFF2-40B4-BE49-F238E27FC236}">
                <a16:creationId xmlns:a16="http://schemas.microsoft.com/office/drawing/2014/main" id="{82CB7F93-FDC0-D6B7-7646-BEAD3E3BC961}"/>
              </a:ext>
            </a:extLst>
          </p:cNvPr>
          <p:cNvSpPr>
            <a:spLocks noGrp="1"/>
          </p:cNvSpPr>
          <p:nvPr>
            <p:ph type="sldNum" sz="quarter" idx="12"/>
          </p:nvPr>
        </p:nvSpPr>
        <p:spPr/>
        <p:txBody>
          <a:bodyPr/>
          <a:lstStyle/>
          <a:p>
            <a:fld id="{51845F5A-061D-4825-9AE9-D7794091C6CF}" type="slidenum">
              <a:rPr lang="en-US" smtClean="0"/>
              <a:t>4</a:t>
            </a:fld>
            <a:endParaRPr lang="en-US"/>
          </a:p>
        </p:txBody>
      </p:sp>
      <p:graphicFrame>
        <p:nvGraphicFramePr>
          <p:cNvPr id="5" name="Content Placeholder 2">
            <a:extLst>
              <a:ext uri="{FF2B5EF4-FFF2-40B4-BE49-F238E27FC236}">
                <a16:creationId xmlns:a16="http://schemas.microsoft.com/office/drawing/2014/main" id="{9B940CD1-FA80-AEF5-64C6-C8F5181328DD}"/>
              </a:ext>
            </a:extLst>
          </p:cNvPr>
          <p:cNvGraphicFramePr>
            <a:graphicFrameLocks noGrp="1"/>
          </p:cNvGraphicFramePr>
          <p:nvPr>
            <p:ph idx="1"/>
          </p:nvPr>
        </p:nvGraphicFramePr>
        <p:xfrm>
          <a:off x="838200" y="2011363"/>
          <a:ext cx="10515600" cy="41608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788631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1440E-DBE0-6751-42C4-1A76433645EC}"/>
              </a:ext>
            </a:extLst>
          </p:cNvPr>
          <p:cNvSpPr>
            <a:spLocks noGrp="1"/>
          </p:cNvSpPr>
          <p:nvPr>
            <p:ph type="title"/>
          </p:nvPr>
        </p:nvSpPr>
        <p:spPr>
          <a:xfrm>
            <a:off x="838200" y="2564039"/>
            <a:ext cx="10515600" cy="1325563"/>
          </a:xfrm>
        </p:spPr>
        <p:txBody>
          <a:bodyPr/>
          <a:lstStyle/>
          <a:p>
            <a:r>
              <a:rPr lang="en-US" dirty="0">
                <a:latin typeface="Constantia" panose="02030602050306030303" pitchFamily="18" charset="0"/>
              </a:rPr>
              <a:t>Appraising a </a:t>
            </a:r>
            <a:br>
              <a:rPr lang="en-US" dirty="0">
                <a:latin typeface="Constantia" panose="02030602050306030303" pitchFamily="18" charset="0"/>
              </a:rPr>
            </a:br>
            <a:r>
              <a:rPr lang="en-US" dirty="0">
                <a:latin typeface="Constantia" panose="02030602050306030303" pitchFamily="18" charset="0"/>
              </a:rPr>
              <a:t>Threat</a:t>
            </a:r>
          </a:p>
        </p:txBody>
      </p:sp>
      <p:sp>
        <p:nvSpPr>
          <p:cNvPr id="4" name="Slide Number Placeholder 3">
            <a:extLst>
              <a:ext uri="{FF2B5EF4-FFF2-40B4-BE49-F238E27FC236}">
                <a16:creationId xmlns:a16="http://schemas.microsoft.com/office/drawing/2014/main" id="{D19C29CA-3ECC-EC84-C833-0E5385836715}"/>
              </a:ext>
            </a:extLst>
          </p:cNvPr>
          <p:cNvSpPr>
            <a:spLocks noGrp="1"/>
          </p:cNvSpPr>
          <p:nvPr>
            <p:ph type="sldNum" sz="quarter" idx="12"/>
          </p:nvPr>
        </p:nvSpPr>
        <p:spPr/>
        <p:txBody>
          <a:bodyPr/>
          <a:lstStyle/>
          <a:p>
            <a:fld id="{51845F5A-061D-4825-9AE9-D7794091C6CF}" type="slidenum">
              <a:rPr lang="en-US" smtClean="0"/>
              <a:t>5</a:t>
            </a:fld>
            <a:endParaRPr lang="en-US"/>
          </a:p>
        </p:txBody>
      </p:sp>
      <p:pic>
        <p:nvPicPr>
          <p:cNvPr id="5" name="Picture 2" descr="A concept map begins with a box titled “Stressor” at the top with an arrow underneath that leads to a box labeled “Primary appraisal: challenge or threat?” Below “Primary appraisal: challenge or threat?” is a line leading to the word “challenge” on the left side and “threat” on the right side. Below the word “challenge” is a box labeled “Potential for gain or growth.” There are no additional lines, arrows, or boxes under “Potential for gain or growth.” Below the word “threat,” there is a box labeled “May lead to harm, loss, or negative consequences.” Underneath the box, there is an arrow leading to another box labeled “Secondary appraisal: potential options and how effective?” The box has a line underneath that leads to the words “effective option” on the left side and “ineffective/no option” on the right side. Below the words “effective option,” there is an arrow leading to a box labeled “Low threat.” Below the words “ineffective/no option,” there is an arrow leading to a box labeled “High threat.”">
            <a:extLst>
              <a:ext uri="{FF2B5EF4-FFF2-40B4-BE49-F238E27FC236}">
                <a16:creationId xmlns:a16="http://schemas.microsoft.com/office/drawing/2014/main" id="{A9D3D58F-28D0-69C8-0C45-5EAC2F8CD22F}"/>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4234543" y="479151"/>
            <a:ext cx="5471939" cy="6385179"/>
          </a:xfrm>
          <a:prstGeom prst="roundRect">
            <a:avLst>
              <a:gd name="adj" fmla="val 530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98535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B5881-F90B-E4FC-C919-920401BAF8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BDD5D3-D439-4699-EB80-17250628E03D}"/>
              </a:ext>
            </a:extLst>
          </p:cNvPr>
          <p:cNvSpPr>
            <a:spLocks noGrp="1"/>
          </p:cNvSpPr>
          <p:nvPr>
            <p:ph type="title"/>
          </p:nvPr>
        </p:nvSpPr>
        <p:spPr/>
        <p:txBody>
          <a:bodyPr/>
          <a:lstStyle/>
          <a:p>
            <a:r>
              <a:rPr lang="en-US" dirty="0">
                <a:latin typeface="Constantia" panose="02030602050306030303" pitchFamily="18" charset="0"/>
              </a:rPr>
              <a:t>Good and Bad Stress</a:t>
            </a:r>
          </a:p>
        </p:txBody>
      </p:sp>
      <p:sp>
        <p:nvSpPr>
          <p:cNvPr id="4" name="Slide Number Placeholder 3">
            <a:extLst>
              <a:ext uri="{FF2B5EF4-FFF2-40B4-BE49-F238E27FC236}">
                <a16:creationId xmlns:a16="http://schemas.microsoft.com/office/drawing/2014/main" id="{A7D3D5F3-A794-5C01-0C31-66DE233190C3}"/>
              </a:ext>
            </a:extLst>
          </p:cNvPr>
          <p:cNvSpPr>
            <a:spLocks noGrp="1"/>
          </p:cNvSpPr>
          <p:nvPr>
            <p:ph type="sldNum" sz="quarter" idx="12"/>
          </p:nvPr>
        </p:nvSpPr>
        <p:spPr/>
        <p:txBody>
          <a:bodyPr/>
          <a:lstStyle/>
          <a:p>
            <a:fld id="{51845F5A-061D-4825-9AE9-D7794091C6CF}" type="slidenum">
              <a:rPr lang="en-US" smtClean="0"/>
              <a:t>6</a:t>
            </a:fld>
            <a:endParaRPr lang="en-US"/>
          </a:p>
        </p:txBody>
      </p:sp>
      <p:pic>
        <p:nvPicPr>
          <p:cNvPr id="5" name="Picture 2" descr="A graph features a bell curve that has a line going through the middle labeled “Optimal level.” The curve is labeled “eustress” on the left side and “distress” on the right side. The x-axis is labeled “Stress level” and moves from low to high, and the y-axis is labeled “Performance level” and moves from low to high.” The graph shows that stress levels increase with performance levels and that once stress levels reach optimal level, they move from eustress to distress.">
            <a:extLst>
              <a:ext uri="{FF2B5EF4-FFF2-40B4-BE49-F238E27FC236}">
                <a16:creationId xmlns:a16="http://schemas.microsoft.com/office/drawing/2014/main" id="{B3083DBA-3648-427C-0060-0943369DB8C1}"/>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598713" y="2177143"/>
            <a:ext cx="10442871" cy="4042862"/>
          </a:xfrm>
          <a:prstGeom prst="roundRect">
            <a:avLst>
              <a:gd name="adj" fmla="val 530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0355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95DB3C-0C0E-C95E-5256-395544A56D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4FA944-938C-4EE3-73BE-9B85412746A8}"/>
              </a:ext>
            </a:extLst>
          </p:cNvPr>
          <p:cNvSpPr>
            <a:spLocks noGrp="1"/>
          </p:cNvSpPr>
          <p:nvPr>
            <p:ph type="title"/>
          </p:nvPr>
        </p:nvSpPr>
        <p:spPr/>
        <p:txBody>
          <a:bodyPr/>
          <a:lstStyle/>
          <a:p>
            <a:r>
              <a:rPr lang="en-US" dirty="0">
                <a:latin typeface="Constantia" panose="02030602050306030303" pitchFamily="18" charset="0"/>
              </a:rPr>
              <a:t>Fight or Flight Response</a:t>
            </a:r>
          </a:p>
        </p:txBody>
      </p:sp>
      <p:sp>
        <p:nvSpPr>
          <p:cNvPr id="4" name="Slide Number Placeholder 3">
            <a:extLst>
              <a:ext uri="{FF2B5EF4-FFF2-40B4-BE49-F238E27FC236}">
                <a16:creationId xmlns:a16="http://schemas.microsoft.com/office/drawing/2014/main" id="{4A031B32-FFCF-CC5D-2EFC-7FF372ADAA08}"/>
              </a:ext>
            </a:extLst>
          </p:cNvPr>
          <p:cNvSpPr>
            <a:spLocks noGrp="1"/>
          </p:cNvSpPr>
          <p:nvPr>
            <p:ph type="sldNum" sz="quarter" idx="12"/>
          </p:nvPr>
        </p:nvSpPr>
        <p:spPr/>
        <p:txBody>
          <a:bodyPr/>
          <a:lstStyle/>
          <a:p>
            <a:fld id="{51845F5A-061D-4825-9AE9-D7794091C6CF}" type="slidenum">
              <a:rPr lang="en-US" smtClean="0"/>
              <a:t>7</a:t>
            </a:fld>
            <a:endParaRPr lang="en-US"/>
          </a:p>
        </p:txBody>
      </p:sp>
      <p:pic>
        <p:nvPicPr>
          <p:cNvPr id="6" name="Google Shape;141;p17" descr="A figure shows the basic outline of a human body and indicates the body’s various responses to fight or flight, including: pupils dilate, heart rate increases, muscles tense and may tremble, respiration quickens, bronchial tubes dilate, and perspiration begins.">
            <a:extLst>
              <a:ext uri="{FF2B5EF4-FFF2-40B4-BE49-F238E27FC236}">
                <a16:creationId xmlns:a16="http://schemas.microsoft.com/office/drawing/2014/main" id="{F91E228B-B1F9-F817-C07F-AC1783F0D938}"/>
              </a:ext>
            </a:extLst>
          </p:cNvPr>
          <p:cNvPicPr preferRelativeResize="0">
            <a:picLocks/>
          </p:cNvPicPr>
          <p:nvPr/>
        </p:nvPicPr>
        <p:blipFill rotWithShape="1">
          <a:blip r:embed="rId3">
            <a:alphaModFix/>
          </a:blip>
          <a:srcRect l="-14501" r="-14502"/>
          <a:stretch/>
        </p:blipFill>
        <p:spPr>
          <a:xfrm>
            <a:off x="1500734" y="1679881"/>
            <a:ext cx="9570037" cy="4676469"/>
          </a:xfrm>
          <a:prstGeom prst="rect">
            <a:avLst/>
          </a:prstGeom>
          <a:noFill/>
          <a:ln>
            <a:noFill/>
          </a:ln>
        </p:spPr>
      </p:pic>
    </p:spTree>
    <p:extLst>
      <p:ext uri="{BB962C8B-B14F-4D97-AF65-F5344CB8AC3E}">
        <p14:creationId xmlns:p14="http://schemas.microsoft.com/office/powerpoint/2010/main" val="1200031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AD318-9B05-1BD8-7EAF-31D09ED6E9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751051-EA5D-94CF-749C-BFC7C552D3D7}"/>
              </a:ext>
            </a:extLst>
          </p:cNvPr>
          <p:cNvSpPr>
            <a:spLocks noGrp="1"/>
          </p:cNvSpPr>
          <p:nvPr>
            <p:ph type="title"/>
          </p:nvPr>
        </p:nvSpPr>
        <p:spPr/>
        <p:txBody>
          <a:bodyPr/>
          <a:lstStyle/>
          <a:p>
            <a:r>
              <a:rPr lang="en-US" dirty="0">
                <a:latin typeface="Constantia" panose="02030602050306030303" pitchFamily="18" charset="0"/>
              </a:rPr>
              <a:t>Selye &amp; The General Adaption Syndrome</a:t>
            </a:r>
          </a:p>
        </p:txBody>
      </p:sp>
      <p:sp>
        <p:nvSpPr>
          <p:cNvPr id="4" name="Slide Number Placeholder 3">
            <a:extLst>
              <a:ext uri="{FF2B5EF4-FFF2-40B4-BE49-F238E27FC236}">
                <a16:creationId xmlns:a16="http://schemas.microsoft.com/office/drawing/2014/main" id="{DCEB9039-6948-C19D-DD90-B60AAB1F42AB}"/>
              </a:ext>
            </a:extLst>
          </p:cNvPr>
          <p:cNvSpPr>
            <a:spLocks noGrp="1"/>
          </p:cNvSpPr>
          <p:nvPr>
            <p:ph type="sldNum" sz="quarter" idx="12"/>
          </p:nvPr>
        </p:nvSpPr>
        <p:spPr/>
        <p:txBody>
          <a:bodyPr/>
          <a:lstStyle/>
          <a:p>
            <a:fld id="{51845F5A-061D-4825-9AE9-D7794091C6CF}" type="slidenum">
              <a:rPr lang="en-US" smtClean="0"/>
              <a:t>8</a:t>
            </a:fld>
            <a:endParaRPr lang="en-US"/>
          </a:p>
        </p:txBody>
      </p:sp>
      <p:pic>
        <p:nvPicPr>
          <p:cNvPr id="5" name="Picture 2" descr="A graph shows the three stages of Selye’s general adaption syndrome: alarm reaction, resistance, and exhaustion. The x-axis represents time while the y-axis represents stress levels. The x-axis is labeled “Time” and the y-axis is labeled “Stress resistance.” The graph shows that an increase in time and stress ultimately leads to exhaustion.">
            <a:extLst>
              <a:ext uri="{FF2B5EF4-FFF2-40B4-BE49-F238E27FC236}">
                <a16:creationId xmlns:a16="http://schemas.microsoft.com/office/drawing/2014/main" id="{6FDABE78-2FC8-B9D7-B473-C08EEADD29A5}"/>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2396381" y="1952763"/>
            <a:ext cx="7399238" cy="3944740"/>
          </a:xfrm>
          <a:prstGeom prst="roundRect">
            <a:avLst>
              <a:gd name="adj" fmla="val 530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34618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6FC36-CBB1-071D-1CF7-DC9A3D0939C4}"/>
              </a:ext>
            </a:extLst>
          </p:cNvPr>
          <p:cNvSpPr>
            <a:spLocks noGrp="1"/>
          </p:cNvSpPr>
          <p:nvPr>
            <p:ph type="title"/>
          </p:nvPr>
        </p:nvSpPr>
        <p:spPr>
          <a:xfrm>
            <a:off x="838200" y="598714"/>
            <a:ext cx="10515600" cy="1091974"/>
          </a:xfrm>
        </p:spPr>
        <p:txBody>
          <a:bodyPr anchor="t">
            <a:normAutofit/>
          </a:bodyPr>
          <a:lstStyle/>
          <a:p>
            <a:r>
              <a:rPr lang="en-US" dirty="0">
                <a:latin typeface="Constantia" panose="02030602050306030303" pitchFamily="18" charset="0"/>
              </a:rPr>
              <a:t>How much stress is too much?</a:t>
            </a:r>
          </a:p>
        </p:txBody>
      </p:sp>
      <p:pic>
        <p:nvPicPr>
          <p:cNvPr id="1028" name="Picture 4" descr="A figure discussing allostatic load as a bucket of inflammation, with multiple factors contributing to inflammation, including excessive exercise, inadequate energy intake, stress, inadequate sleep, low dietary quality, substance abuse, trauma/ oppression, and social isolation">
            <a:extLst>
              <a:ext uri="{FF2B5EF4-FFF2-40B4-BE49-F238E27FC236}">
                <a16:creationId xmlns:a16="http://schemas.microsoft.com/office/drawing/2014/main" id="{3DD06463-308C-97D7-1DAD-22D214B05B21}"/>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4005466" y="2011363"/>
            <a:ext cx="4181067" cy="4160837"/>
          </a:xfrm>
          <a:prstGeom prst="rect">
            <a:avLst/>
          </a:prstGeom>
          <a:solidFill>
            <a:srgbClr val="FFFFFF"/>
          </a:solidFill>
        </p:spPr>
      </p:pic>
      <p:sp>
        <p:nvSpPr>
          <p:cNvPr id="3" name="Slide Number Placeholder 2">
            <a:extLst>
              <a:ext uri="{FF2B5EF4-FFF2-40B4-BE49-F238E27FC236}">
                <a16:creationId xmlns:a16="http://schemas.microsoft.com/office/drawing/2014/main" id="{B11037E2-27BC-C0AF-7C00-1E2CAA548D7E}"/>
              </a:ext>
            </a:extLst>
          </p:cNvPr>
          <p:cNvSpPr>
            <a:spLocks noGrp="1"/>
          </p:cNvSpPr>
          <p:nvPr>
            <p:ph type="sldNum" sz="quarter" idx="12"/>
          </p:nvPr>
        </p:nvSpPr>
        <p:spPr/>
        <p:txBody>
          <a:bodyPr anchor="t">
            <a:normAutofit fontScale="70000" lnSpcReduction="20000"/>
          </a:bodyPr>
          <a:lstStyle/>
          <a:p>
            <a:pPr marL="0" marR="0" lvl="0" indent="0" algn="r" defTabSz="457200" rtl="0" eaLnBrk="1" fontAlgn="auto" latinLnBrk="0" hangingPunct="1">
              <a:lnSpc>
                <a:spcPct val="90000"/>
              </a:lnSpc>
              <a:spcBef>
                <a:spcPts val="0"/>
              </a:spcBef>
              <a:spcAft>
                <a:spcPts val="600"/>
              </a:spcAft>
              <a:buClrTx/>
              <a:buSzTx/>
              <a:buFontTx/>
              <a:buNone/>
              <a:tabLst/>
              <a:defRPr/>
            </a:pPr>
            <a:fld id="{6D22F896-40B5-4ADD-8801-0D06FADFA095}" type="slidenum">
              <a:rPr kumimoji="0" lang="en-US" sz="3200" b="1" i="0" u="none" strike="noStrike" kern="1200" cap="none" spc="0" normalizeH="0" baseline="0" noProof="0" smtClean="0">
                <a:ln>
                  <a:noFill/>
                </a:ln>
                <a:solidFill>
                  <a:srgbClr val="000000"/>
                </a:solidFill>
                <a:effectLst/>
                <a:uLnTx/>
                <a:uFillTx/>
                <a:latin typeface="Kalinga"/>
                <a:ea typeface="+mn-ea"/>
                <a:cs typeface="Kalinga" panose="020B0502040204020203" pitchFamily="34" charset="0"/>
              </a:rPr>
              <a:pPr marL="0" marR="0" lvl="0" indent="0" algn="r" defTabSz="457200" rtl="0" eaLnBrk="1" fontAlgn="auto" latinLnBrk="0" hangingPunct="1">
                <a:lnSpc>
                  <a:spcPct val="90000"/>
                </a:lnSpc>
                <a:spcBef>
                  <a:spcPts val="0"/>
                </a:spcBef>
                <a:spcAft>
                  <a:spcPts val="600"/>
                </a:spcAft>
                <a:buClrTx/>
                <a:buSzTx/>
                <a:buFontTx/>
                <a:buNone/>
                <a:tabLst/>
                <a:defRPr/>
              </a:pPr>
              <a:t>9</a:t>
            </a:fld>
            <a:endParaRPr kumimoji="0" lang="en-US" sz="3200" b="1" i="0" u="none" strike="noStrike" kern="1200" cap="none" spc="0" normalizeH="0" baseline="0" noProof="0">
              <a:ln>
                <a:noFill/>
              </a:ln>
              <a:solidFill>
                <a:srgbClr val="000000"/>
              </a:solidFill>
              <a:effectLst/>
              <a:uLnTx/>
              <a:uFillTx/>
              <a:latin typeface="Kalinga"/>
              <a:ea typeface="+mn-ea"/>
              <a:cs typeface="Kalinga" panose="020B0502040204020203" pitchFamily="34" charset="0"/>
            </a:endParaRPr>
          </a:p>
        </p:txBody>
      </p:sp>
      <p:sp>
        <p:nvSpPr>
          <p:cNvPr id="4" name="Content Placeholder 3">
            <a:extLst>
              <a:ext uri="{FF2B5EF4-FFF2-40B4-BE49-F238E27FC236}">
                <a16:creationId xmlns:a16="http://schemas.microsoft.com/office/drawing/2014/main" id="{80350161-9921-C130-D0BA-92BD193941CC}"/>
              </a:ext>
            </a:extLst>
          </p:cNvPr>
          <p:cNvSpPr>
            <a:spLocks noGrp="1"/>
          </p:cNvSpPr>
          <p:nvPr>
            <p:ph sz="quarter" idx="4294967295"/>
          </p:nvPr>
        </p:nvSpPr>
        <p:spPr>
          <a:xfrm>
            <a:off x="0" y="2863850"/>
            <a:ext cx="4114800" cy="3495675"/>
          </a:xfrm>
        </p:spPr>
        <p:txBody>
          <a:bodyPr>
            <a:normAutofit/>
          </a:bodyPr>
          <a:lstStyle/>
          <a:p>
            <a:r>
              <a:rPr lang="en-US" dirty="0"/>
              <a:t>It depends on your capacity to carry stress</a:t>
            </a:r>
          </a:p>
        </p:txBody>
      </p:sp>
    </p:spTree>
    <p:extLst>
      <p:ext uri="{BB962C8B-B14F-4D97-AF65-F5344CB8AC3E}">
        <p14:creationId xmlns:p14="http://schemas.microsoft.com/office/powerpoint/2010/main" val="30303410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DAB83F82-A062-FC8C-6E93-52F0EDE93A9B}"/>
              </a:ext>
            </a:extLst>
          </p:cNvPr>
          <p:cNvSpPr>
            <a:spLocks noGrp="1"/>
          </p:cNvSpPr>
          <p:nvPr>
            <p:ph type="body" idx="1"/>
          </p:nvPr>
        </p:nvSpPr>
        <p:spPr>
          <a:xfrm>
            <a:off x="831849" y="3156858"/>
            <a:ext cx="7506607" cy="2622722"/>
          </a:xfrm>
        </p:spPr>
        <p:txBody>
          <a:bodyPr>
            <a:normAutofit/>
          </a:bodyPr>
          <a:lstStyle/>
          <a:p>
            <a:r>
              <a:rPr lang="en-US" sz="4400" dirty="0"/>
              <a:t>The STRESS RESPONSE</a:t>
            </a:r>
          </a:p>
        </p:txBody>
      </p:sp>
      <p:sp>
        <p:nvSpPr>
          <p:cNvPr id="4" name="Slide Number Placeholder 3">
            <a:extLst>
              <a:ext uri="{FF2B5EF4-FFF2-40B4-BE49-F238E27FC236}">
                <a16:creationId xmlns:a16="http://schemas.microsoft.com/office/drawing/2014/main" id="{7894CC91-B25E-65A2-8574-FB5F503D1806}"/>
              </a:ext>
            </a:extLst>
          </p:cNvPr>
          <p:cNvSpPr>
            <a:spLocks noGrp="1"/>
          </p:cNvSpPr>
          <p:nvPr>
            <p:ph type="sldNum" sz="quarter" idx="12"/>
          </p:nvPr>
        </p:nvSpPr>
        <p:spPr/>
        <p:txBody>
          <a:bodyPr/>
          <a:lstStyle/>
          <a:p>
            <a:fld id="{51845F5A-061D-4825-9AE9-D7794091C6CF}" type="slidenum">
              <a:rPr lang="en-US" smtClean="0"/>
              <a:t>10</a:t>
            </a:fld>
            <a:endParaRPr lang="en-US"/>
          </a:p>
        </p:txBody>
      </p:sp>
    </p:spTree>
    <p:extLst>
      <p:ext uri="{BB962C8B-B14F-4D97-AF65-F5344CB8AC3E}">
        <p14:creationId xmlns:p14="http://schemas.microsoft.com/office/powerpoint/2010/main" val="33150023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7A0BD5-FB6E-8858-B9B2-D7AAAB2C7FF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7A0A5A0-2F4F-24CE-4CAC-C077F961957A}"/>
              </a:ext>
            </a:extLst>
          </p:cNvPr>
          <p:cNvSpPr>
            <a:spLocks noGrp="1"/>
          </p:cNvSpPr>
          <p:nvPr>
            <p:ph type="title"/>
          </p:nvPr>
        </p:nvSpPr>
        <p:spPr/>
        <p:txBody>
          <a:bodyPr/>
          <a:lstStyle/>
          <a:p>
            <a:r>
              <a:rPr lang="en-US" dirty="0">
                <a:latin typeface="Constantia" panose="02030602050306030303" pitchFamily="18" charset="0"/>
              </a:rPr>
              <a:t>The Physiology of Stress</a:t>
            </a:r>
          </a:p>
        </p:txBody>
      </p:sp>
      <p:pic>
        <p:nvPicPr>
          <p:cNvPr id="2" name="Content Placeholder 1" descr="Diagram illustrating chronic stress impact on hormonal pathways, showing HPA axis and SNS routes activating hypothalamus, pituitary gland, and adrenal gland. Key elements include red arrows for stress signals, black arrows for hormone release (CRF, ACTH), and dashed lines indicating adrenal gland secretion of corticosteroids, norepinephrine, adrenaline, and cortisol, highlighting pro-inflammatory cytokines' role.">
            <a:extLst>
              <a:ext uri="{FF2B5EF4-FFF2-40B4-BE49-F238E27FC236}">
                <a16:creationId xmlns:a16="http://schemas.microsoft.com/office/drawing/2014/main" id="{32ECA44D-12D7-29F0-F593-7813083657CB}"/>
              </a:ext>
            </a:extLst>
          </p:cNvPr>
          <p:cNvPicPr>
            <a:picLocks noGrp="1" noChangeAspect="1"/>
          </p:cNvPicPr>
          <p:nvPr>
            <p:ph idx="1"/>
          </p:nvPr>
        </p:nvPicPr>
        <p:blipFill rotWithShape="1">
          <a:blip r:embed="rId3" cstate="print">
            <a:extLst>
              <a:ext uri="{28A0092B-C50C-407E-A947-70E740481C1C}">
                <a14:useLocalDpi xmlns:a14="http://schemas.microsoft.com/office/drawing/2010/main" val="0"/>
              </a:ext>
            </a:extLst>
          </a:blip>
          <a:stretch/>
        </p:blipFill>
        <p:spPr bwMode="auto">
          <a:xfrm>
            <a:off x="2079171" y="1183494"/>
            <a:ext cx="7747056" cy="5164705"/>
          </a:xfrm>
          <a:prstGeom prst="rect">
            <a:avLst/>
          </a:prstGeom>
          <a:noFill/>
          <a:ln>
            <a:noFill/>
          </a:ln>
          <a:extLst>
            <a:ext uri="{53640926-AAD7-44D8-BBD7-CCE9431645EC}">
              <a14:shadowObscured xmlns:a14="http://schemas.microsoft.com/office/drawing/2010/main"/>
            </a:ext>
          </a:extLst>
        </p:spPr>
      </p:pic>
      <p:sp>
        <p:nvSpPr>
          <p:cNvPr id="3" name="Slide Number Placeholder 2">
            <a:extLst>
              <a:ext uri="{FF2B5EF4-FFF2-40B4-BE49-F238E27FC236}">
                <a16:creationId xmlns:a16="http://schemas.microsoft.com/office/drawing/2014/main" id="{F6A7BCC9-F138-C9B2-631F-AB4C537EA3CA}"/>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D22F896-40B5-4ADD-8801-0D06FADFA095}" type="slidenum">
              <a:rPr kumimoji="0" lang="en-US" sz="1800" i="0" u="none" strike="noStrike" kern="1200" cap="none" spc="0" normalizeH="0" baseline="0" noProof="0" smtClean="0">
                <a:ln>
                  <a:noFill/>
                </a:ln>
                <a:solidFill>
                  <a:srgbClr val="000000"/>
                </a:solidFill>
                <a:effectLst/>
                <a:uLnTx/>
                <a:uFillTx/>
                <a:latin typeface="Kalinga"/>
                <a:ea typeface="+mn-ea"/>
                <a:cs typeface="Kalinga" panose="020B0502040204020203"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US" sz="3200" i="0" u="none" strike="noStrike" kern="1200" cap="none" spc="0" normalizeH="0" baseline="0" noProof="0" dirty="0">
              <a:ln>
                <a:noFill/>
              </a:ln>
              <a:solidFill>
                <a:srgbClr val="000000"/>
              </a:solidFill>
              <a:effectLst/>
              <a:uLnTx/>
              <a:uFillTx/>
              <a:latin typeface="Kalinga"/>
              <a:ea typeface="+mn-ea"/>
              <a:cs typeface="Kalinga" panose="020B0502040204020203" pitchFamily="34" charset="0"/>
            </a:endParaRPr>
          </a:p>
        </p:txBody>
      </p:sp>
      <p:sp>
        <p:nvSpPr>
          <p:cNvPr id="4" name="TextBox 3">
            <a:extLst>
              <a:ext uri="{FF2B5EF4-FFF2-40B4-BE49-F238E27FC236}">
                <a16:creationId xmlns:a16="http://schemas.microsoft.com/office/drawing/2014/main" id="{ABA97AB6-A466-F999-6B07-3FA208A2F904}"/>
              </a:ext>
            </a:extLst>
          </p:cNvPr>
          <p:cNvSpPr txBox="1"/>
          <p:nvPr/>
        </p:nvSpPr>
        <p:spPr>
          <a:xfrm>
            <a:off x="8011391" y="997688"/>
            <a:ext cx="3243452" cy="1015663"/>
          </a:xfrm>
          <a:prstGeom prst="rect">
            <a:avLst/>
          </a:prstGeom>
          <a:noFill/>
          <a:ln w="38100">
            <a:solidFill>
              <a:srgbClr val="00B0F0"/>
            </a:solidFill>
          </a:ln>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0000"/>
                </a:solidFill>
                <a:effectLst/>
                <a:uLnTx/>
                <a:uFillTx/>
                <a:latin typeface="Kalinga"/>
                <a:ea typeface="+mn-ea"/>
                <a:cs typeface="+mn-cs"/>
              </a:rPr>
              <a:t>Step 1: </a:t>
            </a:r>
            <a:r>
              <a:rPr kumimoji="0" lang="en-US" sz="2000" b="0" i="0" u="none" strike="noStrike" kern="1200" cap="none" spc="0" normalizeH="0" baseline="0" noProof="0" dirty="0">
                <a:ln>
                  <a:noFill/>
                </a:ln>
                <a:solidFill>
                  <a:srgbClr val="000000"/>
                </a:solidFill>
                <a:effectLst/>
                <a:uLnTx/>
                <a:uFillTx/>
                <a:latin typeface="Kalinga"/>
                <a:ea typeface="+mn-ea"/>
                <a:cs typeface="+mn-cs"/>
              </a:rPr>
              <a:t>Hypothalamus releases CRF at a higher-than-usual rate</a:t>
            </a:r>
          </a:p>
        </p:txBody>
      </p:sp>
      <p:sp>
        <p:nvSpPr>
          <p:cNvPr id="7" name="TextBox 6">
            <a:extLst>
              <a:ext uri="{FF2B5EF4-FFF2-40B4-BE49-F238E27FC236}">
                <a16:creationId xmlns:a16="http://schemas.microsoft.com/office/drawing/2014/main" id="{F71B6051-B6D8-3C02-294E-97932ACD88DA}"/>
              </a:ext>
            </a:extLst>
          </p:cNvPr>
          <p:cNvSpPr txBox="1"/>
          <p:nvPr/>
        </p:nvSpPr>
        <p:spPr>
          <a:xfrm>
            <a:off x="5725885" y="6301530"/>
            <a:ext cx="5044240"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Kalinga"/>
                <a:ea typeface="+mn-ea"/>
                <a:cs typeface="+mn-cs"/>
              </a:rPr>
              <a:t>Note: CRF = corticotropin-releasing factor</a:t>
            </a:r>
          </a:p>
        </p:txBody>
      </p:sp>
      <p:sp>
        <p:nvSpPr>
          <p:cNvPr id="8" name="Oval 7">
            <a:extLst>
              <a:ext uri="{FF2B5EF4-FFF2-40B4-BE49-F238E27FC236}">
                <a16:creationId xmlns:a16="http://schemas.microsoft.com/office/drawing/2014/main" id="{A1546DBB-2947-D120-90A4-967BC29B6CE2}"/>
              </a:ext>
            </a:extLst>
          </p:cNvPr>
          <p:cNvSpPr/>
          <p:nvPr/>
        </p:nvSpPr>
        <p:spPr>
          <a:xfrm>
            <a:off x="3896590" y="2013351"/>
            <a:ext cx="2919845" cy="2288485"/>
          </a:xfrm>
          <a:prstGeom prst="ellipse">
            <a:avLst/>
          </a:prstGeom>
          <a:noFill/>
          <a:ln w="762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Kalinga"/>
              <a:ea typeface="+mn-ea"/>
              <a:cs typeface="+mn-cs"/>
            </a:endParaRPr>
          </a:p>
        </p:txBody>
      </p:sp>
    </p:spTree>
    <p:extLst>
      <p:ext uri="{BB962C8B-B14F-4D97-AF65-F5344CB8AC3E}">
        <p14:creationId xmlns:p14="http://schemas.microsoft.com/office/powerpoint/2010/main" val="38960594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8DAD16-A9B2-DD7C-16D3-C9F5E41586B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7109295-A8F9-37FD-8888-0F03A51389F0}"/>
              </a:ext>
            </a:extLst>
          </p:cNvPr>
          <p:cNvSpPr>
            <a:spLocks noGrp="1"/>
          </p:cNvSpPr>
          <p:nvPr>
            <p:ph type="title"/>
          </p:nvPr>
        </p:nvSpPr>
        <p:spPr/>
        <p:txBody>
          <a:bodyPr/>
          <a:lstStyle/>
          <a:p>
            <a:r>
              <a:rPr lang="en-US" dirty="0">
                <a:latin typeface="Constantia" panose="02030602050306030303" pitchFamily="18" charset="0"/>
              </a:rPr>
              <a:t>The Physiology of Stress</a:t>
            </a:r>
          </a:p>
        </p:txBody>
      </p:sp>
      <p:pic>
        <p:nvPicPr>
          <p:cNvPr id="2" name="Content Placeholder 1" descr="Diagram illustrating chronic stress impact on hormonal pathways, showing HPA axis and SNS routes activating hypothalamus, pituitary gland, and adrenal gland. Key elements include red arrows for stress signals, black arrows for hormone release (CRF, ACTH), and dashed lines indicating adrenal gland secretion of corticosteroids, norepinephrine, adrenaline, and cortisol, highlighting pro-inflammatory cytokines' role.">
            <a:extLst>
              <a:ext uri="{FF2B5EF4-FFF2-40B4-BE49-F238E27FC236}">
                <a16:creationId xmlns:a16="http://schemas.microsoft.com/office/drawing/2014/main" id="{BC6C2D3B-E834-6A20-B105-EFEF759B14E5}"/>
              </a:ext>
            </a:extLst>
          </p:cNvPr>
          <p:cNvPicPr>
            <a:picLocks noGrp="1" noChangeAspect="1"/>
          </p:cNvPicPr>
          <p:nvPr>
            <p:ph idx="1"/>
          </p:nvPr>
        </p:nvPicPr>
        <p:blipFill rotWithShape="1">
          <a:blip r:embed="rId3" cstate="print">
            <a:extLst>
              <a:ext uri="{28A0092B-C50C-407E-A947-70E740481C1C}">
                <a14:useLocalDpi xmlns:a14="http://schemas.microsoft.com/office/drawing/2010/main" val="0"/>
              </a:ext>
            </a:extLst>
          </a:blip>
          <a:stretch/>
        </p:blipFill>
        <p:spPr bwMode="auto">
          <a:xfrm>
            <a:off x="1654629" y="1261495"/>
            <a:ext cx="7978488" cy="5318994"/>
          </a:xfrm>
          <a:prstGeom prst="rect">
            <a:avLst/>
          </a:prstGeom>
          <a:noFill/>
          <a:ln>
            <a:noFill/>
          </a:ln>
          <a:extLst>
            <a:ext uri="{53640926-AAD7-44D8-BBD7-CCE9431645EC}">
              <a14:shadowObscured xmlns:a14="http://schemas.microsoft.com/office/drawing/2010/main"/>
            </a:ext>
          </a:extLst>
        </p:spPr>
      </p:pic>
      <p:sp>
        <p:nvSpPr>
          <p:cNvPr id="3" name="Slide Number Placeholder 2">
            <a:extLst>
              <a:ext uri="{FF2B5EF4-FFF2-40B4-BE49-F238E27FC236}">
                <a16:creationId xmlns:a16="http://schemas.microsoft.com/office/drawing/2014/main" id="{65194D99-A53A-3D01-975B-881F2728D0AA}"/>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D22F896-40B5-4ADD-8801-0D06FADFA095}" type="slidenum">
              <a:rPr kumimoji="0" lang="en-US" sz="1800" i="0" u="none" strike="noStrike" kern="1200" cap="none" spc="0" normalizeH="0" baseline="0" noProof="0" smtClean="0">
                <a:ln>
                  <a:noFill/>
                </a:ln>
                <a:solidFill>
                  <a:srgbClr val="000000"/>
                </a:solidFill>
                <a:effectLst/>
                <a:uLnTx/>
                <a:uFillTx/>
                <a:latin typeface="Kalinga"/>
                <a:ea typeface="+mn-ea"/>
                <a:cs typeface="Kalinga" panose="020B0502040204020203"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US" sz="3200" i="0" u="none" strike="noStrike" kern="1200" cap="none" spc="0" normalizeH="0" baseline="0" noProof="0" dirty="0">
              <a:ln>
                <a:noFill/>
              </a:ln>
              <a:solidFill>
                <a:srgbClr val="000000"/>
              </a:solidFill>
              <a:effectLst/>
              <a:uLnTx/>
              <a:uFillTx/>
              <a:latin typeface="Kalinga"/>
              <a:ea typeface="+mn-ea"/>
              <a:cs typeface="Kalinga" panose="020B0502040204020203" pitchFamily="34" charset="0"/>
            </a:endParaRPr>
          </a:p>
        </p:txBody>
      </p:sp>
      <p:sp>
        <p:nvSpPr>
          <p:cNvPr id="4" name="TextBox 3">
            <a:extLst>
              <a:ext uri="{FF2B5EF4-FFF2-40B4-BE49-F238E27FC236}">
                <a16:creationId xmlns:a16="http://schemas.microsoft.com/office/drawing/2014/main" id="{A055BF40-7072-61F0-DE00-478DC3323DE5}"/>
              </a:ext>
            </a:extLst>
          </p:cNvPr>
          <p:cNvSpPr txBox="1"/>
          <p:nvPr/>
        </p:nvSpPr>
        <p:spPr>
          <a:xfrm>
            <a:off x="8011391" y="997688"/>
            <a:ext cx="3243452" cy="1015663"/>
          </a:xfrm>
          <a:prstGeom prst="rect">
            <a:avLst/>
          </a:prstGeom>
          <a:noFill/>
          <a:ln w="38100">
            <a:solidFill>
              <a:srgbClr val="00B0F0"/>
            </a:solidFill>
          </a:ln>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0000"/>
                </a:solidFill>
                <a:effectLst/>
                <a:uLnTx/>
                <a:uFillTx/>
                <a:latin typeface="Kalinga"/>
                <a:ea typeface="+mn-ea"/>
                <a:cs typeface="+mn-cs"/>
              </a:rPr>
              <a:t>Step 2: </a:t>
            </a:r>
            <a:r>
              <a:rPr kumimoji="0" lang="en-US" sz="2000" b="0" i="0" u="none" strike="noStrike" kern="1200" cap="none" spc="0" normalizeH="0" baseline="0" noProof="0" dirty="0">
                <a:ln>
                  <a:noFill/>
                </a:ln>
                <a:solidFill>
                  <a:srgbClr val="000000"/>
                </a:solidFill>
                <a:effectLst/>
                <a:uLnTx/>
                <a:uFillTx/>
                <a:latin typeface="Kalinga"/>
                <a:ea typeface="+mn-ea"/>
                <a:cs typeface="+mn-cs"/>
              </a:rPr>
              <a:t>Pituitary gland is hit with CRF, triggering it to release ACTH</a:t>
            </a:r>
          </a:p>
        </p:txBody>
      </p:sp>
      <p:sp>
        <p:nvSpPr>
          <p:cNvPr id="7" name="TextBox 6">
            <a:extLst>
              <a:ext uri="{FF2B5EF4-FFF2-40B4-BE49-F238E27FC236}">
                <a16:creationId xmlns:a16="http://schemas.microsoft.com/office/drawing/2014/main" id="{D06E8000-1084-A9E0-59BC-9F5F2229099C}"/>
              </a:ext>
            </a:extLst>
          </p:cNvPr>
          <p:cNvSpPr txBox="1"/>
          <p:nvPr/>
        </p:nvSpPr>
        <p:spPr>
          <a:xfrm>
            <a:off x="5771902" y="6309681"/>
            <a:ext cx="5044240"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Kalinga"/>
                <a:ea typeface="+mn-ea"/>
                <a:cs typeface="+mn-cs"/>
              </a:rPr>
              <a:t>Note: ACTH = adrenocorticotropic hormone</a:t>
            </a:r>
          </a:p>
        </p:txBody>
      </p:sp>
      <p:sp>
        <p:nvSpPr>
          <p:cNvPr id="8" name="Oval 7">
            <a:extLst>
              <a:ext uri="{FF2B5EF4-FFF2-40B4-BE49-F238E27FC236}">
                <a16:creationId xmlns:a16="http://schemas.microsoft.com/office/drawing/2014/main" id="{14A44C4E-A970-6B47-7E4E-5E0CBF560DA4}"/>
              </a:ext>
            </a:extLst>
          </p:cNvPr>
          <p:cNvSpPr/>
          <p:nvPr/>
        </p:nvSpPr>
        <p:spPr>
          <a:xfrm>
            <a:off x="2311233" y="2665277"/>
            <a:ext cx="2919845" cy="2288485"/>
          </a:xfrm>
          <a:prstGeom prst="ellipse">
            <a:avLst/>
          </a:prstGeom>
          <a:noFill/>
          <a:ln w="762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Kalinga"/>
              <a:ea typeface="+mn-ea"/>
              <a:cs typeface="+mn-cs"/>
            </a:endParaRPr>
          </a:p>
        </p:txBody>
      </p:sp>
    </p:spTree>
    <p:extLst>
      <p:ext uri="{BB962C8B-B14F-4D97-AF65-F5344CB8AC3E}">
        <p14:creationId xmlns:p14="http://schemas.microsoft.com/office/powerpoint/2010/main" val="28014718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28EFE-1D86-A50C-D694-A01EDE578F0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1E0E540-7BDA-B533-476F-5154D0E19138}"/>
              </a:ext>
            </a:extLst>
          </p:cNvPr>
          <p:cNvSpPr>
            <a:spLocks noGrp="1"/>
          </p:cNvSpPr>
          <p:nvPr>
            <p:ph type="title"/>
          </p:nvPr>
        </p:nvSpPr>
        <p:spPr/>
        <p:txBody>
          <a:bodyPr/>
          <a:lstStyle/>
          <a:p>
            <a:r>
              <a:rPr lang="en-US" dirty="0">
                <a:latin typeface="Constantia" panose="02030602050306030303" pitchFamily="18" charset="0"/>
              </a:rPr>
              <a:t>The Physiology of Stress</a:t>
            </a:r>
          </a:p>
        </p:txBody>
      </p:sp>
      <p:pic>
        <p:nvPicPr>
          <p:cNvPr id="2" name="Content Placeholder 1" descr="Diagram illustrating chronic stress impact on hormonal pathways, showing HPA axis and SNS routes activating hypothalamus, pituitary gland, and adrenal gland. Key elements include red arrows for stress signals, black arrows for hormone release (CRF, ACTH), and dashed lines indicating adrenal gland secretion of corticosteroids, norepinephrine, adrenaline, and cortisol, highlighting pro-inflammatory cytokines' role.">
            <a:extLst>
              <a:ext uri="{FF2B5EF4-FFF2-40B4-BE49-F238E27FC236}">
                <a16:creationId xmlns:a16="http://schemas.microsoft.com/office/drawing/2014/main" id="{E1AC6667-3B06-E882-7F43-8CE478ADF75E}"/>
              </a:ext>
            </a:extLst>
          </p:cNvPr>
          <p:cNvPicPr>
            <a:picLocks noGrp="1" noChangeAspect="1"/>
          </p:cNvPicPr>
          <p:nvPr>
            <p:ph idx="1"/>
          </p:nvPr>
        </p:nvPicPr>
        <p:blipFill rotWithShape="1">
          <a:blip r:embed="rId3" cstate="print">
            <a:extLst>
              <a:ext uri="{28A0092B-C50C-407E-A947-70E740481C1C}">
                <a14:useLocalDpi xmlns:a14="http://schemas.microsoft.com/office/drawing/2010/main" val="0"/>
              </a:ext>
            </a:extLst>
          </a:blip>
          <a:stretch/>
        </p:blipFill>
        <p:spPr bwMode="auto">
          <a:xfrm>
            <a:off x="2307770" y="1422624"/>
            <a:ext cx="7674429" cy="5116287"/>
          </a:xfrm>
          <a:prstGeom prst="rect">
            <a:avLst/>
          </a:prstGeom>
          <a:noFill/>
          <a:ln>
            <a:noFill/>
          </a:ln>
          <a:extLst>
            <a:ext uri="{53640926-AAD7-44D8-BBD7-CCE9431645EC}">
              <a14:shadowObscured xmlns:a14="http://schemas.microsoft.com/office/drawing/2010/main"/>
            </a:ext>
          </a:extLst>
        </p:spPr>
      </p:pic>
      <p:sp>
        <p:nvSpPr>
          <p:cNvPr id="3" name="Slide Number Placeholder 2">
            <a:extLst>
              <a:ext uri="{FF2B5EF4-FFF2-40B4-BE49-F238E27FC236}">
                <a16:creationId xmlns:a16="http://schemas.microsoft.com/office/drawing/2014/main" id="{969D913C-DB19-C640-C60A-9A9A135948F3}"/>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D22F896-40B5-4ADD-8801-0D06FADFA095}" type="slidenum">
              <a:rPr kumimoji="0" lang="en-US" sz="1800" i="0" u="none" strike="noStrike" kern="1200" cap="none" spc="0" normalizeH="0" baseline="0" noProof="0" smtClean="0">
                <a:ln>
                  <a:noFill/>
                </a:ln>
                <a:solidFill>
                  <a:srgbClr val="000000"/>
                </a:solidFill>
                <a:effectLst/>
                <a:uLnTx/>
                <a:uFillTx/>
                <a:latin typeface="Kalinga"/>
                <a:ea typeface="+mn-ea"/>
                <a:cs typeface="Kalinga" panose="020B0502040204020203"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US" sz="1800" i="0" u="none" strike="noStrike" kern="1200" cap="none" spc="0" normalizeH="0" baseline="0" noProof="0" dirty="0">
              <a:ln>
                <a:noFill/>
              </a:ln>
              <a:solidFill>
                <a:srgbClr val="000000"/>
              </a:solidFill>
              <a:effectLst/>
              <a:uLnTx/>
              <a:uFillTx/>
              <a:latin typeface="Kalinga"/>
              <a:ea typeface="+mn-ea"/>
              <a:cs typeface="Kalinga" panose="020B0502040204020203" pitchFamily="34" charset="0"/>
            </a:endParaRPr>
          </a:p>
        </p:txBody>
      </p:sp>
      <p:sp>
        <p:nvSpPr>
          <p:cNvPr id="4" name="TextBox 3">
            <a:extLst>
              <a:ext uri="{FF2B5EF4-FFF2-40B4-BE49-F238E27FC236}">
                <a16:creationId xmlns:a16="http://schemas.microsoft.com/office/drawing/2014/main" id="{39C9616D-2964-D42D-EF5C-D6D1EC1E4663}"/>
              </a:ext>
            </a:extLst>
          </p:cNvPr>
          <p:cNvSpPr txBox="1"/>
          <p:nvPr/>
        </p:nvSpPr>
        <p:spPr>
          <a:xfrm>
            <a:off x="7616536" y="997688"/>
            <a:ext cx="4044913" cy="1015663"/>
          </a:xfrm>
          <a:prstGeom prst="rect">
            <a:avLst/>
          </a:prstGeom>
          <a:noFill/>
          <a:ln w="38100">
            <a:solidFill>
              <a:srgbClr val="00B0F0"/>
            </a:solidFill>
          </a:ln>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0000"/>
                </a:solidFill>
                <a:effectLst/>
                <a:uLnTx/>
                <a:uFillTx/>
                <a:latin typeface="Kalinga"/>
                <a:ea typeface="+mn-ea"/>
                <a:cs typeface="+mn-cs"/>
              </a:rPr>
              <a:t>Step 3: </a:t>
            </a:r>
            <a:r>
              <a:rPr kumimoji="0" lang="en-US" sz="2000" b="0" i="0" u="none" strike="noStrike" kern="1200" cap="none" spc="0" normalizeH="0" baseline="0" noProof="0" dirty="0">
                <a:ln>
                  <a:noFill/>
                </a:ln>
                <a:solidFill>
                  <a:srgbClr val="000000"/>
                </a:solidFill>
                <a:effectLst/>
                <a:uLnTx/>
                <a:uFillTx/>
                <a:latin typeface="Kalinga"/>
                <a:ea typeface="+mn-ea"/>
                <a:cs typeface="+mn-cs"/>
              </a:rPr>
              <a:t>Adrenal gland is triggered by both the HPA axis and the SNS, at the same time</a:t>
            </a:r>
          </a:p>
        </p:txBody>
      </p:sp>
      <p:sp>
        <p:nvSpPr>
          <p:cNvPr id="7" name="TextBox 6">
            <a:extLst>
              <a:ext uri="{FF2B5EF4-FFF2-40B4-BE49-F238E27FC236}">
                <a16:creationId xmlns:a16="http://schemas.microsoft.com/office/drawing/2014/main" id="{00EBF94F-3C6E-8798-EB97-D3F1A2F25550}"/>
              </a:ext>
            </a:extLst>
          </p:cNvPr>
          <p:cNvSpPr txBox="1"/>
          <p:nvPr/>
        </p:nvSpPr>
        <p:spPr>
          <a:xfrm>
            <a:off x="838200" y="6356350"/>
            <a:ext cx="10270867"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Kalinga"/>
                <a:ea typeface="+mn-ea"/>
                <a:cs typeface="+mn-cs"/>
              </a:rPr>
              <a:t>Note: HPA axis = hypothalamic-pituitary-adrenal axis; SNS = sympathetic nervous system</a:t>
            </a:r>
          </a:p>
        </p:txBody>
      </p:sp>
      <p:sp>
        <p:nvSpPr>
          <p:cNvPr id="8" name="Oval 7">
            <a:extLst>
              <a:ext uri="{FF2B5EF4-FFF2-40B4-BE49-F238E27FC236}">
                <a16:creationId xmlns:a16="http://schemas.microsoft.com/office/drawing/2014/main" id="{1A7A957F-B346-CC21-4FA6-D82BE7EC03E0}"/>
              </a:ext>
            </a:extLst>
          </p:cNvPr>
          <p:cNvSpPr/>
          <p:nvPr/>
        </p:nvSpPr>
        <p:spPr>
          <a:xfrm>
            <a:off x="2556164" y="4208318"/>
            <a:ext cx="4946071" cy="2006702"/>
          </a:xfrm>
          <a:prstGeom prst="ellipse">
            <a:avLst/>
          </a:prstGeom>
          <a:noFill/>
          <a:ln w="762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Kalinga"/>
              <a:ea typeface="+mn-ea"/>
              <a:cs typeface="+mn-cs"/>
            </a:endParaRPr>
          </a:p>
        </p:txBody>
      </p:sp>
    </p:spTree>
    <p:extLst>
      <p:ext uri="{BB962C8B-B14F-4D97-AF65-F5344CB8AC3E}">
        <p14:creationId xmlns:p14="http://schemas.microsoft.com/office/powerpoint/2010/main" val="10598298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E1804-CF6D-B054-36D7-FF521AD9F33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079E2D5-966C-4218-339B-0FCC4CCCDEA6}"/>
              </a:ext>
            </a:extLst>
          </p:cNvPr>
          <p:cNvSpPr>
            <a:spLocks noGrp="1"/>
          </p:cNvSpPr>
          <p:nvPr>
            <p:ph type="title"/>
          </p:nvPr>
        </p:nvSpPr>
        <p:spPr/>
        <p:txBody>
          <a:bodyPr/>
          <a:lstStyle/>
          <a:p>
            <a:r>
              <a:rPr lang="en-US" dirty="0">
                <a:latin typeface="Constantia" panose="02030602050306030303" pitchFamily="18" charset="0"/>
              </a:rPr>
              <a:t>The Physiology of Stress</a:t>
            </a:r>
          </a:p>
        </p:txBody>
      </p:sp>
      <p:pic>
        <p:nvPicPr>
          <p:cNvPr id="2" name="Content Placeholder 1" descr="Diagram illustrating chronic stress impact on hormonal pathways, showing HPA axis and SNS routes activating hypothalamus, pituitary gland, and adrenal gland. Key elements include red arrows for stress signals, black arrows for hormone release (CRF, ACTH), and dashed lines indicating adrenal gland secretion of corticosteroids, norepinephrine, adrenaline, and cortisol, highlighting pro-inflammatory cytokines' role.">
            <a:extLst>
              <a:ext uri="{FF2B5EF4-FFF2-40B4-BE49-F238E27FC236}">
                <a16:creationId xmlns:a16="http://schemas.microsoft.com/office/drawing/2014/main" id="{E8355714-53BE-455C-FA9C-AE1693D5923A}"/>
              </a:ext>
            </a:extLst>
          </p:cNvPr>
          <p:cNvPicPr>
            <a:picLocks noGrp="1" noChangeAspect="1"/>
          </p:cNvPicPr>
          <p:nvPr>
            <p:ph idx="1"/>
          </p:nvPr>
        </p:nvPicPr>
        <p:blipFill rotWithShape="1">
          <a:blip r:embed="rId3" cstate="print">
            <a:extLst>
              <a:ext uri="{28A0092B-C50C-407E-A947-70E740481C1C}">
                <a14:useLocalDpi xmlns:a14="http://schemas.microsoft.com/office/drawing/2010/main" val="0"/>
              </a:ext>
            </a:extLst>
          </a:blip>
          <a:stretch/>
        </p:blipFill>
        <p:spPr bwMode="auto">
          <a:xfrm>
            <a:off x="2456521" y="1549878"/>
            <a:ext cx="7525679" cy="5017121"/>
          </a:xfrm>
          <a:prstGeom prst="rect">
            <a:avLst/>
          </a:prstGeom>
          <a:noFill/>
          <a:ln>
            <a:noFill/>
          </a:ln>
          <a:extLst>
            <a:ext uri="{53640926-AAD7-44D8-BBD7-CCE9431645EC}">
              <a14:shadowObscured xmlns:a14="http://schemas.microsoft.com/office/drawing/2010/main"/>
            </a:ext>
          </a:extLst>
        </p:spPr>
      </p:pic>
      <p:sp>
        <p:nvSpPr>
          <p:cNvPr id="3" name="Slide Number Placeholder 2">
            <a:extLst>
              <a:ext uri="{FF2B5EF4-FFF2-40B4-BE49-F238E27FC236}">
                <a16:creationId xmlns:a16="http://schemas.microsoft.com/office/drawing/2014/main" id="{96267045-6643-68A1-0052-BFA27CF36680}"/>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D22F896-40B5-4ADD-8801-0D06FADFA095}" type="slidenum">
              <a:rPr kumimoji="0" lang="en-US" sz="1800" i="0" u="none" strike="noStrike" kern="1200" cap="none" spc="0" normalizeH="0" baseline="0" noProof="0" smtClean="0">
                <a:ln>
                  <a:noFill/>
                </a:ln>
                <a:solidFill>
                  <a:srgbClr val="000000"/>
                </a:solidFill>
                <a:effectLst/>
                <a:uLnTx/>
                <a:uFillTx/>
                <a:latin typeface="Kalinga"/>
                <a:ea typeface="+mn-ea"/>
                <a:cs typeface="Kalinga" panose="020B0502040204020203"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US" sz="1800" i="0" u="none" strike="noStrike" kern="1200" cap="none" spc="0" normalizeH="0" baseline="0" noProof="0" dirty="0">
              <a:ln>
                <a:noFill/>
              </a:ln>
              <a:solidFill>
                <a:srgbClr val="000000"/>
              </a:solidFill>
              <a:effectLst/>
              <a:uLnTx/>
              <a:uFillTx/>
              <a:latin typeface="Kalinga"/>
              <a:ea typeface="+mn-ea"/>
              <a:cs typeface="Kalinga" panose="020B0502040204020203" pitchFamily="34" charset="0"/>
            </a:endParaRPr>
          </a:p>
        </p:txBody>
      </p:sp>
      <p:sp>
        <p:nvSpPr>
          <p:cNvPr id="4" name="TextBox 3">
            <a:extLst>
              <a:ext uri="{FF2B5EF4-FFF2-40B4-BE49-F238E27FC236}">
                <a16:creationId xmlns:a16="http://schemas.microsoft.com/office/drawing/2014/main" id="{818C8D6D-47A1-8258-84FF-782F4DC310E3}"/>
              </a:ext>
            </a:extLst>
          </p:cNvPr>
          <p:cNvSpPr txBox="1"/>
          <p:nvPr/>
        </p:nvSpPr>
        <p:spPr>
          <a:xfrm>
            <a:off x="7678882" y="997688"/>
            <a:ext cx="3982567" cy="707886"/>
          </a:xfrm>
          <a:prstGeom prst="rect">
            <a:avLst/>
          </a:prstGeom>
          <a:noFill/>
          <a:ln w="38100">
            <a:solidFill>
              <a:srgbClr val="00B0F0"/>
            </a:solidFill>
          </a:ln>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0000"/>
                </a:solidFill>
                <a:effectLst/>
                <a:uLnTx/>
                <a:uFillTx/>
                <a:latin typeface="Kalinga"/>
                <a:ea typeface="+mn-ea"/>
                <a:cs typeface="+mn-cs"/>
              </a:rPr>
              <a:t>Step 4: </a:t>
            </a:r>
            <a:r>
              <a:rPr kumimoji="0" lang="en-US" sz="2000" b="0" i="0" u="none" strike="noStrike" kern="1200" cap="none" spc="0" normalizeH="0" baseline="0" noProof="0" dirty="0">
                <a:ln>
                  <a:noFill/>
                </a:ln>
                <a:solidFill>
                  <a:srgbClr val="000000"/>
                </a:solidFill>
                <a:effectLst/>
                <a:uLnTx/>
                <a:uFillTx/>
                <a:latin typeface="Kalinga"/>
                <a:ea typeface="+mn-ea"/>
                <a:cs typeface="+mn-cs"/>
              </a:rPr>
              <a:t>Adrenal gland releases a bunch of hormones</a:t>
            </a:r>
          </a:p>
        </p:txBody>
      </p:sp>
      <p:sp>
        <p:nvSpPr>
          <p:cNvPr id="8" name="Oval 7">
            <a:extLst>
              <a:ext uri="{FF2B5EF4-FFF2-40B4-BE49-F238E27FC236}">
                <a16:creationId xmlns:a16="http://schemas.microsoft.com/office/drawing/2014/main" id="{25C5CC0F-1C29-E131-8F17-60A703E6EA21}"/>
              </a:ext>
            </a:extLst>
          </p:cNvPr>
          <p:cNvSpPr/>
          <p:nvPr/>
        </p:nvSpPr>
        <p:spPr>
          <a:xfrm>
            <a:off x="5091546" y="4278514"/>
            <a:ext cx="4333009" cy="2288485"/>
          </a:xfrm>
          <a:prstGeom prst="ellipse">
            <a:avLst/>
          </a:prstGeom>
          <a:noFill/>
          <a:ln w="762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Kalinga"/>
              <a:ea typeface="+mn-ea"/>
              <a:cs typeface="+mn-cs"/>
            </a:endParaRPr>
          </a:p>
        </p:txBody>
      </p:sp>
    </p:spTree>
    <p:extLst>
      <p:ext uri="{BB962C8B-B14F-4D97-AF65-F5344CB8AC3E}">
        <p14:creationId xmlns:p14="http://schemas.microsoft.com/office/powerpoint/2010/main" val="21773004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238E3-7469-9991-049C-F221C37723B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40B2DD7-412D-C90D-9E64-0B3E614BE0CC}"/>
              </a:ext>
            </a:extLst>
          </p:cNvPr>
          <p:cNvSpPr>
            <a:spLocks noGrp="1"/>
          </p:cNvSpPr>
          <p:nvPr>
            <p:ph type="title"/>
          </p:nvPr>
        </p:nvSpPr>
        <p:spPr/>
        <p:txBody>
          <a:bodyPr/>
          <a:lstStyle/>
          <a:p>
            <a:r>
              <a:rPr lang="en-US" dirty="0">
                <a:latin typeface="Constantia" panose="02030602050306030303" pitchFamily="18" charset="0"/>
              </a:rPr>
              <a:t>The Physiology of Stress</a:t>
            </a:r>
          </a:p>
        </p:txBody>
      </p:sp>
      <p:pic>
        <p:nvPicPr>
          <p:cNvPr id="2" name="Content Placeholder 1" descr="Diagram illustrating chronic stress impact on hormonal pathways, showing HPA axis and SNS routes activating hypothalamus, pituitary gland, and adrenal gland. Key elements include red arrows for stress signals, black arrows for hormone release (CRF, ACTH), and dashed lines indicating adrenal gland secretion of corticosteroids, norepinephrine, adrenaline, and cortisol, highlighting pro-inflammatory cytokines' role.">
            <a:extLst>
              <a:ext uri="{FF2B5EF4-FFF2-40B4-BE49-F238E27FC236}">
                <a16:creationId xmlns:a16="http://schemas.microsoft.com/office/drawing/2014/main" id="{C0FFD6E4-1895-E93B-BB26-0A36BB9E3CC7}"/>
              </a:ext>
            </a:extLst>
          </p:cNvPr>
          <p:cNvPicPr>
            <a:picLocks noGrp="1" noChangeAspect="1"/>
          </p:cNvPicPr>
          <p:nvPr>
            <p:ph idx="1"/>
          </p:nvPr>
        </p:nvPicPr>
        <p:blipFill rotWithShape="1">
          <a:blip r:embed="rId3" cstate="print">
            <a:extLst>
              <a:ext uri="{28A0092B-C50C-407E-A947-70E740481C1C}">
                <a14:useLocalDpi xmlns:a14="http://schemas.microsoft.com/office/drawing/2010/main" val="0"/>
              </a:ext>
            </a:extLst>
          </a:blip>
          <a:stretch/>
        </p:blipFill>
        <p:spPr bwMode="auto">
          <a:xfrm>
            <a:off x="2369260" y="1690688"/>
            <a:ext cx="7453480" cy="4968987"/>
          </a:xfrm>
          <a:prstGeom prst="rect">
            <a:avLst/>
          </a:prstGeom>
          <a:noFill/>
          <a:ln>
            <a:noFill/>
          </a:ln>
          <a:extLst>
            <a:ext uri="{53640926-AAD7-44D8-BBD7-CCE9431645EC}">
              <a14:shadowObscured xmlns:a14="http://schemas.microsoft.com/office/drawing/2010/main"/>
            </a:ext>
          </a:extLst>
        </p:spPr>
      </p:pic>
      <p:sp>
        <p:nvSpPr>
          <p:cNvPr id="3" name="Slide Number Placeholder 2">
            <a:extLst>
              <a:ext uri="{FF2B5EF4-FFF2-40B4-BE49-F238E27FC236}">
                <a16:creationId xmlns:a16="http://schemas.microsoft.com/office/drawing/2014/main" id="{C4B47257-A89F-B114-CBB7-F76074129EA4}"/>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D22F896-40B5-4ADD-8801-0D06FADFA095}" type="slidenum">
              <a:rPr kumimoji="0" lang="en-US" sz="1600" i="0" u="none" strike="noStrike" kern="1200" cap="none" spc="0" normalizeH="0" baseline="0" noProof="0" smtClean="0">
                <a:ln>
                  <a:noFill/>
                </a:ln>
                <a:solidFill>
                  <a:srgbClr val="000000"/>
                </a:solidFill>
                <a:effectLst/>
                <a:uLnTx/>
                <a:uFillTx/>
                <a:latin typeface="Kalinga"/>
                <a:ea typeface="+mn-ea"/>
                <a:cs typeface="Kalinga" panose="020B0502040204020203"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US" sz="1600" i="0" u="none" strike="noStrike" kern="1200" cap="none" spc="0" normalizeH="0" baseline="0" noProof="0" dirty="0">
              <a:ln>
                <a:noFill/>
              </a:ln>
              <a:solidFill>
                <a:srgbClr val="000000"/>
              </a:solidFill>
              <a:effectLst/>
              <a:uLnTx/>
              <a:uFillTx/>
              <a:latin typeface="Kalinga"/>
              <a:ea typeface="+mn-ea"/>
              <a:cs typeface="Kalinga" panose="020B0502040204020203" pitchFamily="34" charset="0"/>
            </a:endParaRPr>
          </a:p>
        </p:txBody>
      </p:sp>
      <p:sp>
        <p:nvSpPr>
          <p:cNvPr id="4" name="TextBox 3">
            <a:extLst>
              <a:ext uri="{FF2B5EF4-FFF2-40B4-BE49-F238E27FC236}">
                <a16:creationId xmlns:a16="http://schemas.microsoft.com/office/drawing/2014/main" id="{8EF1910A-8DD0-13FA-A001-4A751A38E919}"/>
              </a:ext>
            </a:extLst>
          </p:cNvPr>
          <p:cNvSpPr txBox="1"/>
          <p:nvPr/>
        </p:nvSpPr>
        <p:spPr>
          <a:xfrm>
            <a:off x="7024256" y="997688"/>
            <a:ext cx="4810990" cy="1015663"/>
          </a:xfrm>
          <a:prstGeom prst="rect">
            <a:avLst/>
          </a:prstGeom>
          <a:noFill/>
          <a:ln w="38100">
            <a:solidFill>
              <a:srgbClr val="00B0F0"/>
            </a:solidFill>
          </a:ln>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0000"/>
                </a:solidFill>
                <a:effectLst/>
                <a:uLnTx/>
                <a:uFillTx/>
                <a:latin typeface="Kalinga"/>
                <a:ea typeface="+mn-ea"/>
                <a:cs typeface="+mn-cs"/>
              </a:rPr>
              <a:t>Step 5: </a:t>
            </a:r>
            <a:r>
              <a:rPr kumimoji="0" lang="en-US" sz="2000" b="0" i="0" u="none" strike="noStrike" kern="1200" cap="none" spc="0" normalizeH="0" baseline="0" noProof="0" dirty="0">
                <a:ln>
                  <a:noFill/>
                </a:ln>
                <a:solidFill>
                  <a:srgbClr val="000000"/>
                </a:solidFill>
                <a:effectLst/>
                <a:uLnTx/>
                <a:uFillTx/>
                <a:latin typeface="Kalinga"/>
                <a:ea typeface="+mn-ea"/>
                <a:cs typeface="+mn-cs"/>
              </a:rPr>
              <a:t>In a </a:t>
            </a:r>
            <a:r>
              <a:rPr kumimoji="0" lang="en-US" sz="2000" b="1" i="0" u="none" strike="noStrike" kern="1200" cap="none" spc="0" normalizeH="0" baseline="0" noProof="0" dirty="0">
                <a:ln>
                  <a:noFill/>
                </a:ln>
                <a:solidFill>
                  <a:srgbClr val="000000"/>
                </a:solidFill>
                <a:effectLst/>
                <a:uLnTx/>
                <a:uFillTx/>
                <a:latin typeface="Kalinga"/>
                <a:ea typeface="+mn-ea"/>
                <a:cs typeface="+mn-cs"/>
              </a:rPr>
              <a:t>healthy</a:t>
            </a:r>
            <a:r>
              <a:rPr kumimoji="0" lang="en-US" sz="2000" b="0" i="0" u="none" strike="noStrike" kern="1200" cap="none" spc="0" normalizeH="0" baseline="0" noProof="0" dirty="0">
                <a:ln>
                  <a:noFill/>
                </a:ln>
                <a:solidFill>
                  <a:srgbClr val="000000"/>
                </a:solidFill>
                <a:effectLst/>
                <a:uLnTx/>
                <a:uFillTx/>
                <a:latin typeface="Kalinga"/>
                <a:ea typeface="+mn-ea"/>
                <a:cs typeface="+mn-cs"/>
              </a:rPr>
              <a:t> system, hormones like cortisol tell the hypothalamus to stop CRF production</a:t>
            </a:r>
          </a:p>
        </p:txBody>
      </p:sp>
      <p:sp>
        <p:nvSpPr>
          <p:cNvPr id="8" name="Oval 7">
            <a:extLst>
              <a:ext uri="{FF2B5EF4-FFF2-40B4-BE49-F238E27FC236}">
                <a16:creationId xmlns:a16="http://schemas.microsoft.com/office/drawing/2014/main" id="{9326DD9D-B920-13BA-AF93-C2E3BD22D22B}"/>
              </a:ext>
            </a:extLst>
          </p:cNvPr>
          <p:cNvSpPr/>
          <p:nvPr/>
        </p:nvSpPr>
        <p:spPr>
          <a:xfrm rot="2359356">
            <a:off x="5424056" y="3603105"/>
            <a:ext cx="4333009" cy="2288485"/>
          </a:xfrm>
          <a:prstGeom prst="ellipse">
            <a:avLst/>
          </a:prstGeom>
          <a:noFill/>
          <a:ln w="762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Kalinga"/>
              <a:ea typeface="+mn-ea"/>
              <a:cs typeface="+mn-cs"/>
            </a:endParaRPr>
          </a:p>
        </p:txBody>
      </p:sp>
    </p:spTree>
    <p:extLst>
      <p:ext uri="{BB962C8B-B14F-4D97-AF65-F5344CB8AC3E}">
        <p14:creationId xmlns:p14="http://schemas.microsoft.com/office/powerpoint/2010/main" val="31156560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4BFFF-7F4F-10BD-080A-1AF28E99893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9DCE2A7-3E49-9344-8DAF-531B4F38F502}"/>
              </a:ext>
            </a:extLst>
          </p:cNvPr>
          <p:cNvSpPr>
            <a:spLocks noGrp="1"/>
          </p:cNvSpPr>
          <p:nvPr>
            <p:ph type="title"/>
          </p:nvPr>
        </p:nvSpPr>
        <p:spPr/>
        <p:txBody>
          <a:bodyPr/>
          <a:lstStyle/>
          <a:p>
            <a:r>
              <a:rPr lang="en-US" dirty="0">
                <a:latin typeface="Constantia" panose="02030602050306030303" pitchFamily="18" charset="0"/>
              </a:rPr>
              <a:t>The Physiology of Stress</a:t>
            </a:r>
          </a:p>
        </p:txBody>
      </p:sp>
      <p:pic>
        <p:nvPicPr>
          <p:cNvPr id="2" name="Content Placeholder 1" descr="Diagram illustrating chronic stress impact on hormonal pathways, showing HPA axis and SNS routes activating hypothalamus, pituitary gland, and adrenal gland. Key elements include red arrows for stress signals, black arrows for hormone release (CRF, ACTH), and dashed lines indicating adrenal gland secretion of corticosteroids, norepinephrine, adrenaline, and cortisol, highlighting pro-inflammatory cytokines' role.">
            <a:extLst>
              <a:ext uri="{FF2B5EF4-FFF2-40B4-BE49-F238E27FC236}">
                <a16:creationId xmlns:a16="http://schemas.microsoft.com/office/drawing/2014/main" id="{26F09D01-512A-9861-F494-09B8C11AD19F}"/>
              </a:ext>
            </a:extLst>
          </p:cNvPr>
          <p:cNvPicPr>
            <a:picLocks noGrp="1" noChangeAspect="1"/>
          </p:cNvPicPr>
          <p:nvPr>
            <p:ph idx="1"/>
          </p:nvPr>
        </p:nvPicPr>
        <p:blipFill rotWithShape="1">
          <a:blip r:embed="rId3" cstate="print">
            <a:extLst>
              <a:ext uri="{28A0092B-C50C-407E-A947-70E740481C1C}">
                <a14:useLocalDpi xmlns:a14="http://schemas.microsoft.com/office/drawing/2010/main" val="0"/>
              </a:ext>
            </a:extLst>
          </a:blip>
          <a:stretch/>
        </p:blipFill>
        <p:spPr bwMode="auto">
          <a:xfrm>
            <a:off x="2392734" y="1690688"/>
            <a:ext cx="7272334" cy="4848224"/>
          </a:xfrm>
          <a:prstGeom prst="rect">
            <a:avLst/>
          </a:prstGeom>
          <a:noFill/>
          <a:ln>
            <a:noFill/>
          </a:ln>
          <a:extLst>
            <a:ext uri="{53640926-AAD7-44D8-BBD7-CCE9431645EC}">
              <a14:shadowObscured xmlns:a14="http://schemas.microsoft.com/office/drawing/2010/main"/>
            </a:ext>
          </a:extLst>
        </p:spPr>
      </p:pic>
      <p:sp>
        <p:nvSpPr>
          <p:cNvPr id="3" name="Slide Number Placeholder 2">
            <a:extLst>
              <a:ext uri="{FF2B5EF4-FFF2-40B4-BE49-F238E27FC236}">
                <a16:creationId xmlns:a16="http://schemas.microsoft.com/office/drawing/2014/main" id="{48394B97-30C7-1B10-1CA3-78B8E214542A}"/>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D22F896-40B5-4ADD-8801-0D06FADFA095}" type="slidenum">
              <a:rPr kumimoji="0" lang="en-US" sz="1800" i="0" u="none" strike="noStrike" kern="1200" cap="none" spc="0" normalizeH="0" baseline="0" noProof="0" smtClean="0">
                <a:ln>
                  <a:noFill/>
                </a:ln>
                <a:solidFill>
                  <a:srgbClr val="000000"/>
                </a:solidFill>
                <a:effectLst/>
                <a:uLnTx/>
                <a:uFillTx/>
                <a:latin typeface="Kalinga"/>
                <a:ea typeface="+mn-ea"/>
                <a:cs typeface="Kalinga" panose="020B0502040204020203"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US" sz="3200" i="0" u="none" strike="noStrike" kern="1200" cap="none" spc="0" normalizeH="0" baseline="0" noProof="0" dirty="0">
              <a:ln>
                <a:noFill/>
              </a:ln>
              <a:solidFill>
                <a:srgbClr val="000000"/>
              </a:solidFill>
              <a:effectLst/>
              <a:uLnTx/>
              <a:uFillTx/>
              <a:latin typeface="Kalinga"/>
              <a:ea typeface="+mn-ea"/>
              <a:cs typeface="Kalinga" panose="020B0502040204020203" pitchFamily="34" charset="0"/>
            </a:endParaRPr>
          </a:p>
        </p:txBody>
      </p:sp>
      <p:sp>
        <p:nvSpPr>
          <p:cNvPr id="4" name="TextBox 3">
            <a:extLst>
              <a:ext uri="{FF2B5EF4-FFF2-40B4-BE49-F238E27FC236}">
                <a16:creationId xmlns:a16="http://schemas.microsoft.com/office/drawing/2014/main" id="{CB1BD972-B381-1ED8-9C21-193E9DF48B75}"/>
              </a:ext>
            </a:extLst>
          </p:cNvPr>
          <p:cNvSpPr txBox="1"/>
          <p:nvPr/>
        </p:nvSpPr>
        <p:spPr>
          <a:xfrm>
            <a:off x="6702137" y="913615"/>
            <a:ext cx="5216237" cy="1631216"/>
          </a:xfrm>
          <a:prstGeom prst="rect">
            <a:avLst/>
          </a:prstGeom>
          <a:noFill/>
          <a:ln w="38100">
            <a:solidFill>
              <a:srgbClr val="00B0F0"/>
            </a:solidFill>
          </a:ln>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0000"/>
                </a:solidFill>
                <a:effectLst/>
                <a:uLnTx/>
                <a:uFillTx/>
                <a:latin typeface="Kalinga"/>
                <a:ea typeface="+mn-ea"/>
                <a:cs typeface="+mn-cs"/>
              </a:rPr>
              <a:t>Step 5b:</a:t>
            </a:r>
            <a:r>
              <a:rPr kumimoji="0" lang="en-US" sz="2000" b="0" i="0" u="none" strike="noStrike" kern="1200" cap="none" spc="0" normalizeH="0" baseline="0" noProof="0" dirty="0">
                <a:ln>
                  <a:noFill/>
                </a:ln>
                <a:solidFill>
                  <a:srgbClr val="000000"/>
                </a:solidFill>
                <a:effectLst/>
                <a:uLnTx/>
                <a:uFillTx/>
                <a:latin typeface="Kalinga"/>
                <a:ea typeface="+mn-ea"/>
                <a:cs typeface="+mn-cs"/>
              </a:rPr>
              <a:t> In a</a:t>
            </a:r>
            <a:r>
              <a:rPr kumimoji="0" lang="en-US" sz="2000" b="1" i="0" u="none" strike="noStrike" kern="1200" cap="none" spc="0" normalizeH="0" baseline="0" noProof="0" dirty="0">
                <a:ln>
                  <a:noFill/>
                </a:ln>
                <a:solidFill>
                  <a:srgbClr val="000000"/>
                </a:solidFill>
                <a:effectLst/>
                <a:uLnTx/>
                <a:uFillTx/>
                <a:latin typeface="Kalinga"/>
                <a:ea typeface="+mn-ea"/>
                <a:cs typeface="+mn-cs"/>
              </a:rPr>
              <a:t> chronically stressed </a:t>
            </a:r>
            <a:r>
              <a:rPr kumimoji="0" lang="en-US" sz="2000" b="0" i="0" u="none" strike="noStrike" kern="1200" cap="none" spc="0" normalizeH="0" baseline="0" noProof="0" dirty="0">
                <a:ln>
                  <a:noFill/>
                </a:ln>
                <a:solidFill>
                  <a:srgbClr val="000000"/>
                </a:solidFill>
                <a:effectLst/>
                <a:uLnTx/>
                <a:uFillTx/>
                <a:latin typeface="Kalinga"/>
                <a:ea typeface="+mn-ea"/>
                <a:cs typeface="+mn-cs"/>
              </a:rPr>
              <a:t>system, hypothalamus desensitizes to cortisol, while corticosteroids mass produce pro-inflammatory cytokines (which can also activate hypothalamus)</a:t>
            </a:r>
          </a:p>
        </p:txBody>
      </p:sp>
      <p:sp>
        <p:nvSpPr>
          <p:cNvPr id="8" name="Oval 7">
            <a:extLst>
              <a:ext uri="{FF2B5EF4-FFF2-40B4-BE49-F238E27FC236}">
                <a16:creationId xmlns:a16="http://schemas.microsoft.com/office/drawing/2014/main" id="{88427A66-E8FC-6CE0-10F9-2B2CE47CF2D6}"/>
              </a:ext>
            </a:extLst>
          </p:cNvPr>
          <p:cNvSpPr/>
          <p:nvPr/>
        </p:nvSpPr>
        <p:spPr>
          <a:xfrm rot="2359356">
            <a:off x="4807987" y="3136610"/>
            <a:ext cx="4333009" cy="2288485"/>
          </a:xfrm>
          <a:prstGeom prst="ellipse">
            <a:avLst/>
          </a:prstGeom>
          <a:noFill/>
          <a:ln w="762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Kalinga"/>
              <a:ea typeface="+mn-ea"/>
              <a:cs typeface="+mn-cs"/>
            </a:endParaRPr>
          </a:p>
        </p:txBody>
      </p:sp>
      <p:sp>
        <p:nvSpPr>
          <p:cNvPr id="6" name="TextBox 5">
            <a:extLst>
              <a:ext uri="{FF2B5EF4-FFF2-40B4-BE49-F238E27FC236}">
                <a16:creationId xmlns:a16="http://schemas.microsoft.com/office/drawing/2014/main" id="{768A72E7-DB42-729E-45EA-C0542AA4EBAD}"/>
              </a:ext>
            </a:extLst>
          </p:cNvPr>
          <p:cNvSpPr txBox="1"/>
          <p:nvPr/>
        </p:nvSpPr>
        <p:spPr>
          <a:xfrm>
            <a:off x="912615" y="6350454"/>
            <a:ext cx="10270867"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Kalinga"/>
                <a:ea typeface="+mn-ea"/>
                <a:cs typeface="+mn-cs"/>
              </a:rPr>
              <a:t>Note: cytokines = potent signaling molecules; the immune system’s version of a hormone</a:t>
            </a:r>
          </a:p>
        </p:txBody>
      </p:sp>
    </p:spTree>
    <p:extLst>
      <p:ext uri="{BB962C8B-B14F-4D97-AF65-F5344CB8AC3E}">
        <p14:creationId xmlns:p14="http://schemas.microsoft.com/office/powerpoint/2010/main" val="7800110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E5DD78-54C3-00F6-B7BD-423C4596C0D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2C63C16-43A0-2940-AAC2-430E46085E22}"/>
              </a:ext>
            </a:extLst>
          </p:cNvPr>
          <p:cNvSpPr>
            <a:spLocks noGrp="1"/>
          </p:cNvSpPr>
          <p:nvPr>
            <p:ph type="title"/>
          </p:nvPr>
        </p:nvSpPr>
        <p:spPr/>
        <p:txBody>
          <a:bodyPr/>
          <a:lstStyle/>
          <a:p>
            <a:r>
              <a:rPr lang="en-US" dirty="0">
                <a:latin typeface="Constantia" panose="02030602050306030303" pitchFamily="18" charset="0"/>
              </a:rPr>
              <a:t>The Physiology of Stress</a:t>
            </a:r>
          </a:p>
        </p:txBody>
      </p:sp>
      <p:pic>
        <p:nvPicPr>
          <p:cNvPr id="2" name="Content Placeholder 1" descr="Diagram illustrating chronic stress impact on hormonal pathways, showing HPA axis and SNS routes activating hypothalamus, pituitary gland, and adrenal gland. Key elements include red arrows for stress signals, black arrows for hormone release (CRF, ACTH), and dashed lines indicating adrenal gland secretion of corticosteroids, norepinephrine, adrenaline, and cortisol, highlighting pro-inflammatory cytokines' role.">
            <a:extLst>
              <a:ext uri="{FF2B5EF4-FFF2-40B4-BE49-F238E27FC236}">
                <a16:creationId xmlns:a16="http://schemas.microsoft.com/office/drawing/2014/main" id="{51AFD4ED-80C2-6CA3-EE78-3182850BEBAD}"/>
              </a:ext>
            </a:extLst>
          </p:cNvPr>
          <p:cNvPicPr>
            <a:picLocks noGrp="1" noChangeAspect="1"/>
          </p:cNvPicPr>
          <p:nvPr>
            <p:ph idx="1"/>
          </p:nvPr>
        </p:nvPicPr>
        <p:blipFill rotWithShape="1">
          <a:blip r:embed="rId3" cstate="print">
            <a:extLst>
              <a:ext uri="{28A0092B-C50C-407E-A947-70E740481C1C}">
                <a14:useLocalDpi xmlns:a14="http://schemas.microsoft.com/office/drawing/2010/main" val="0"/>
              </a:ext>
            </a:extLst>
          </a:blip>
          <a:stretch/>
        </p:blipFill>
        <p:spPr bwMode="auto">
          <a:xfrm>
            <a:off x="2017431" y="1249301"/>
            <a:ext cx="7964769" cy="5309847"/>
          </a:xfrm>
          <a:prstGeom prst="rect">
            <a:avLst/>
          </a:prstGeom>
          <a:noFill/>
          <a:ln>
            <a:noFill/>
          </a:ln>
          <a:extLst>
            <a:ext uri="{53640926-AAD7-44D8-BBD7-CCE9431645EC}">
              <a14:shadowObscured xmlns:a14="http://schemas.microsoft.com/office/drawing/2010/main"/>
            </a:ext>
          </a:extLst>
        </p:spPr>
      </p:pic>
      <p:sp>
        <p:nvSpPr>
          <p:cNvPr id="3" name="Slide Number Placeholder 2">
            <a:extLst>
              <a:ext uri="{FF2B5EF4-FFF2-40B4-BE49-F238E27FC236}">
                <a16:creationId xmlns:a16="http://schemas.microsoft.com/office/drawing/2014/main" id="{B5EDCA37-4BA4-7678-5AFA-3BD6A598145B}"/>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D22F896-40B5-4ADD-8801-0D06FADFA095}" type="slidenum">
              <a:rPr kumimoji="0" lang="en-US" sz="1800" i="0" u="none" strike="noStrike" kern="1200" cap="none" spc="0" normalizeH="0" baseline="0" noProof="0" smtClean="0">
                <a:ln>
                  <a:noFill/>
                </a:ln>
                <a:solidFill>
                  <a:srgbClr val="000000"/>
                </a:solidFill>
                <a:effectLst/>
                <a:uLnTx/>
                <a:uFillTx/>
                <a:latin typeface="Kalinga"/>
                <a:ea typeface="+mn-ea"/>
                <a:cs typeface="Kalinga" panose="020B0502040204020203"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US" sz="1800" i="0" u="none" strike="noStrike" kern="1200" cap="none" spc="0" normalizeH="0" baseline="0" noProof="0" dirty="0">
              <a:ln>
                <a:noFill/>
              </a:ln>
              <a:solidFill>
                <a:srgbClr val="000000"/>
              </a:solidFill>
              <a:effectLst/>
              <a:uLnTx/>
              <a:uFillTx/>
              <a:latin typeface="Kalinga"/>
              <a:ea typeface="+mn-ea"/>
              <a:cs typeface="Kalinga" panose="020B0502040204020203" pitchFamily="34" charset="0"/>
            </a:endParaRPr>
          </a:p>
        </p:txBody>
      </p:sp>
      <p:sp>
        <p:nvSpPr>
          <p:cNvPr id="4" name="TextBox 3">
            <a:extLst>
              <a:ext uri="{FF2B5EF4-FFF2-40B4-BE49-F238E27FC236}">
                <a16:creationId xmlns:a16="http://schemas.microsoft.com/office/drawing/2014/main" id="{F9045A65-B972-12E1-6764-3859B98AAD1D}"/>
              </a:ext>
            </a:extLst>
          </p:cNvPr>
          <p:cNvSpPr txBox="1"/>
          <p:nvPr/>
        </p:nvSpPr>
        <p:spPr>
          <a:xfrm>
            <a:off x="6702137" y="913615"/>
            <a:ext cx="5216237" cy="1015663"/>
          </a:xfrm>
          <a:prstGeom prst="rect">
            <a:avLst/>
          </a:prstGeom>
          <a:noFill/>
          <a:ln w="38100">
            <a:solidFill>
              <a:srgbClr val="00B0F0"/>
            </a:solidFill>
          </a:ln>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0000"/>
                </a:solidFill>
                <a:effectLst/>
                <a:uLnTx/>
                <a:uFillTx/>
                <a:latin typeface="Kalinga"/>
                <a:ea typeface="+mn-ea"/>
                <a:cs typeface="+mn-cs"/>
              </a:rPr>
              <a:t>Step 6: </a:t>
            </a:r>
            <a:r>
              <a:rPr kumimoji="0" lang="en-US" sz="2000" b="0" i="0" u="none" strike="noStrike" kern="1200" cap="none" spc="0" normalizeH="0" baseline="0" noProof="0" dirty="0">
                <a:ln>
                  <a:noFill/>
                </a:ln>
                <a:solidFill>
                  <a:srgbClr val="000000"/>
                </a:solidFill>
                <a:effectLst/>
                <a:uLnTx/>
                <a:uFillTx/>
                <a:latin typeface="Kalinga"/>
                <a:ea typeface="+mn-ea"/>
                <a:cs typeface="+mn-cs"/>
              </a:rPr>
              <a:t>Hypothalamus never turns “off”, and continually releases CRF into bloodstream</a:t>
            </a:r>
          </a:p>
        </p:txBody>
      </p:sp>
      <p:sp>
        <p:nvSpPr>
          <p:cNvPr id="8" name="Oval 7">
            <a:extLst>
              <a:ext uri="{FF2B5EF4-FFF2-40B4-BE49-F238E27FC236}">
                <a16:creationId xmlns:a16="http://schemas.microsoft.com/office/drawing/2014/main" id="{1CBC9F88-1787-8D0A-7CA2-4AD506E665A5}"/>
              </a:ext>
            </a:extLst>
          </p:cNvPr>
          <p:cNvSpPr/>
          <p:nvPr/>
        </p:nvSpPr>
        <p:spPr>
          <a:xfrm rot="21218365">
            <a:off x="3831386" y="2099756"/>
            <a:ext cx="3185338" cy="1938083"/>
          </a:xfrm>
          <a:prstGeom prst="ellipse">
            <a:avLst/>
          </a:prstGeom>
          <a:noFill/>
          <a:ln w="762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Kalinga"/>
              <a:ea typeface="+mn-ea"/>
              <a:cs typeface="+mn-cs"/>
            </a:endParaRPr>
          </a:p>
        </p:txBody>
      </p:sp>
    </p:spTree>
    <p:extLst>
      <p:ext uri="{BB962C8B-B14F-4D97-AF65-F5344CB8AC3E}">
        <p14:creationId xmlns:p14="http://schemas.microsoft.com/office/powerpoint/2010/main" val="3994014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B37CAB-7CC7-B21E-1A03-0CCE6416B2BE}"/>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3E82307C-9784-01FC-31DB-80A0F13DE645}"/>
              </a:ext>
            </a:extLst>
          </p:cNvPr>
          <p:cNvSpPr>
            <a:spLocks noGrp="1"/>
          </p:cNvSpPr>
          <p:nvPr>
            <p:ph type="body" idx="1"/>
          </p:nvPr>
        </p:nvSpPr>
        <p:spPr>
          <a:xfrm>
            <a:off x="831849" y="3156858"/>
            <a:ext cx="7506607" cy="2622722"/>
          </a:xfrm>
        </p:spPr>
        <p:txBody>
          <a:bodyPr>
            <a:normAutofit/>
          </a:bodyPr>
          <a:lstStyle/>
          <a:p>
            <a:r>
              <a:rPr lang="en-US" sz="4400" dirty="0"/>
              <a:t>STRESS &amp; Illness</a:t>
            </a:r>
          </a:p>
        </p:txBody>
      </p:sp>
      <p:sp>
        <p:nvSpPr>
          <p:cNvPr id="4" name="Slide Number Placeholder 3">
            <a:extLst>
              <a:ext uri="{FF2B5EF4-FFF2-40B4-BE49-F238E27FC236}">
                <a16:creationId xmlns:a16="http://schemas.microsoft.com/office/drawing/2014/main" id="{6DCCA3A3-9BFB-CB71-0921-11F780195834}"/>
              </a:ext>
            </a:extLst>
          </p:cNvPr>
          <p:cNvSpPr>
            <a:spLocks noGrp="1"/>
          </p:cNvSpPr>
          <p:nvPr>
            <p:ph type="sldNum" sz="quarter" idx="12"/>
          </p:nvPr>
        </p:nvSpPr>
        <p:spPr/>
        <p:txBody>
          <a:bodyPr/>
          <a:lstStyle/>
          <a:p>
            <a:fld id="{51845F5A-061D-4825-9AE9-D7794091C6CF}" type="slidenum">
              <a:rPr lang="en-US" smtClean="0"/>
              <a:t>18</a:t>
            </a:fld>
            <a:endParaRPr lang="en-US"/>
          </a:p>
        </p:txBody>
      </p:sp>
    </p:spTree>
    <p:extLst>
      <p:ext uri="{BB962C8B-B14F-4D97-AF65-F5344CB8AC3E}">
        <p14:creationId xmlns:p14="http://schemas.microsoft.com/office/powerpoint/2010/main" val="28722657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9524BA-0C3E-5CEC-5EE9-A32EB4D01C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569296-70F5-98F3-45C4-96C3FEDA3A81}"/>
              </a:ext>
            </a:extLst>
          </p:cNvPr>
          <p:cNvSpPr>
            <a:spLocks noGrp="1"/>
          </p:cNvSpPr>
          <p:nvPr>
            <p:ph type="title"/>
          </p:nvPr>
        </p:nvSpPr>
        <p:spPr>
          <a:xfrm>
            <a:off x="696685" y="3119211"/>
            <a:ext cx="3984171" cy="1409246"/>
          </a:xfrm>
        </p:spPr>
        <p:txBody>
          <a:bodyPr/>
          <a:lstStyle/>
          <a:p>
            <a:r>
              <a:rPr lang="en-US" dirty="0">
                <a:latin typeface="Constantia" panose="02030602050306030303" pitchFamily="18" charset="0"/>
              </a:rPr>
              <a:t>How Stress Impacts the Body</a:t>
            </a:r>
          </a:p>
        </p:txBody>
      </p:sp>
      <p:pic>
        <p:nvPicPr>
          <p:cNvPr id="6" name="Content Placeholder 5">
            <a:extLst>
              <a:ext uri="{FF2B5EF4-FFF2-40B4-BE49-F238E27FC236}">
                <a16:creationId xmlns:a16="http://schemas.microsoft.com/office/drawing/2014/main" id="{1D711954-9B36-A247-1EDD-727384467E61}"/>
              </a:ext>
            </a:extLst>
          </p:cNvPr>
          <p:cNvPicPr>
            <a:picLocks noGrp="1" noChangeAspect="1"/>
          </p:cNvPicPr>
          <p:nvPr>
            <p:ph idx="1"/>
          </p:nvPr>
        </p:nvPicPr>
        <p:blipFill>
          <a:blip r:embed="rId3"/>
          <a:stretch>
            <a:fillRect/>
          </a:stretch>
        </p:blipFill>
        <p:spPr>
          <a:xfrm>
            <a:off x="4822371" y="662249"/>
            <a:ext cx="6672944" cy="5533502"/>
          </a:xfrm>
          <a:prstGeom prst="rect">
            <a:avLst/>
          </a:prstGeom>
        </p:spPr>
      </p:pic>
      <p:sp>
        <p:nvSpPr>
          <p:cNvPr id="4" name="Slide Number Placeholder 3">
            <a:extLst>
              <a:ext uri="{FF2B5EF4-FFF2-40B4-BE49-F238E27FC236}">
                <a16:creationId xmlns:a16="http://schemas.microsoft.com/office/drawing/2014/main" id="{2832CA9D-97BA-39E3-6E0A-05797E02D91B}"/>
              </a:ext>
            </a:extLst>
          </p:cNvPr>
          <p:cNvSpPr>
            <a:spLocks noGrp="1"/>
          </p:cNvSpPr>
          <p:nvPr>
            <p:ph type="sldNum" sz="quarter" idx="12"/>
          </p:nvPr>
        </p:nvSpPr>
        <p:spPr/>
        <p:txBody>
          <a:bodyPr/>
          <a:lstStyle/>
          <a:p>
            <a:fld id="{51845F5A-061D-4825-9AE9-D7794091C6CF}" type="slidenum">
              <a:rPr lang="en-US" smtClean="0"/>
              <a:t>19</a:t>
            </a:fld>
            <a:endParaRPr lang="en-US"/>
          </a:p>
        </p:txBody>
      </p:sp>
    </p:spTree>
    <p:extLst>
      <p:ext uri="{BB962C8B-B14F-4D97-AF65-F5344CB8AC3E}">
        <p14:creationId xmlns:p14="http://schemas.microsoft.com/office/powerpoint/2010/main" val="38058668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C7FF24-5D73-4CB8-D0AC-8C13E385FF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42589D-B5A4-E60B-569F-73C4BD9FF137}"/>
              </a:ext>
            </a:extLst>
          </p:cNvPr>
          <p:cNvSpPr>
            <a:spLocks noGrp="1"/>
          </p:cNvSpPr>
          <p:nvPr>
            <p:ph type="title"/>
          </p:nvPr>
        </p:nvSpPr>
        <p:spPr/>
        <p:txBody>
          <a:bodyPr/>
          <a:lstStyle/>
          <a:p>
            <a:r>
              <a:rPr lang="en-US" dirty="0">
                <a:latin typeface="Constantia" panose="02030602050306030303" pitchFamily="18" charset="0"/>
              </a:rPr>
              <a:t>Stress and The Immune System</a:t>
            </a:r>
          </a:p>
        </p:txBody>
      </p:sp>
      <p:sp>
        <p:nvSpPr>
          <p:cNvPr id="4" name="Slide Number Placeholder 3">
            <a:extLst>
              <a:ext uri="{FF2B5EF4-FFF2-40B4-BE49-F238E27FC236}">
                <a16:creationId xmlns:a16="http://schemas.microsoft.com/office/drawing/2014/main" id="{0337CCAB-CE47-805A-4D26-0BF25071FD78}"/>
              </a:ext>
            </a:extLst>
          </p:cNvPr>
          <p:cNvSpPr>
            <a:spLocks noGrp="1"/>
          </p:cNvSpPr>
          <p:nvPr>
            <p:ph type="sldNum" sz="quarter" idx="12"/>
          </p:nvPr>
        </p:nvSpPr>
        <p:spPr/>
        <p:txBody>
          <a:bodyPr/>
          <a:lstStyle/>
          <a:p>
            <a:fld id="{51845F5A-061D-4825-9AE9-D7794091C6CF}" type="slidenum">
              <a:rPr lang="en-US" smtClean="0"/>
              <a:t>20</a:t>
            </a:fld>
            <a:endParaRPr lang="en-US"/>
          </a:p>
        </p:txBody>
      </p:sp>
      <p:graphicFrame>
        <p:nvGraphicFramePr>
          <p:cNvPr id="5" name="Content Placeholder 2">
            <a:extLst>
              <a:ext uri="{FF2B5EF4-FFF2-40B4-BE49-F238E27FC236}">
                <a16:creationId xmlns:a16="http://schemas.microsoft.com/office/drawing/2014/main" id="{F91F5448-21B0-D540-621C-F3B19F1E7EB4}"/>
              </a:ext>
            </a:extLst>
          </p:cNvPr>
          <p:cNvGraphicFramePr>
            <a:graphicFrameLocks noGrp="1"/>
          </p:cNvGraphicFramePr>
          <p:nvPr>
            <p:ph idx="1"/>
            <p:extLst>
              <p:ext uri="{D42A27DB-BD31-4B8C-83A1-F6EECF244321}">
                <p14:modId xmlns:p14="http://schemas.microsoft.com/office/powerpoint/2010/main" val="1438464124"/>
              </p:ext>
            </p:extLst>
          </p:nvPr>
        </p:nvGraphicFramePr>
        <p:xfrm>
          <a:off x="838200" y="2011363"/>
          <a:ext cx="10515600" cy="41608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818457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18A790-3D22-072E-20DD-292EF7DF38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EF39CF-0D39-39B5-BC47-EA998AC78165}"/>
              </a:ext>
            </a:extLst>
          </p:cNvPr>
          <p:cNvSpPr>
            <a:spLocks noGrp="1"/>
          </p:cNvSpPr>
          <p:nvPr>
            <p:ph type="title"/>
          </p:nvPr>
        </p:nvSpPr>
        <p:spPr/>
        <p:txBody>
          <a:bodyPr/>
          <a:lstStyle/>
          <a:p>
            <a:r>
              <a:rPr lang="en-US" dirty="0">
                <a:latin typeface="Constantia" panose="02030602050306030303" pitchFamily="18" charset="0"/>
              </a:rPr>
              <a:t>Stress and Common Colds</a:t>
            </a:r>
          </a:p>
        </p:txBody>
      </p:sp>
      <p:sp>
        <p:nvSpPr>
          <p:cNvPr id="4" name="Slide Number Placeholder 3">
            <a:extLst>
              <a:ext uri="{FF2B5EF4-FFF2-40B4-BE49-F238E27FC236}">
                <a16:creationId xmlns:a16="http://schemas.microsoft.com/office/drawing/2014/main" id="{215B48A5-F95A-139D-E225-F85E68B24352}"/>
              </a:ext>
            </a:extLst>
          </p:cNvPr>
          <p:cNvSpPr>
            <a:spLocks noGrp="1"/>
          </p:cNvSpPr>
          <p:nvPr>
            <p:ph type="sldNum" sz="quarter" idx="12"/>
          </p:nvPr>
        </p:nvSpPr>
        <p:spPr/>
        <p:txBody>
          <a:bodyPr/>
          <a:lstStyle/>
          <a:p>
            <a:fld id="{51845F5A-061D-4825-9AE9-D7794091C6CF}" type="slidenum">
              <a:rPr lang="en-US" smtClean="0"/>
              <a:t>21</a:t>
            </a:fld>
            <a:endParaRPr lang="en-US"/>
          </a:p>
        </p:txBody>
      </p:sp>
      <p:pic>
        <p:nvPicPr>
          <p:cNvPr id="5" name="Picture 2" descr="A bar graph shows the relationship between chronic stressors and the percentage of people who developed colds after receiving the cold virus. About 50% of people with chronic stressors for at least one month developed a cold compared to about 35% without chronic stressors. About 52% of people with chronic stressors for at least three months developed a cold compared to about 35% without chronic stressors. About 51% of people with chronic stressors for at least six months developed a cold compared to about 35% without chronic stressors.">
            <a:extLst>
              <a:ext uri="{FF2B5EF4-FFF2-40B4-BE49-F238E27FC236}">
                <a16:creationId xmlns:a16="http://schemas.microsoft.com/office/drawing/2014/main" id="{0A5DD430-C3A5-498F-4B4B-85F944469F83}"/>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l="1009"/>
          <a:stretch/>
        </p:blipFill>
        <p:spPr bwMode="auto">
          <a:xfrm>
            <a:off x="1705433" y="1690688"/>
            <a:ext cx="8440053" cy="4611178"/>
          </a:xfrm>
          <a:prstGeom prst="roundRect">
            <a:avLst>
              <a:gd name="adj" fmla="val 530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20422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113721-B119-BA26-76F4-FD120E805B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7BCFA2-E641-365C-0302-04FEBDD55E8D}"/>
              </a:ext>
            </a:extLst>
          </p:cNvPr>
          <p:cNvSpPr>
            <a:spLocks noGrp="1"/>
          </p:cNvSpPr>
          <p:nvPr>
            <p:ph type="title"/>
          </p:nvPr>
        </p:nvSpPr>
        <p:spPr/>
        <p:txBody>
          <a:bodyPr/>
          <a:lstStyle/>
          <a:p>
            <a:r>
              <a:rPr lang="en-US" dirty="0">
                <a:latin typeface="Constantia" panose="02030602050306030303" pitchFamily="18" charset="0"/>
              </a:rPr>
              <a:t>The Transactional Model of  Hostility</a:t>
            </a:r>
          </a:p>
        </p:txBody>
      </p:sp>
      <p:sp>
        <p:nvSpPr>
          <p:cNvPr id="4" name="Slide Number Placeholder 3">
            <a:extLst>
              <a:ext uri="{FF2B5EF4-FFF2-40B4-BE49-F238E27FC236}">
                <a16:creationId xmlns:a16="http://schemas.microsoft.com/office/drawing/2014/main" id="{26701350-82AA-F0D3-7984-26F43969BB1F}"/>
              </a:ext>
            </a:extLst>
          </p:cNvPr>
          <p:cNvSpPr>
            <a:spLocks noGrp="1"/>
          </p:cNvSpPr>
          <p:nvPr>
            <p:ph type="sldNum" sz="quarter" idx="12"/>
          </p:nvPr>
        </p:nvSpPr>
        <p:spPr/>
        <p:txBody>
          <a:bodyPr/>
          <a:lstStyle/>
          <a:p>
            <a:fld id="{51845F5A-061D-4825-9AE9-D7794091C6CF}" type="slidenum">
              <a:rPr lang="en-US" smtClean="0"/>
              <a:t>22</a:t>
            </a:fld>
            <a:endParaRPr lang="en-US"/>
          </a:p>
        </p:txBody>
      </p:sp>
      <p:pic>
        <p:nvPicPr>
          <p:cNvPr id="5" name="Picture 2" descr="A figure showing the outlines of the female and male body represent the social interactions outlined in the transactional model of hostility. A hostile person’s behavior is listed as hostile, confrontational, defensive, and aggressive. The recipient’s response is surprise, avoidance, and defensiveness. The transactional cycle is reinforcement of hostile behavior, and the hostile person’s thoughts and feelings are anger, mistrust, and devalues others. Arrows connecting the female and male figures show a continuous pattern.">
            <a:extLst>
              <a:ext uri="{FF2B5EF4-FFF2-40B4-BE49-F238E27FC236}">
                <a16:creationId xmlns:a16="http://schemas.microsoft.com/office/drawing/2014/main" id="{16161532-AD7E-21CD-7D7C-61B13572077E}"/>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3996767" y="1690688"/>
            <a:ext cx="6934201" cy="4480561"/>
          </a:xfrm>
          <a:prstGeom prst="roundRect">
            <a:avLst>
              <a:gd name="adj" fmla="val 530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a:extLst>
            <a:ext uri="{909E8E84-426E-40DD-AFC4-6F175D3DCCD1}">
              <a14:hiddenFill xmlns:a14="http://schemas.microsoft.com/office/drawing/2010/main">
                <a:solidFill>
                  <a:srgbClr val="FFFFFF"/>
                </a:solidFill>
              </a14:hiddenFill>
            </a:ext>
          </a:extLst>
        </p:spPr>
      </p:pic>
      <p:sp>
        <p:nvSpPr>
          <p:cNvPr id="6" name="Content Placeholder 9221">
            <a:extLst>
              <a:ext uri="{FF2B5EF4-FFF2-40B4-BE49-F238E27FC236}">
                <a16:creationId xmlns:a16="http://schemas.microsoft.com/office/drawing/2014/main" id="{1D7E6322-DB53-095E-1826-E5D74B9593F8}"/>
              </a:ext>
            </a:extLst>
          </p:cNvPr>
          <p:cNvSpPr txBox="1">
            <a:spLocks/>
          </p:cNvSpPr>
          <p:nvPr/>
        </p:nvSpPr>
        <p:spPr>
          <a:xfrm>
            <a:off x="321206" y="2565492"/>
            <a:ext cx="3252730" cy="2855594"/>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200" b="1" dirty="0">
                <a:solidFill>
                  <a:schemeClr val="bg1">
                    <a:lumMod val="50000"/>
                  </a:schemeClr>
                </a:solidFill>
              </a:rPr>
              <a:t>Negative affectivity </a:t>
            </a:r>
            <a:r>
              <a:rPr lang="en-US" sz="2200" dirty="0">
                <a:solidFill>
                  <a:schemeClr val="bg1">
                    <a:lumMod val="50000"/>
                  </a:schemeClr>
                </a:solidFill>
              </a:rPr>
              <a:t>– is a tendency to experience distressed emotional states involving anger, contempt, disgust, guilt, fear, and nervousness </a:t>
            </a:r>
          </a:p>
        </p:txBody>
      </p:sp>
    </p:spTree>
    <p:extLst>
      <p:ext uri="{BB962C8B-B14F-4D97-AF65-F5344CB8AC3E}">
        <p14:creationId xmlns:p14="http://schemas.microsoft.com/office/powerpoint/2010/main" val="16921813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A529C-6289-0CAC-E868-6CBF001EFE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4564B3-2360-B834-DEFD-57A686B01322}"/>
              </a:ext>
            </a:extLst>
          </p:cNvPr>
          <p:cNvSpPr>
            <a:spLocks noGrp="1"/>
          </p:cNvSpPr>
          <p:nvPr>
            <p:ph type="title"/>
          </p:nvPr>
        </p:nvSpPr>
        <p:spPr/>
        <p:txBody>
          <a:bodyPr/>
          <a:lstStyle/>
          <a:p>
            <a:r>
              <a:rPr lang="en-US" dirty="0">
                <a:latin typeface="Constantia" panose="02030602050306030303" pitchFamily="18" charset="0"/>
              </a:rPr>
              <a:t>Asthma</a:t>
            </a:r>
          </a:p>
        </p:txBody>
      </p:sp>
      <p:sp>
        <p:nvSpPr>
          <p:cNvPr id="4" name="Slide Number Placeholder 3">
            <a:extLst>
              <a:ext uri="{FF2B5EF4-FFF2-40B4-BE49-F238E27FC236}">
                <a16:creationId xmlns:a16="http://schemas.microsoft.com/office/drawing/2014/main" id="{D81201C5-64FD-EC49-FF4B-BB7BD7482BCA}"/>
              </a:ext>
            </a:extLst>
          </p:cNvPr>
          <p:cNvSpPr>
            <a:spLocks noGrp="1"/>
          </p:cNvSpPr>
          <p:nvPr>
            <p:ph type="sldNum" sz="quarter" idx="12"/>
          </p:nvPr>
        </p:nvSpPr>
        <p:spPr/>
        <p:txBody>
          <a:bodyPr/>
          <a:lstStyle/>
          <a:p>
            <a:fld id="{51845F5A-061D-4825-9AE9-D7794091C6CF}" type="slidenum">
              <a:rPr lang="en-US" smtClean="0"/>
              <a:t>23</a:t>
            </a:fld>
            <a:endParaRPr lang="en-US"/>
          </a:p>
        </p:txBody>
      </p:sp>
      <p:pic>
        <p:nvPicPr>
          <p:cNvPr id="5" name="Picture 2" descr="The effect of asthma on airways is illustrated. A silhouette of a person is shown with the lungs and airways labeled. There is an arrow coming from an airway in the lung leading to a magnification of a normal airway. A cross-section of the normal airway shows the muscle and the airway wall, with plenty of room for air to get through. An airway during asthma symptoms is also shown, and the labeled symptoms are narrowed airway (limited air flow), tightened muscles constrict airway, inflamed/thickened airway wall, and mucus. A cross-section of the airway during asthma symptoms shows the thickened airway wall, mucus and muscle. There is much less room for air to get through.">
            <a:extLst>
              <a:ext uri="{FF2B5EF4-FFF2-40B4-BE49-F238E27FC236}">
                <a16:creationId xmlns:a16="http://schemas.microsoft.com/office/drawing/2014/main" id="{79BE17E5-4A64-083A-013E-244CB5854C25}"/>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013856" y="1630142"/>
            <a:ext cx="7772401" cy="48627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89784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38109-63C8-6A06-662E-CB9DE9C961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43626D-2358-FA8A-217E-5B958023411F}"/>
              </a:ext>
            </a:extLst>
          </p:cNvPr>
          <p:cNvSpPr>
            <a:spLocks noGrp="1"/>
          </p:cNvSpPr>
          <p:nvPr>
            <p:ph type="title"/>
          </p:nvPr>
        </p:nvSpPr>
        <p:spPr/>
        <p:txBody>
          <a:bodyPr/>
          <a:lstStyle/>
          <a:p>
            <a:r>
              <a:rPr lang="en-US" dirty="0">
                <a:latin typeface="Constantia" panose="02030602050306030303" pitchFamily="18" charset="0"/>
              </a:rPr>
              <a:t>Headaches</a:t>
            </a:r>
          </a:p>
        </p:txBody>
      </p:sp>
      <p:sp>
        <p:nvSpPr>
          <p:cNvPr id="4" name="Slide Number Placeholder 3">
            <a:extLst>
              <a:ext uri="{FF2B5EF4-FFF2-40B4-BE49-F238E27FC236}">
                <a16:creationId xmlns:a16="http://schemas.microsoft.com/office/drawing/2014/main" id="{1C20259C-DF0E-2C2F-9771-7C723C573D22}"/>
              </a:ext>
            </a:extLst>
          </p:cNvPr>
          <p:cNvSpPr>
            <a:spLocks noGrp="1"/>
          </p:cNvSpPr>
          <p:nvPr>
            <p:ph type="sldNum" sz="quarter" idx="12"/>
          </p:nvPr>
        </p:nvSpPr>
        <p:spPr/>
        <p:txBody>
          <a:bodyPr/>
          <a:lstStyle/>
          <a:p>
            <a:fld id="{51845F5A-061D-4825-9AE9-D7794091C6CF}" type="slidenum">
              <a:rPr lang="en-US" smtClean="0"/>
              <a:t>24</a:t>
            </a:fld>
            <a:endParaRPr lang="en-US"/>
          </a:p>
        </p:txBody>
      </p:sp>
      <p:pic>
        <p:nvPicPr>
          <p:cNvPr id="5" name="Content Placeholder 4" descr="Diagram illustrating four headache types: sinus, tension, migraine, and cluster. Each type is represented by a head with red shading indicating typical pain areas, such as forehead for sinus, across the forehead for tension, one side of the head for migraine, and around one eye for cluster headaches.&#10;&#10;AI-generated content may be incorrect.">
            <a:extLst>
              <a:ext uri="{FF2B5EF4-FFF2-40B4-BE49-F238E27FC236}">
                <a16:creationId xmlns:a16="http://schemas.microsoft.com/office/drawing/2014/main" id="{FFBD2377-928B-37B6-FFED-532F9CECF9DD}"/>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t="32668" b="7025"/>
          <a:stretch/>
        </p:blipFill>
        <p:spPr bwMode="auto">
          <a:xfrm>
            <a:off x="650421" y="2111829"/>
            <a:ext cx="10435231" cy="35855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81859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98D5C-2425-5C89-6ABE-888CE0402221}"/>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A24DE5C2-3F84-60A9-48E6-95F69C5EDC3A}"/>
              </a:ext>
            </a:extLst>
          </p:cNvPr>
          <p:cNvSpPr>
            <a:spLocks noGrp="1"/>
          </p:cNvSpPr>
          <p:nvPr>
            <p:ph type="body" idx="1"/>
          </p:nvPr>
        </p:nvSpPr>
        <p:spPr>
          <a:xfrm>
            <a:off x="831849" y="3156858"/>
            <a:ext cx="7506607" cy="2622722"/>
          </a:xfrm>
        </p:spPr>
        <p:txBody>
          <a:bodyPr>
            <a:normAutofit/>
          </a:bodyPr>
          <a:lstStyle/>
          <a:p>
            <a:r>
              <a:rPr lang="en-US" sz="4400" dirty="0"/>
              <a:t>The Regulation of STRESS</a:t>
            </a:r>
          </a:p>
        </p:txBody>
      </p:sp>
      <p:sp>
        <p:nvSpPr>
          <p:cNvPr id="4" name="Slide Number Placeholder 3">
            <a:extLst>
              <a:ext uri="{FF2B5EF4-FFF2-40B4-BE49-F238E27FC236}">
                <a16:creationId xmlns:a16="http://schemas.microsoft.com/office/drawing/2014/main" id="{EDA20D13-68E1-53A7-FC92-94FB6BA4B94C}"/>
              </a:ext>
            </a:extLst>
          </p:cNvPr>
          <p:cNvSpPr>
            <a:spLocks noGrp="1"/>
          </p:cNvSpPr>
          <p:nvPr>
            <p:ph type="sldNum" sz="quarter" idx="12"/>
          </p:nvPr>
        </p:nvSpPr>
        <p:spPr/>
        <p:txBody>
          <a:bodyPr/>
          <a:lstStyle/>
          <a:p>
            <a:fld id="{51845F5A-061D-4825-9AE9-D7794091C6CF}" type="slidenum">
              <a:rPr lang="en-US" smtClean="0"/>
              <a:t>25</a:t>
            </a:fld>
            <a:endParaRPr lang="en-US"/>
          </a:p>
        </p:txBody>
      </p:sp>
    </p:spTree>
    <p:extLst>
      <p:ext uri="{BB962C8B-B14F-4D97-AF65-F5344CB8AC3E}">
        <p14:creationId xmlns:p14="http://schemas.microsoft.com/office/powerpoint/2010/main" val="25690274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254AF-C83D-96F6-2D5B-72E6F85CFD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E52DE8-5F9A-2711-7199-3F89D86BBAC9}"/>
              </a:ext>
            </a:extLst>
          </p:cNvPr>
          <p:cNvSpPr>
            <a:spLocks noGrp="1"/>
          </p:cNvSpPr>
          <p:nvPr>
            <p:ph type="title"/>
          </p:nvPr>
        </p:nvSpPr>
        <p:spPr/>
        <p:txBody>
          <a:bodyPr/>
          <a:lstStyle/>
          <a:p>
            <a:r>
              <a:rPr lang="en-US" dirty="0">
                <a:latin typeface="Constantia" panose="02030602050306030303" pitchFamily="18" charset="0"/>
              </a:rPr>
              <a:t>Coping Styles</a:t>
            </a:r>
          </a:p>
        </p:txBody>
      </p:sp>
      <p:sp>
        <p:nvSpPr>
          <p:cNvPr id="3" name="Content Placeholder 2">
            <a:extLst>
              <a:ext uri="{FF2B5EF4-FFF2-40B4-BE49-F238E27FC236}">
                <a16:creationId xmlns:a16="http://schemas.microsoft.com/office/drawing/2014/main" id="{5BE5B67C-792B-5A65-850E-E3E2CBB10F91}"/>
              </a:ext>
            </a:extLst>
          </p:cNvPr>
          <p:cNvSpPr>
            <a:spLocks noGrp="1"/>
          </p:cNvSpPr>
          <p:nvPr>
            <p:ph idx="1"/>
          </p:nvPr>
        </p:nvSpPr>
        <p:spPr>
          <a:xfrm>
            <a:off x="337457" y="1469571"/>
            <a:ext cx="11114313" cy="5023304"/>
          </a:xfrm>
        </p:spPr>
        <p:txBody>
          <a:bodyPr>
            <a:normAutofit fontScale="92500" lnSpcReduction="20000"/>
          </a:bodyPr>
          <a:lstStyle/>
          <a:p>
            <a:r>
              <a:rPr lang="en-US" b="1" dirty="0"/>
              <a:t>Coping style</a:t>
            </a:r>
            <a:r>
              <a:rPr lang="en-US" dirty="0"/>
              <a:t> – the approach a person typically utilizes when processing stress</a:t>
            </a:r>
          </a:p>
          <a:p>
            <a:r>
              <a:rPr lang="en-US" dirty="0"/>
              <a:t>How do you respond to a stressor?</a:t>
            </a:r>
          </a:p>
          <a:p>
            <a:pPr lvl="1"/>
            <a:r>
              <a:rPr lang="en-US" b="1" dirty="0"/>
              <a:t>Avoidance-oriented coping </a:t>
            </a:r>
            <a:r>
              <a:rPr lang="en-US" dirty="0"/>
              <a:t>– a coping style where a person will push away stressor-related thoughts and feelings, deny the existence or seriousness of the stressor, or distract oneself</a:t>
            </a:r>
          </a:p>
          <a:p>
            <a:pPr lvl="1"/>
            <a:r>
              <a:rPr lang="en-US" b="1" dirty="0"/>
              <a:t>Approach-oriented coping </a:t>
            </a:r>
            <a:r>
              <a:rPr lang="en-US" dirty="0"/>
              <a:t>– a coping style where a person makes an effort to solve the problem, seek support, and actively reframe the stressor towards the positive</a:t>
            </a:r>
          </a:p>
          <a:p>
            <a:pPr lvl="2"/>
            <a:r>
              <a:rPr lang="en-US" dirty="0"/>
              <a:t>Leads to better health outcomes</a:t>
            </a:r>
          </a:p>
          <a:p>
            <a:r>
              <a:rPr lang="en-US" dirty="0"/>
              <a:t>How do you cope with the stressor?</a:t>
            </a:r>
          </a:p>
          <a:p>
            <a:pPr lvl="1"/>
            <a:r>
              <a:rPr lang="en-US" b="1" dirty="0"/>
              <a:t>Problem-focused coping </a:t>
            </a:r>
            <a:r>
              <a:rPr lang="en-US" dirty="0"/>
              <a:t>– attempting to do something constructive about the stressful conditions.</a:t>
            </a:r>
          </a:p>
          <a:p>
            <a:pPr lvl="1"/>
            <a:r>
              <a:rPr lang="en-US" b="1" dirty="0"/>
              <a:t>Emotion-focused coping </a:t>
            </a:r>
            <a:r>
              <a:rPr lang="en-US" dirty="0"/>
              <a:t>– regulating emotions experienced because of the stressful event.</a:t>
            </a:r>
          </a:p>
          <a:p>
            <a:endParaRPr lang="en-US" dirty="0"/>
          </a:p>
        </p:txBody>
      </p:sp>
      <p:sp>
        <p:nvSpPr>
          <p:cNvPr id="4" name="Slide Number Placeholder 3">
            <a:extLst>
              <a:ext uri="{FF2B5EF4-FFF2-40B4-BE49-F238E27FC236}">
                <a16:creationId xmlns:a16="http://schemas.microsoft.com/office/drawing/2014/main" id="{51461043-A53C-BD3D-C17F-B2C7259B6A3D}"/>
              </a:ext>
            </a:extLst>
          </p:cNvPr>
          <p:cNvSpPr>
            <a:spLocks noGrp="1"/>
          </p:cNvSpPr>
          <p:nvPr>
            <p:ph type="sldNum" sz="quarter" idx="12"/>
          </p:nvPr>
        </p:nvSpPr>
        <p:spPr/>
        <p:txBody>
          <a:bodyPr/>
          <a:lstStyle/>
          <a:p>
            <a:fld id="{51845F5A-061D-4825-9AE9-D7794091C6CF}" type="slidenum">
              <a:rPr lang="en-US" smtClean="0"/>
              <a:t>26</a:t>
            </a:fld>
            <a:endParaRPr lang="en-US"/>
          </a:p>
        </p:txBody>
      </p:sp>
    </p:spTree>
    <p:extLst>
      <p:ext uri="{BB962C8B-B14F-4D97-AF65-F5344CB8AC3E}">
        <p14:creationId xmlns:p14="http://schemas.microsoft.com/office/powerpoint/2010/main" val="29432310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E39CCF-0740-7AE7-11FA-53CBCEF84A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641165-9471-7FCB-3056-287185C51C8D}"/>
              </a:ext>
            </a:extLst>
          </p:cNvPr>
          <p:cNvSpPr>
            <a:spLocks noGrp="1"/>
          </p:cNvSpPr>
          <p:nvPr>
            <p:ph type="title"/>
          </p:nvPr>
        </p:nvSpPr>
        <p:spPr/>
        <p:txBody>
          <a:bodyPr/>
          <a:lstStyle/>
          <a:p>
            <a:r>
              <a:rPr lang="en-US" dirty="0">
                <a:latin typeface="Constantia" panose="02030602050306030303" pitchFamily="18" charset="0"/>
              </a:rPr>
              <a:t>Handling Stress</a:t>
            </a:r>
          </a:p>
        </p:txBody>
      </p:sp>
      <p:sp>
        <p:nvSpPr>
          <p:cNvPr id="4" name="Slide Number Placeholder 3">
            <a:extLst>
              <a:ext uri="{FF2B5EF4-FFF2-40B4-BE49-F238E27FC236}">
                <a16:creationId xmlns:a16="http://schemas.microsoft.com/office/drawing/2014/main" id="{358C96D2-4BE5-FD38-A23E-E013CFD17B6A}"/>
              </a:ext>
            </a:extLst>
          </p:cNvPr>
          <p:cNvSpPr>
            <a:spLocks noGrp="1"/>
          </p:cNvSpPr>
          <p:nvPr>
            <p:ph type="sldNum" sz="quarter" idx="12"/>
          </p:nvPr>
        </p:nvSpPr>
        <p:spPr/>
        <p:txBody>
          <a:bodyPr/>
          <a:lstStyle/>
          <a:p>
            <a:fld id="{51845F5A-061D-4825-9AE9-D7794091C6CF}" type="slidenum">
              <a:rPr lang="en-US" smtClean="0"/>
              <a:t>27</a:t>
            </a:fld>
            <a:endParaRPr lang="en-US"/>
          </a:p>
        </p:txBody>
      </p:sp>
      <p:graphicFrame>
        <p:nvGraphicFramePr>
          <p:cNvPr id="5" name="Content Placeholder 2">
            <a:extLst>
              <a:ext uri="{FF2B5EF4-FFF2-40B4-BE49-F238E27FC236}">
                <a16:creationId xmlns:a16="http://schemas.microsoft.com/office/drawing/2014/main" id="{D3DD58A3-7C70-7577-3E0A-17811829A964}"/>
              </a:ext>
            </a:extLst>
          </p:cNvPr>
          <p:cNvGraphicFramePr>
            <a:graphicFrameLocks noGrp="1"/>
          </p:cNvGraphicFramePr>
          <p:nvPr>
            <p:ph idx="1"/>
          </p:nvPr>
        </p:nvGraphicFramePr>
        <p:xfrm>
          <a:off x="838200" y="2011363"/>
          <a:ext cx="10515600" cy="41608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091199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8E152-606E-A8D7-F0F6-4AB0D2CBE9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643ACA-3B21-D618-55BE-E838BA73D6B7}"/>
              </a:ext>
            </a:extLst>
          </p:cNvPr>
          <p:cNvSpPr>
            <a:spLocks noGrp="1"/>
          </p:cNvSpPr>
          <p:nvPr>
            <p:ph type="title"/>
          </p:nvPr>
        </p:nvSpPr>
        <p:spPr/>
        <p:txBody>
          <a:bodyPr/>
          <a:lstStyle/>
          <a:p>
            <a:r>
              <a:rPr lang="en-US" dirty="0">
                <a:latin typeface="Constantia" panose="02030602050306030303" pitchFamily="18" charset="0"/>
              </a:rPr>
              <a:t>Positive Psychology: The Science of Happiness</a:t>
            </a:r>
          </a:p>
        </p:txBody>
      </p:sp>
      <p:sp>
        <p:nvSpPr>
          <p:cNvPr id="4" name="Slide Number Placeholder 3">
            <a:extLst>
              <a:ext uri="{FF2B5EF4-FFF2-40B4-BE49-F238E27FC236}">
                <a16:creationId xmlns:a16="http://schemas.microsoft.com/office/drawing/2014/main" id="{56D00648-5CE8-FE17-E425-6F74C0F26B31}"/>
              </a:ext>
            </a:extLst>
          </p:cNvPr>
          <p:cNvSpPr>
            <a:spLocks noGrp="1"/>
          </p:cNvSpPr>
          <p:nvPr>
            <p:ph type="sldNum" sz="quarter" idx="12"/>
          </p:nvPr>
        </p:nvSpPr>
        <p:spPr/>
        <p:txBody>
          <a:bodyPr/>
          <a:lstStyle/>
          <a:p>
            <a:fld id="{51845F5A-061D-4825-9AE9-D7794091C6CF}" type="slidenum">
              <a:rPr lang="en-US" smtClean="0"/>
              <a:t>28</a:t>
            </a:fld>
            <a:endParaRPr lang="en-US"/>
          </a:p>
        </p:txBody>
      </p:sp>
      <p:pic>
        <p:nvPicPr>
          <p:cNvPr id="5" name="Picture 2" descr="A Venn diagram features three circles: one labeled “Good life: using skills for enrichment,” one labeled “Pleasant life: enjoying daily pleasures,” and another labeled: Meaningful life: contributing to the greater good.” All three circles overlap at a section labeled “Happiness.”">
            <a:extLst>
              <a:ext uri="{FF2B5EF4-FFF2-40B4-BE49-F238E27FC236}">
                <a16:creationId xmlns:a16="http://schemas.microsoft.com/office/drawing/2014/main" id="{6CC926EE-5A71-6BE2-AEDA-4E03D5649EBF}"/>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475052" y="2042158"/>
            <a:ext cx="4199129" cy="3923211"/>
          </a:xfrm>
          <a:prstGeom prst="roundRect">
            <a:avLst>
              <a:gd name="adj" fmla="val 530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a:extLst>
            <a:ext uri="{909E8E84-426E-40DD-AFC4-6F175D3DCCD1}">
              <a14:hiddenFill xmlns:a14="http://schemas.microsoft.com/office/drawing/2010/main">
                <a:solidFill>
                  <a:srgbClr val="FFFFFF"/>
                </a:solidFill>
              </a14:hiddenFill>
            </a:ext>
          </a:extLst>
        </p:spPr>
      </p:pic>
      <p:pic>
        <p:nvPicPr>
          <p:cNvPr id="6" name="Picture 4" descr="A chart compares life satisfaction scores in the years before and after significant life events. Life satisfaction is steady in the five years before and after marriage. There is a gradual incline that peaks in the year of marriage and declines slightly in the years following. With respect to unemployment, life satisfaction five years before is roughly the same as it is with marriage at that time, but begins to decline sharply around 2 years before unemployment. One year after unemployment, life satisfaction has risen slightly, but then becomes steady at a much lower level than at five years before. With respect to the death of a spouse, life satisfaction five years before is about the same as marriage at that time, but steadily declines until the death, when it starts to gradually rise again. After five years, the person who has suffered the death of a spouse has roughly the same life satisfaction as the person who was unemployed.">
            <a:extLst>
              <a:ext uri="{FF2B5EF4-FFF2-40B4-BE49-F238E27FC236}">
                <a16:creationId xmlns:a16="http://schemas.microsoft.com/office/drawing/2014/main" id="{5A1FB618-CA32-FFBA-A70E-AEF07BF4D339}"/>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5092901" y="2148263"/>
            <a:ext cx="6369755" cy="3471516"/>
          </a:xfrm>
          <a:prstGeom prst="roundRect">
            <a:avLst>
              <a:gd name="adj" fmla="val 530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92937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7EF60D8-5909-700B-C971-490F5961B276}"/>
              </a:ext>
            </a:extLst>
          </p:cNvPr>
          <p:cNvSpPr>
            <a:spLocks noGrp="1"/>
          </p:cNvSpPr>
          <p:nvPr>
            <p:ph type="title"/>
          </p:nvPr>
        </p:nvSpPr>
        <p:spPr/>
        <p:txBody>
          <a:bodyPr/>
          <a:lstStyle/>
          <a:p>
            <a:r>
              <a:rPr lang="en-US" dirty="0">
                <a:latin typeface="Constantia" panose="02030602050306030303" pitchFamily="18" charset="0"/>
              </a:rPr>
              <a:t>Next time on PSY 203…</a:t>
            </a:r>
          </a:p>
        </p:txBody>
      </p:sp>
      <p:sp>
        <p:nvSpPr>
          <p:cNvPr id="6" name="Text Placeholder 5">
            <a:extLst>
              <a:ext uri="{FF2B5EF4-FFF2-40B4-BE49-F238E27FC236}">
                <a16:creationId xmlns:a16="http://schemas.microsoft.com/office/drawing/2014/main" id="{702B8E05-273B-DC86-27E7-90258A740309}"/>
              </a:ext>
            </a:extLst>
          </p:cNvPr>
          <p:cNvSpPr>
            <a:spLocks noGrp="1"/>
          </p:cNvSpPr>
          <p:nvPr>
            <p:ph type="body" idx="1"/>
          </p:nvPr>
        </p:nvSpPr>
        <p:spPr/>
        <p:txBody>
          <a:bodyPr/>
          <a:lstStyle/>
          <a:p>
            <a:r>
              <a:rPr lang="en-US" dirty="0"/>
              <a:t>BEFORE NEXT CLASS:</a:t>
            </a:r>
          </a:p>
        </p:txBody>
      </p:sp>
      <p:sp>
        <p:nvSpPr>
          <p:cNvPr id="7" name="Content Placeholder 6">
            <a:extLst>
              <a:ext uri="{FF2B5EF4-FFF2-40B4-BE49-F238E27FC236}">
                <a16:creationId xmlns:a16="http://schemas.microsoft.com/office/drawing/2014/main" id="{CCE1FC58-900D-705F-5675-DBB0D6E46BA9}"/>
              </a:ext>
            </a:extLst>
          </p:cNvPr>
          <p:cNvSpPr>
            <a:spLocks noGrp="1"/>
          </p:cNvSpPr>
          <p:nvPr>
            <p:ph sz="half" idx="2"/>
          </p:nvPr>
        </p:nvSpPr>
        <p:spPr/>
        <p:txBody>
          <a:bodyPr/>
          <a:lstStyle/>
          <a:p>
            <a:r>
              <a:rPr lang="en-US" dirty="0"/>
              <a:t>Complete Exam 3 Reflection</a:t>
            </a:r>
          </a:p>
          <a:p>
            <a:pPr lvl="1"/>
            <a:r>
              <a:rPr lang="en-US" dirty="0"/>
              <a:t>Due tonight!</a:t>
            </a:r>
          </a:p>
          <a:p>
            <a:r>
              <a:rPr lang="en-US" dirty="0"/>
              <a:t>Read Chapter 15 &amp; take quiz</a:t>
            </a:r>
          </a:p>
        </p:txBody>
      </p:sp>
      <p:sp>
        <p:nvSpPr>
          <p:cNvPr id="8" name="Text Placeholder 7">
            <a:extLst>
              <a:ext uri="{FF2B5EF4-FFF2-40B4-BE49-F238E27FC236}">
                <a16:creationId xmlns:a16="http://schemas.microsoft.com/office/drawing/2014/main" id="{816777B8-FBCE-35BB-3108-AFFFE83D5F94}"/>
              </a:ext>
            </a:extLst>
          </p:cNvPr>
          <p:cNvSpPr>
            <a:spLocks noGrp="1"/>
          </p:cNvSpPr>
          <p:nvPr>
            <p:ph type="body" sz="quarter" idx="3"/>
          </p:nvPr>
        </p:nvSpPr>
        <p:spPr/>
        <p:txBody>
          <a:bodyPr/>
          <a:lstStyle/>
          <a:p>
            <a:r>
              <a:rPr lang="en-US" dirty="0"/>
              <a:t>NEXT CLASS:</a:t>
            </a:r>
          </a:p>
        </p:txBody>
      </p:sp>
      <p:sp>
        <p:nvSpPr>
          <p:cNvPr id="9" name="Content Placeholder 8">
            <a:extLst>
              <a:ext uri="{FF2B5EF4-FFF2-40B4-BE49-F238E27FC236}">
                <a16:creationId xmlns:a16="http://schemas.microsoft.com/office/drawing/2014/main" id="{204E9B5D-D43B-16D8-C996-08F047122481}"/>
              </a:ext>
            </a:extLst>
          </p:cNvPr>
          <p:cNvSpPr>
            <a:spLocks noGrp="1"/>
          </p:cNvSpPr>
          <p:nvPr>
            <p:ph sz="quarter" idx="4"/>
          </p:nvPr>
        </p:nvSpPr>
        <p:spPr/>
        <p:txBody>
          <a:bodyPr/>
          <a:lstStyle/>
          <a:p>
            <a:r>
              <a:rPr lang="en-US" dirty="0"/>
              <a:t>Chapter 15 – Psychological Disorders</a:t>
            </a:r>
          </a:p>
        </p:txBody>
      </p:sp>
      <p:sp>
        <p:nvSpPr>
          <p:cNvPr id="4" name="Slide Number Placeholder 3">
            <a:extLst>
              <a:ext uri="{FF2B5EF4-FFF2-40B4-BE49-F238E27FC236}">
                <a16:creationId xmlns:a16="http://schemas.microsoft.com/office/drawing/2014/main" id="{B2D64CDD-7DEC-B99B-8D9C-8BD6C327FA70}"/>
              </a:ext>
            </a:extLst>
          </p:cNvPr>
          <p:cNvSpPr>
            <a:spLocks noGrp="1"/>
          </p:cNvSpPr>
          <p:nvPr>
            <p:ph type="sldNum" sz="quarter" idx="12"/>
          </p:nvPr>
        </p:nvSpPr>
        <p:spPr/>
        <p:txBody>
          <a:bodyPr/>
          <a:lstStyle/>
          <a:p>
            <a:fld id="{51845F5A-061D-4825-9AE9-D7794091C6CF}" type="slidenum">
              <a:rPr lang="en-US" smtClean="0"/>
              <a:t>29</a:t>
            </a:fld>
            <a:endParaRPr lang="en-US"/>
          </a:p>
        </p:txBody>
      </p:sp>
    </p:spTree>
    <p:extLst>
      <p:ext uri="{BB962C8B-B14F-4D97-AF65-F5344CB8AC3E}">
        <p14:creationId xmlns:p14="http://schemas.microsoft.com/office/powerpoint/2010/main" val="4268346957"/>
      </p:ext>
    </p:extLst>
  </p:cSld>
  <p:clrMapOvr>
    <a:masterClrMapping/>
  </p:clrMapOvr>
</p:sld>
</file>

<file path=ppt/theme/theme1.xml><?xml version="1.0" encoding="utf-8"?>
<a:theme xmlns:a="http://schemas.openxmlformats.org/drawingml/2006/main" name="BrushVTI">
  <a:themeElements>
    <a:clrScheme name="Custom 17">
      <a:dk1>
        <a:sysClr val="windowText" lastClr="000000"/>
      </a:dk1>
      <a:lt1>
        <a:sysClr val="window" lastClr="FFFFFF"/>
      </a:lt1>
      <a:dk2>
        <a:srgbClr val="57495C"/>
      </a:dk2>
      <a:lt2>
        <a:srgbClr val="E7E6E6"/>
      </a:lt2>
      <a:accent1>
        <a:srgbClr val="F07C98"/>
      </a:accent1>
      <a:accent2>
        <a:srgbClr val="A6778D"/>
      </a:accent2>
      <a:accent3>
        <a:srgbClr val="768BA6"/>
      </a:accent3>
      <a:accent4>
        <a:srgbClr val="E8908B"/>
      </a:accent4>
      <a:accent5>
        <a:srgbClr val="C47A93"/>
      </a:accent5>
      <a:accent6>
        <a:srgbClr val="70A8DB"/>
      </a:accent6>
      <a:hlink>
        <a:srgbClr val="EB8067"/>
      </a:hlink>
      <a:folHlink>
        <a:srgbClr val="7BC7C0"/>
      </a:folHlink>
    </a:clrScheme>
    <a:fontScheme name="Custom 3">
      <a:majorFont>
        <a:latin typeface="Elephant"/>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rushVTI" id="{7102FA3A-9D7B-4497-8C4B-FB535AAFDE06}" vid="{C6D41F62-6FAB-440A-BEC7-CB7BF190811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207</TotalTime>
  <Words>520</Words>
  <Application>Microsoft Office PowerPoint</Application>
  <PresentationFormat>Widescreen</PresentationFormat>
  <Paragraphs>103</Paragraphs>
  <Slides>29</Slides>
  <Notes>29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Arial</vt:lpstr>
      <vt:lpstr>Calibri</vt:lpstr>
      <vt:lpstr>Century Gothic</vt:lpstr>
      <vt:lpstr>Constantia</vt:lpstr>
      <vt:lpstr>Elephant</vt:lpstr>
      <vt:lpstr>Kalinga</vt:lpstr>
      <vt:lpstr>BrushVTI</vt:lpstr>
      <vt:lpstr>Stress, Lifestyle, and Health</vt:lpstr>
      <vt:lpstr>Agenda</vt:lpstr>
      <vt:lpstr>PowerPoint Presentation</vt:lpstr>
      <vt:lpstr>What are some examples of each of these stressors?</vt:lpstr>
      <vt:lpstr>Appraising a  Threat</vt:lpstr>
      <vt:lpstr>Good and Bad Stress</vt:lpstr>
      <vt:lpstr>Fight or Flight Response</vt:lpstr>
      <vt:lpstr>Selye &amp; The General Adaption Syndrome</vt:lpstr>
      <vt:lpstr>How much stress is too much?</vt:lpstr>
      <vt:lpstr>PowerPoint Presentation</vt:lpstr>
      <vt:lpstr>The Physiology of Stress</vt:lpstr>
      <vt:lpstr>The Physiology of Stress</vt:lpstr>
      <vt:lpstr>The Physiology of Stress</vt:lpstr>
      <vt:lpstr>The Physiology of Stress</vt:lpstr>
      <vt:lpstr>The Physiology of Stress</vt:lpstr>
      <vt:lpstr>The Physiology of Stress</vt:lpstr>
      <vt:lpstr>The Physiology of Stress</vt:lpstr>
      <vt:lpstr>PowerPoint Presentation</vt:lpstr>
      <vt:lpstr>How Stress Impacts the Body</vt:lpstr>
      <vt:lpstr>Stress and The Immune System</vt:lpstr>
      <vt:lpstr>Stress and Common Colds</vt:lpstr>
      <vt:lpstr>The Transactional Model of  Hostility</vt:lpstr>
      <vt:lpstr>Asthma</vt:lpstr>
      <vt:lpstr>Headaches</vt:lpstr>
      <vt:lpstr>PowerPoint Presentation</vt:lpstr>
      <vt:lpstr>Coping Styles</vt:lpstr>
      <vt:lpstr>Handling Stress</vt:lpstr>
      <vt:lpstr>Positive Psychology: The Science of Happiness</vt:lpstr>
      <vt:lpstr>Next time on PSY 203…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Scheuler, Bryanna</dc:creator>
  <cp:lastModifiedBy>Bryanna Scheuler</cp:lastModifiedBy>
  <cp:revision>11</cp:revision>
  <dcterms:created xsi:type="dcterms:W3CDTF">2025-11-11T11:11:12Z</dcterms:created>
  <dcterms:modified xsi:type="dcterms:W3CDTF">2026-04-07T15:25:18Z</dcterms:modified>
</cp:coreProperties>
</file>