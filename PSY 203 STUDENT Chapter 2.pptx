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0"/>
  </p:notesMasterIdLst>
  <p:handoutMasterIdLst>
    <p:handoutMasterId r:id="rId41"/>
  </p:handoutMasterIdLst>
  <p:sldIdLst>
    <p:sldId id="318" r:id="rId5"/>
    <p:sldId id="325" r:id="rId6"/>
    <p:sldId id="324" r:id="rId7"/>
    <p:sldId id="326" r:id="rId8"/>
    <p:sldId id="328" r:id="rId9"/>
    <p:sldId id="356" r:id="rId10"/>
    <p:sldId id="339" r:id="rId11"/>
    <p:sldId id="341" r:id="rId12"/>
    <p:sldId id="358" r:id="rId13"/>
    <p:sldId id="342" r:id="rId14"/>
    <p:sldId id="360" r:id="rId15"/>
    <p:sldId id="344" r:id="rId16"/>
    <p:sldId id="345" r:id="rId17"/>
    <p:sldId id="346" r:id="rId18"/>
    <p:sldId id="357" r:id="rId19"/>
    <p:sldId id="337" r:id="rId20"/>
    <p:sldId id="327" r:id="rId21"/>
    <p:sldId id="338" r:id="rId22"/>
    <p:sldId id="343" r:id="rId23"/>
    <p:sldId id="330" r:id="rId24"/>
    <p:sldId id="329" r:id="rId25"/>
    <p:sldId id="332" r:id="rId26"/>
    <p:sldId id="333" r:id="rId27"/>
    <p:sldId id="334" r:id="rId28"/>
    <p:sldId id="335" r:id="rId29"/>
    <p:sldId id="336" r:id="rId30"/>
    <p:sldId id="347" r:id="rId31"/>
    <p:sldId id="348" r:id="rId32"/>
    <p:sldId id="352" r:id="rId33"/>
    <p:sldId id="350" r:id="rId34"/>
    <p:sldId id="351" r:id="rId35"/>
    <p:sldId id="354" r:id="rId36"/>
    <p:sldId id="349" r:id="rId37"/>
    <p:sldId id="353" r:id="rId38"/>
    <p:sldId id="32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6D9F66E-5EB9-4882-86FB-DCBF35E3C3E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8" autoAdjust="0"/>
    <p:restoredTop sz="78401" autoAdjust="0"/>
  </p:normalViewPr>
  <p:slideViewPr>
    <p:cSldViewPr snapToGrid="0">
      <p:cViewPr varScale="1">
        <p:scale>
          <a:sx n="125" d="100"/>
          <a:sy n="125" d="100"/>
        </p:scale>
        <p:origin x="3906" y="90"/>
      </p:cViewPr>
      <p:guideLst/>
    </p:cSldViewPr>
  </p:slideViewPr>
  <p:outlineViewPr>
    <p:cViewPr>
      <p:scale>
        <a:sx n="33" d="100"/>
        <a:sy n="33" d="100"/>
      </p:scale>
      <p:origin x="0" y="-7421"/>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8" d="100"/>
          <a:sy n="58" d="100"/>
        </p:scale>
        <p:origin x="2386"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47"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BF0DCA-F5AC-42D6-8CCB-6E356781CA4F}"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06A73A05-AD28-444B-A205-C89D5B60A6C7}">
      <dgm:prSet/>
      <dgm:spPr/>
      <dgm:t>
        <a:bodyPr/>
        <a:lstStyle/>
        <a:p>
          <a:r>
            <a:rPr lang="en-US" dirty="0"/>
            <a:t>Psychological Research</a:t>
          </a:r>
        </a:p>
      </dgm:t>
    </dgm:pt>
    <dgm:pt modelId="{C56CC310-1142-4A59-9A54-A65BC93D6EFA}" type="parTrans" cxnId="{58716ECC-4266-4650-9095-D64524EE5140}">
      <dgm:prSet/>
      <dgm:spPr/>
      <dgm:t>
        <a:bodyPr/>
        <a:lstStyle/>
        <a:p>
          <a:endParaRPr lang="en-US"/>
        </a:p>
      </dgm:t>
    </dgm:pt>
    <dgm:pt modelId="{3D413E66-C324-4FF4-AB0B-962E2BEE8DB1}" type="sibTrans" cxnId="{58716ECC-4266-4650-9095-D64524EE5140}">
      <dgm:prSet/>
      <dgm:spPr/>
      <dgm:t>
        <a:bodyPr/>
        <a:lstStyle/>
        <a:p>
          <a:endParaRPr lang="en-US"/>
        </a:p>
      </dgm:t>
    </dgm:pt>
    <dgm:pt modelId="{C4FDB08E-48B7-47C0-857F-5B3C6DFAFE48}">
      <dgm:prSet/>
      <dgm:spPr/>
      <dgm:t>
        <a:bodyPr/>
        <a:lstStyle/>
        <a:p>
          <a:r>
            <a:rPr lang="en-US" dirty="0"/>
            <a:t>Research Designs</a:t>
          </a:r>
        </a:p>
      </dgm:t>
    </dgm:pt>
    <dgm:pt modelId="{CB1B42E5-9EE9-43C1-BE55-8DC475AB5BBF}" type="parTrans" cxnId="{7797EB25-59AA-4BEF-9891-54AA41A429FD}">
      <dgm:prSet/>
      <dgm:spPr/>
      <dgm:t>
        <a:bodyPr/>
        <a:lstStyle/>
        <a:p>
          <a:endParaRPr lang="en-US"/>
        </a:p>
      </dgm:t>
    </dgm:pt>
    <dgm:pt modelId="{60E03C5C-E75A-403C-9C09-C397A66B5EB5}" type="sibTrans" cxnId="{7797EB25-59AA-4BEF-9891-54AA41A429FD}">
      <dgm:prSet/>
      <dgm:spPr/>
      <dgm:t>
        <a:bodyPr/>
        <a:lstStyle/>
        <a:p>
          <a:endParaRPr lang="en-US"/>
        </a:p>
      </dgm:t>
    </dgm:pt>
    <dgm:pt modelId="{18D01162-84F9-420C-B192-0873592D23CB}">
      <dgm:prSet/>
      <dgm:spPr/>
      <dgm:t>
        <a:bodyPr/>
        <a:lstStyle/>
        <a:p>
          <a:r>
            <a:rPr lang="en-US" dirty="0"/>
            <a:t>Ethics &amp; Considerations</a:t>
          </a:r>
        </a:p>
      </dgm:t>
    </dgm:pt>
    <dgm:pt modelId="{E8DD6745-3CB6-4F87-A8A5-4B3C6C90B265}" type="parTrans" cxnId="{346B4B70-490E-4786-8FE3-64DF67E8CF26}">
      <dgm:prSet/>
      <dgm:spPr/>
      <dgm:t>
        <a:bodyPr/>
        <a:lstStyle/>
        <a:p>
          <a:endParaRPr lang="en-US"/>
        </a:p>
      </dgm:t>
    </dgm:pt>
    <dgm:pt modelId="{FE11AB09-FC68-4DE2-AEC8-FD283B3EDE7E}" type="sibTrans" cxnId="{346B4B70-490E-4786-8FE3-64DF67E8CF26}">
      <dgm:prSet/>
      <dgm:spPr/>
      <dgm:t>
        <a:bodyPr/>
        <a:lstStyle/>
        <a:p>
          <a:endParaRPr lang="en-US"/>
        </a:p>
      </dgm:t>
    </dgm:pt>
    <dgm:pt modelId="{73494C29-3757-49F7-AEB0-0D611B8189C1}">
      <dgm:prSet/>
      <dgm:spPr/>
      <dgm:t>
        <a:bodyPr/>
        <a:lstStyle/>
        <a:p>
          <a:r>
            <a:rPr lang="en-US"/>
            <a:t>Scientific Experiments</a:t>
          </a:r>
          <a:endParaRPr lang="en-US" dirty="0"/>
        </a:p>
      </dgm:t>
    </dgm:pt>
    <dgm:pt modelId="{1C90CF71-E805-48B8-9472-58083C2F9EDC}" type="parTrans" cxnId="{6CFBA4C3-0DD7-4738-937C-89396AD05671}">
      <dgm:prSet/>
      <dgm:spPr/>
      <dgm:t>
        <a:bodyPr/>
        <a:lstStyle/>
        <a:p>
          <a:endParaRPr lang="en-US"/>
        </a:p>
      </dgm:t>
    </dgm:pt>
    <dgm:pt modelId="{E87E7FEB-4EDE-4FCF-9852-54E5616B135D}" type="sibTrans" cxnId="{6CFBA4C3-0DD7-4738-937C-89396AD05671}">
      <dgm:prSet/>
      <dgm:spPr/>
      <dgm:t>
        <a:bodyPr/>
        <a:lstStyle/>
        <a:p>
          <a:endParaRPr lang="en-US"/>
        </a:p>
      </dgm:t>
    </dgm:pt>
    <dgm:pt modelId="{B8066887-3AA5-471D-BE7B-E32E4400CA32}">
      <dgm:prSet/>
      <dgm:spPr/>
      <dgm:t>
        <a:bodyPr/>
        <a:lstStyle/>
        <a:p>
          <a:r>
            <a:rPr lang="en-US"/>
            <a:t>The Replication Crisis</a:t>
          </a:r>
          <a:endParaRPr lang="en-US" dirty="0"/>
        </a:p>
      </dgm:t>
    </dgm:pt>
    <dgm:pt modelId="{07EF0B3C-0A5F-4E63-A290-43A1785F5A7C}" type="parTrans" cxnId="{7F9381FE-26AC-40F1-85E5-E445F39C4FCA}">
      <dgm:prSet/>
      <dgm:spPr/>
      <dgm:t>
        <a:bodyPr/>
        <a:lstStyle/>
        <a:p>
          <a:endParaRPr lang="en-US"/>
        </a:p>
      </dgm:t>
    </dgm:pt>
    <dgm:pt modelId="{49D6D017-2111-4734-8D87-BDC2E4107EFE}" type="sibTrans" cxnId="{7F9381FE-26AC-40F1-85E5-E445F39C4FCA}">
      <dgm:prSet/>
      <dgm:spPr/>
      <dgm:t>
        <a:bodyPr/>
        <a:lstStyle/>
        <a:p>
          <a:endParaRPr lang="en-US"/>
        </a:p>
      </dgm:t>
    </dgm:pt>
    <dgm:pt modelId="{8C219FA8-9A05-44E9-AB92-FBCA166E9F7A}" type="pres">
      <dgm:prSet presAssocID="{C5BF0DCA-F5AC-42D6-8CCB-6E356781CA4F}" presName="vert0" presStyleCnt="0">
        <dgm:presLayoutVars>
          <dgm:dir/>
          <dgm:animOne val="branch"/>
          <dgm:animLvl val="lvl"/>
        </dgm:presLayoutVars>
      </dgm:prSet>
      <dgm:spPr/>
    </dgm:pt>
    <dgm:pt modelId="{2CC2DABE-4886-467A-BF3A-BA96A336B0D4}" type="pres">
      <dgm:prSet presAssocID="{06A73A05-AD28-444B-A205-C89D5B60A6C7}" presName="thickLine" presStyleLbl="alignNode1" presStyleIdx="0" presStyleCnt="5"/>
      <dgm:spPr/>
    </dgm:pt>
    <dgm:pt modelId="{51DB600B-B652-4A65-ADFF-21E594BE388D}" type="pres">
      <dgm:prSet presAssocID="{06A73A05-AD28-444B-A205-C89D5B60A6C7}" presName="horz1" presStyleCnt="0"/>
      <dgm:spPr/>
    </dgm:pt>
    <dgm:pt modelId="{A3BAD83C-35A4-4CDF-8B7F-70FDB7BBE2BB}" type="pres">
      <dgm:prSet presAssocID="{06A73A05-AD28-444B-A205-C89D5B60A6C7}" presName="tx1" presStyleLbl="revTx" presStyleIdx="0" presStyleCnt="5"/>
      <dgm:spPr/>
    </dgm:pt>
    <dgm:pt modelId="{94F4E6C8-F79A-4F64-9907-FE9E9E3A8B24}" type="pres">
      <dgm:prSet presAssocID="{06A73A05-AD28-444B-A205-C89D5B60A6C7}" presName="vert1" presStyleCnt="0"/>
      <dgm:spPr/>
    </dgm:pt>
    <dgm:pt modelId="{7ABF046A-7872-44B5-BD6B-87DD7F16915F}" type="pres">
      <dgm:prSet presAssocID="{73494C29-3757-49F7-AEB0-0D611B8189C1}" presName="thickLine" presStyleLbl="alignNode1" presStyleIdx="1" presStyleCnt="5"/>
      <dgm:spPr/>
    </dgm:pt>
    <dgm:pt modelId="{D13DA83C-FE5A-44D9-9992-9ABA5C8F0607}" type="pres">
      <dgm:prSet presAssocID="{73494C29-3757-49F7-AEB0-0D611B8189C1}" presName="horz1" presStyleCnt="0"/>
      <dgm:spPr/>
    </dgm:pt>
    <dgm:pt modelId="{B6F8F0CA-931B-48B6-B652-8195FCB1573B}" type="pres">
      <dgm:prSet presAssocID="{73494C29-3757-49F7-AEB0-0D611B8189C1}" presName="tx1" presStyleLbl="revTx" presStyleIdx="1" presStyleCnt="5"/>
      <dgm:spPr/>
    </dgm:pt>
    <dgm:pt modelId="{B18706E1-B105-41AA-997F-F15C2FA3AF05}" type="pres">
      <dgm:prSet presAssocID="{73494C29-3757-49F7-AEB0-0D611B8189C1}" presName="vert1" presStyleCnt="0"/>
      <dgm:spPr/>
    </dgm:pt>
    <dgm:pt modelId="{DFC6D029-3BC9-4F06-BF14-C7728764B92E}" type="pres">
      <dgm:prSet presAssocID="{C4FDB08E-48B7-47C0-857F-5B3C6DFAFE48}" presName="thickLine" presStyleLbl="alignNode1" presStyleIdx="2" presStyleCnt="5"/>
      <dgm:spPr/>
    </dgm:pt>
    <dgm:pt modelId="{E1D8FDA7-8F59-46E5-A67F-12BDDAD8D300}" type="pres">
      <dgm:prSet presAssocID="{C4FDB08E-48B7-47C0-857F-5B3C6DFAFE48}" presName="horz1" presStyleCnt="0"/>
      <dgm:spPr/>
    </dgm:pt>
    <dgm:pt modelId="{7B6A7ECC-F35C-4836-9200-458E153AC7A6}" type="pres">
      <dgm:prSet presAssocID="{C4FDB08E-48B7-47C0-857F-5B3C6DFAFE48}" presName="tx1" presStyleLbl="revTx" presStyleIdx="2" presStyleCnt="5"/>
      <dgm:spPr/>
    </dgm:pt>
    <dgm:pt modelId="{C94E4C36-B802-4CA7-ACDA-A48DA7662DE0}" type="pres">
      <dgm:prSet presAssocID="{C4FDB08E-48B7-47C0-857F-5B3C6DFAFE48}" presName="vert1" presStyleCnt="0"/>
      <dgm:spPr/>
    </dgm:pt>
    <dgm:pt modelId="{C1E46B93-2B48-405C-9E75-80EFB7C8D4EB}" type="pres">
      <dgm:prSet presAssocID="{18D01162-84F9-420C-B192-0873592D23CB}" presName="thickLine" presStyleLbl="alignNode1" presStyleIdx="3" presStyleCnt="5"/>
      <dgm:spPr/>
    </dgm:pt>
    <dgm:pt modelId="{74A50D07-37C5-4159-A825-4EAF89F84E1D}" type="pres">
      <dgm:prSet presAssocID="{18D01162-84F9-420C-B192-0873592D23CB}" presName="horz1" presStyleCnt="0"/>
      <dgm:spPr/>
    </dgm:pt>
    <dgm:pt modelId="{4760F867-D7D7-485D-BB52-0D2A22CF20CB}" type="pres">
      <dgm:prSet presAssocID="{18D01162-84F9-420C-B192-0873592D23CB}" presName="tx1" presStyleLbl="revTx" presStyleIdx="3" presStyleCnt="5"/>
      <dgm:spPr/>
    </dgm:pt>
    <dgm:pt modelId="{9D21F98B-550D-45F3-8140-2FDB3825A422}" type="pres">
      <dgm:prSet presAssocID="{18D01162-84F9-420C-B192-0873592D23CB}" presName="vert1" presStyleCnt="0"/>
      <dgm:spPr/>
    </dgm:pt>
    <dgm:pt modelId="{F8D3B0C5-A082-4B20-8653-A159C627B4BF}" type="pres">
      <dgm:prSet presAssocID="{B8066887-3AA5-471D-BE7B-E32E4400CA32}" presName="thickLine" presStyleLbl="alignNode1" presStyleIdx="4" presStyleCnt="5"/>
      <dgm:spPr/>
    </dgm:pt>
    <dgm:pt modelId="{6F3E2E1A-5F15-4DF2-8B82-B3972270BA77}" type="pres">
      <dgm:prSet presAssocID="{B8066887-3AA5-471D-BE7B-E32E4400CA32}" presName="horz1" presStyleCnt="0"/>
      <dgm:spPr/>
    </dgm:pt>
    <dgm:pt modelId="{70199DB6-4B0B-4B11-85CE-CC037E738A93}" type="pres">
      <dgm:prSet presAssocID="{B8066887-3AA5-471D-BE7B-E32E4400CA32}" presName="tx1" presStyleLbl="revTx" presStyleIdx="4" presStyleCnt="5"/>
      <dgm:spPr/>
    </dgm:pt>
    <dgm:pt modelId="{B8FCF855-7AD8-49F8-ABBF-90E8CD8BF8D0}" type="pres">
      <dgm:prSet presAssocID="{B8066887-3AA5-471D-BE7B-E32E4400CA32}" presName="vert1" presStyleCnt="0"/>
      <dgm:spPr/>
    </dgm:pt>
  </dgm:ptLst>
  <dgm:cxnLst>
    <dgm:cxn modelId="{2CF1870D-EC7F-4BFB-8778-6A6FB3280BD2}" type="presOf" srcId="{C4FDB08E-48B7-47C0-857F-5B3C6DFAFE48}" destId="{7B6A7ECC-F35C-4836-9200-458E153AC7A6}" srcOrd="0" destOrd="0" presId="urn:microsoft.com/office/officeart/2008/layout/LinedList"/>
    <dgm:cxn modelId="{7797EB25-59AA-4BEF-9891-54AA41A429FD}" srcId="{C5BF0DCA-F5AC-42D6-8CCB-6E356781CA4F}" destId="{C4FDB08E-48B7-47C0-857F-5B3C6DFAFE48}" srcOrd="2" destOrd="0" parTransId="{CB1B42E5-9EE9-43C1-BE55-8DC475AB5BBF}" sibTransId="{60E03C5C-E75A-403C-9C09-C397A66B5EB5}"/>
    <dgm:cxn modelId="{16CB032F-B622-4460-A03F-80609FEDF3F6}" type="presOf" srcId="{06A73A05-AD28-444B-A205-C89D5B60A6C7}" destId="{A3BAD83C-35A4-4CDF-8B7F-70FDB7BBE2BB}" srcOrd="0" destOrd="0" presId="urn:microsoft.com/office/officeart/2008/layout/LinedList"/>
    <dgm:cxn modelId="{346B4B70-490E-4786-8FE3-64DF67E8CF26}" srcId="{C5BF0DCA-F5AC-42D6-8CCB-6E356781CA4F}" destId="{18D01162-84F9-420C-B192-0873592D23CB}" srcOrd="3" destOrd="0" parTransId="{E8DD6745-3CB6-4F87-A8A5-4B3C6C90B265}" sibTransId="{FE11AB09-FC68-4DE2-AEC8-FD283B3EDE7E}"/>
    <dgm:cxn modelId="{CCC4C37E-D991-4E1E-BAE3-4336EFF439C8}" type="presOf" srcId="{18D01162-84F9-420C-B192-0873592D23CB}" destId="{4760F867-D7D7-485D-BB52-0D2A22CF20CB}" srcOrd="0" destOrd="0" presId="urn:microsoft.com/office/officeart/2008/layout/LinedList"/>
    <dgm:cxn modelId="{DDCCA9A1-2A5E-4963-90E4-35BF6EF0D44D}" type="presOf" srcId="{C5BF0DCA-F5AC-42D6-8CCB-6E356781CA4F}" destId="{8C219FA8-9A05-44E9-AB92-FBCA166E9F7A}" srcOrd="0" destOrd="0" presId="urn:microsoft.com/office/officeart/2008/layout/LinedList"/>
    <dgm:cxn modelId="{2A5F83A5-79C6-4502-9060-1957889A7C25}" type="presOf" srcId="{B8066887-3AA5-471D-BE7B-E32E4400CA32}" destId="{70199DB6-4B0B-4B11-85CE-CC037E738A93}" srcOrd="0" destOrd="0" presId="urn:microsoft.com/office/officeart/2008/layout/LinedList"/>
    <dgm:cxn modelId="{6CFBA4C3-0DD7-4738-937C-89396AD05671}" srcId="{C5BF0DCA-F5AC-42D6-8CCB-6E356781CA4F}" destId="{73494C29-3757-49F7-AEB0-0D611B8189C1}" srcOrd="1" destOrd="0" parTransId="{1C90CF71-E805-48B8-9472-58083C2F9EDC}" sibTransId="{E87E7FEB-4EDE-4FCF-9852-54E5616B135D}"/>
    <dgm:cxn modelId="{58716ECC-4266-4650-9095-D64524EE5140}" srcId="{C5BF0DCA-F5AC-42D6-8CCB-6E356781CA4F}" destId="{06A73A05-AD28-444B-A205-C89D5B60A6C7}" srcOrd="0" destOrd="0" parTransId="{C56CC310-1142-4A59-9A54-A65BC93D6EFA}" sibTransId="{3D413E66-C324-4FF4-AB0B-962E2BEE8DB1}"/>
    <dgm:cxn modelId="{D28472F1-6D01-4895-AE10-781C14F61CA9}" type="presOf" srcId="{73494C29-3757-49F7-AEB0-0D611B8189C1}" destId="{B6F8F0CA-931B-48B6-B652-8195FCB1573B}" srcOrd="0" destOrd="0" presId="urn:microsoft.com/office/officeart/2008/layout/LinedList"/>
    <dgm:cxn modelId="{7F9381FE-26AC-40F1-85E5-E445F39C4FCA}" srcId="{C5BF0DCA-F5AC-42D6-8CCB-6E356781CA4F}" destId="{B8066887-3AA5-471D-BE7B-E32E4400CA32}" srcOrd="4" destOrd="0" parTransId="{07EF0B3C-0A5F-4E63-A290-43A1785F5A7C}" sibTransId="{49D6D017-2111-4734-8D87-BDC2E4107EFE}"/>
    <dgm:cxn modelId="{414913E9-74FD-41D1-A7FD-15C0377E2925}" type="presParOf" srcId="{8C219FA8-9A05-44E9-AB92-FBCA166E9F7A}" destId="{2CC2DABE-4886-467A-BF3A-BA96A336B0D4}" srcOrd="0" destOrd="0" presId="urn:microsoft.com/office/officeart/2008/layout/LinedList"/>
    <dgm:cxn modelId="{5BC38AE8-E116-4FF8-815C-C39069A224EC}" type="presParOf" srcId="{8C219FA8-9A05-44E9-AB92-FBCA166E9F7A}" destId="{51DB600B-B652-4A65-ADFF-21E594BE388D}" srcOrd="1" destOrd="0" presId="urn:microsoft.com/office/officeart/2008/layout/LinedList"/>
    <dgm:cxn modelId="{270A854F-BFE7-4FA4-BB12-6CC9948B55B6}" type="presParOf" srcId="{51DB600B-B652-4A65-ADFF-21E594BE388D}" destId="{A3BAD83C-35A4-4CDF-8B7F-70FDB7BBE2BB}" srcOrd="0" destOrd="0" presId="urn:microsoft.com/office/officeart/2008/layout/LinedList"/>
    <dgm:cxn modelId="{F00AF5A7-A9E0-4554-BB54-8E893BA8A9E7}" type="presParOf" srcId="{51DB600B-B652-4A65-ADFF-21E594BE388D}" destId="{94F4E6C8-F79A-4F64-9907-FE9E9E3A8B24}" srcOrd="1" destOrd="0" presId="urn:microsoft.com/office/officeart/2008/layout/LinedList"/>
    <dgm:cxn modelId="{A4CC5444-EDF8-4661-B620-81C8DFA0E78C}" type="presParOf" srcId="{8C219FA8-9A05-44E9-AB92-FBCA166E9F7A}" destId="{7ABF046A-7872-44B5-BD6B-87DD7F16915F}" srcOrd="2" destOrd="0" presId="urn:microsoft.com/office/officeart/2008/layout/LinedList"/>
    <dgm:cxn modelId="{B5B848C8-A372-454D-A81C-BB88038AD269}" type="presParOf" srcId="{8C219FA8-9A05-44E9-AB92-FBCA166E9F7A}" destId="{D13DA83C-FE5A-44D9-9992-9ABA5C8F0607}" srcOrd="3" destOrd="0" presId="urn:microsoft.com/office/officeart/2008/layout/LinedList"/>
    <dgm:cxn modelId="{F1CDB04F-706D-4568-81E5-7C676435C164}" type="presParOf" srcId="{D13DA83C-FE5A-44D9-9992-9ABA5C8F0607}" destId="{B6F8F0CA-931B-48B6-B652-8195FCB1573B}" srcOrd="0" destOrd="0" presId="urn:microsoft.com/office/officeart/2008/layout/LinedList"/>
    <dgm:cxn modelId="{45F42F78-693B-4C16-B4AA-313E22FD800F}" type="presParOf" srcId="{D13DA83C-FE5A-44D9-9992-9ABA5C8F0607}" destId="{B18706E1-B105-41AA-997F-F15C2FA3AF05}" srcOrd="1" destOrd="0" presId="urn:microsoft.com/office/officeart/2008/layout/LinedList"/>
    <dgm:cxn modelId="{81A42B6E-EA07-4942-82F5-8735F3604637}" type="presParOf" srcId="{8C219FA8-9A05-44E9-AB92-FBCA166E9F7A}" destId="{DFC6D029-3BC9-4F06-BF14-C7728764B92E}" srcOrd="4" destOrd="0" presId="urn:microsoft.com/office/officeart/2008/layout/LinedList"/>
    <dgm:cxn modelId="{39DC9AA2-40BF-45A4-8DBD-E485BBAD8924}" type="presParOf" srcId="{8C219FA8-9A05-44E9-AB92-FBCA166E9F7A}" destId="{E1D8FDA7-8F59-46E5-A67F-12BDDAD8D300}" srcOrd="5" destOrd="0" presId="urn:microsoft.com/office/officeart/2008/layout/LinedList"/>
    <dgm:cxn modelId="{C66CB633-D47C-4C7B-9FA0-B78F76D52E99}" type="presParOf" srcId="{E1D8FDA7-8F59-46E5-A67F-12BDDAD8D300}" destId="{7B6A7ECC-F35C-4836-9200-458E153AC7A6}" srcOrd="0" destOrd="0" presId="urn:microsoft.com/office/officeart/2008/layout/LinedList"/>
    <dgm:cxn modelId="{D68D2BFB-49F7-4407-9588-46DE1D2A2725}" type="presParOf" srcId="{E1D8FDA7-8F59-46E5-A67F-12BDDAD8D300}" destId="{C94E4C36-B802-4CA7-ACDA-A48DA7662DE0}" srcOrd="1" destOrd="0" presId="urn:microsoft.com/office/officeart/2008/layout/LinedList"/>
    <dgm:cxn modelId="{08209F60-929F-4BB0-9CA7-109BD3791177}" type="presParOf" srcId="{8C219FA8-9A05-44E9-AB92-FBCA166E9F7A}" destId="{C1E46B93-2B48-405C-9E75-80EFB7C8D4EB}" srcOrd="6" destOrd="0" presId="urn:microsoft.com/office/officeart/2008/layout/LinedList"/>
    <dgm:cxn modelId="{8736AEF3-158C-4FF0-AF58-BA07A5E14B3F}" type="presParOf" srcId="{8C219FA8-9A05-44E9-AB92-FBCA166E9F7A}" destId="{74A50D07-37C5-4159-A825-4EAF89F84E1D}" srcOrd="7" destOrd="0" presId="urn:microsoft.com/office/officeart/2008/layout/LinedList"/>
    <dgm:cxn modelId="{86BD9C19-56F9-48A5-94B7-ABE1A7E185B1}" type="presParOf" srcId="{74A50D07-37C5-4159-A825-4EAF89F84E1D}" destId="{4760F867-D7D7-485D-BB52-0D2A22CF20CB}" srcOrd="0" destOrd="0" presId="urn:microsoft.com/office/officeart/2008/layout/LinedList"/>
    <dgm:cxn modelId="{9574B9C7-B9B1-4ACD-B4F7-B3E7E36FCD1B}" type="presParOf" srcId="{74A50D07-37C5-4159-A825-4EAF89F84E1D}" destId="{9D21F98B-550D-45F3-8140-2FDB3825A422}" srcOrd="1" destOrd="0" presId="urn:microsoft.com/office/officeart/2008/layout/LinedList"/>
    <dgm:cxn modelId="{FD205FE5-44E5-4C0F-B783-68746DC21031}" type="presParOf" srcId="{8C219FA8-9A05-44E9-AB92-FBCA166E9F7A}" destId="{F8D3B0C5-A082-4B20-8653-A159C627B4BF}" srcOrd="8" destOrd="0" presId="urn:microsoft.com/office/officeart/2008/layout/LinedList"/>
    <dgm:cxn modelId="{3EAB8655-BA91-468D-BB51-68B95561CA34}" type="presParOf" srcId="{8C219FA8-9A05-44E9-AB92-FBCA166E9F7A}" destId="{6F3E2E1A-5F15-4DF2-8B82-B3972270BA77}" srcOrd="9" destOrd="0" presId="urn:microsoft.com/office/officeart/2008/layout/LinedList"/>
    <dgm:cxn modelId="{9FA15FAA-3260-43CF-B95C-70E0F447574A}" type="presParOf" srcId="{6F3E2E1A-5F15-4DF2-8B82-B3972270BA77}" destId="{70199DB6-4B0B-4B11-85CE-CC037E738A93}" srcOrd="0" destOrd="0" presId="urn:microsoft.com/office/officeart/2008/layout/LinedList"/>
    <dgm:cxn modelId="{07F07A69-4B8D-4C6A-80C9-D06AE1C1EF69}" type="presParOf" srcId="{6F3E2E1A-5F15-4DF2-8B82-B3972270BA77}" destId="{B8FCF855-7AD8-49F8-ABBF-90E8CD8BF8D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73D854C-9BB2-426A-BC46-415EFD5C31D6}" type="doc">
      <dgm:prSet loTypeId="urn:microsoft.com/office/officeart/2016/7/layout/ChevronBlockProcess" loCatId="process" qsTypeId="urn:microsoft.com/office/officeart/2005/8/quickstyle/simple1" qsCatId="simple" csTypeId="urn:microsoft.com/office/officeart/2005/8/colors/accent6_2" csCatId="accent6" phldr="1"/>
      <dgm:spPr/>
      <dgm:t>
        <a:bodyPr/>
        <a:lstStyle/>
        <a:p>
          <a:endParaRPr lang="en-US"/>
        </a:p>
      </dgm:t>
    </dgm:pt>
    <dgm:pt modelId="{2F6139EB-82EB-43BD-B1FD-979C24735846}">
      <dgm:prSet/>
      <dgm:spPr/>
      <dgm:t>
        <a:bodyPr/>
        <a:lstStyle/>
        <a:p>
          <a:r>
            <a:rPr lang="en-US" dirty="0"/>
            <a:t>Step 1</a:t>
          </a:r>
        </a:p>
      </dgm:t>
    </dgm:pt>
    <dgm:pt modelId="{DB051707-76CD-4333-8927-6F1F5DF2206A}" type="parTrans" cxnId="{03525432-482D-4A21-BD21-A3A85DEBE8DF}">
      <dgm:prSet/>
      <dgm:spPr/>
      <dgm:t>
        <a:bodyPr/>
        <a:lstStyle/>
        <a:p>
          <a:endParaRPr lang="en-US"/>
        </a:p>
      </dgm:t>
    </dgm:pt>
    <dgm:pt modelId="{6EA87E18-379B-43AA-A6AA-1CC31F754016}" type="sibTrans" cxnId="{03525432-482D-4A21-BD21-A3A85DEBE8DF}">
      <dgm:prSet/>
      <dgm:spPr/>
      <dgm:t>
        <a:bodyPr/>
        <a:lstStyle/>
        <a:p>
          <a:endParaRPr lang="en-US"/>
        </a:p>
      </dgm:t>
    </dgm:pt>
    <dgm:pt modelId="{A26DD0C6-0530-44AF-B720-FB66FFA93BD4}">
      <dgm:prSet/>
      <dgm:spPr/>
      <dgm:t>
        <a:bodyPr/>
        <a:lstStyle/>
        <a:p>
          <a:r>
            <a:rPr lang="en-US"/>
            <a:t>Make your predictions (hypotheses)</a:t>
          </a:r>
          <a:endParaRPr lang="en-US" dirty="0"/>
        </a:p>
      </dgm:t>
    </dgm:pt>
    <dgm:pt modelId="{16EDF628-53CA-4732-9C14-CE09D4379B32}" type="parTrans" cxnId="{0E509783-44EE-4F93-A32A-A20616765BE4}">
      <dgm:prSet/>
      <dgm:spPr/>
      <dgm:t>
        <a:bodyPr/>
        <a:lstStyle/>
        <a:p>
          <a:endParaRPr lang="en-US"/>
        </a:p>
      </dgm:t>
    </dgm:pt>
    <dgm:pt modelId="{CE7C62AB-0D08-4E42-B066-034BD9B1FC5E}" type="sibTrans" cxnId="{0E509783-44EE-4F93-A32A-A20616765BE4}">
      <dgm:prSet/>
      <dgm:spPr/>
      <dgm:t>
        <a:bodyPr/>
        <a:lstStyle/>
        <a:p>
          <a:endParaRPr lang="en-US"/>
        </a:p>
      </dgm:t>
    </dgm:pt>
    <dgm:pt modelId="{0948956F-39D5-4BC9-B744-1403C21AB4CB}">
      <dgm:prSet/>
      <dgm:spPr/>
      <dgm:t>
        <a:bodyPr/>
        <a:lstStyle/>
        <a:p>
          <a:r>
            <a:rPr lang="en-US"/>
            <a:t>Step 2</a:t>
          </a:r>
        </a:p>
      </dgm:t>
    </dgm:pt>
    <dgm:pt modelId="{101C1F59-361A-4359-AC95-82E9FCEEDCEA}" type="parTrans" cxnId="{BBC6D618-F349-4670-9839-D7589D8B3F5A}">
      <dgm:prSet/>
      <dgm:spPr/>
      <dgm:t>
        <a:bodyPr/>
        <a:lstStyle/>
        <a:p>
          <a:endParaRPr lang="en-US"/>
        </a:p>
      </dgm:t>
    </dgm:pt>
    <dgm:pt modelId="{450A4986-F7EA-4377-AF27-54EE1E61861B}" type="sibTrans" cxnId="{BBC6D618-F349-4670-9839-D7589D8B3F5A}">
      <dgm:prSet/>
      <dgm:spPr/>
      <dgm:t>
        <a:bodyPr/>
        <a:lstStyle/>
        <a:p>
          <a:endParaRPr lang="en-US"/>
        </a:p>
      </dgm:t>
    </dgm:pt>
    <dgm:pt modelId="{8BAD0E90-4DA0-4DB3-B6F6-3922E2118229}">
      <dgm:prSet/>
      <dgm:spPr/>
      <dgm:t>
        <a:bodyPr/>
        <a:lstStyle/>
        <a:p>
          <a:r>
            <a:rPr lang="en-US"/>
            <a:t>Define your variables and how you will measure them</a:t>
          </a:r>
          <a:endParaRPr lang="en-US" dirty="0"/>
        </a:p>
      </dgm:t>
    </dgm:pt>
    <dgm:pt modelId="{495C94D1-8FAC-40F6-876E-AA4DC0F2D8C8}" type="parTrans" cxnId="{32BD9035-EC2B-48EE-9FDC-FDF17E698759}">
      <dgm:prSet/>
      <dgm:spPr/>
      <dgm:t>
        <a:bodyPr/>
        <a:lstStyle/>
        <a:p>
          <a:endParaRPr lang="en-US"/>
        </a:p>
      </dgm:t>
    </dgm:pt>
    <dgm:pt modelId="{706E9F57-B77D-498A-8D54-A747DA67E8DC}" type="sibTrans" cxnId="{32BD9035-EC2B-48EE-9FDC-FDF17E698759}">
      <dgm:prSet/>
      <dgm:spPr/>
      <dgm:t>
        <a:bodyPr/>
        <a:lstStyle/>
        <a:p>
          <a:endParaRPr lang="en-US"/>
        </a:p>
      </dgm:t>
    </dgm:pt>
    <dgm:pt modelId="{78F2BB04-C987-4D06-8082-7294336BE545}">
      <dgm:prSet/>
      <dgm:spPr/>
      <dgm:t>
        <a:bodyPr/>
        <a:lstStyle/>
        <a:p>
          <a:r>
            <a:rPr lang="en-US"/>
            <a:t>Step 3</a:t>
          </a:r>
        </a:p>
      </dgm:t>
    </dgm:pt>
    <dgm:pt modelId="{66D2A22D-60BF-4D8C-A718-F675CA9D95D5}" type="parTrans" cxnId="{C81BC67A-D809-452A-A05B-6BCA0716B853}">
      <dgm:prSet/>
      <dgm:spPr/>
      <dgm:t>
        <a:bodyPr/>
        <a:lstStyle/>
        <a:p>
          <a:endParaRPr lang="en-US"/>
        </a:p>
      </dgm:t>
    </dgm:pt>
    <dgm:pt modelId="{61D709F0-DD70-4387-A719-6D2E39ED8F44}" type="sibTrans" cxnId="{C81BC67A-D809-452A-A05B-6BCA0716B853}">
      <dgm:prSet/>
      <dgm:spPr/>
      <dgm:t>
        <a:bodyPr/>
        <a:lstStyle/>
        <a:p>
          <a:endParaRPr lang="en-US"/>
        </a:p>
      </dgm:t>
    </dgm:pt>
    <dgm:pt modelId="{482D9154-8A67-4083-B6D2-0A9F0E88AE76}">
      <dgm:prSet/>
      <dgm:spPr/>
      <dgm:t>
        <a:bodyPr/>
        <a:lstStyle/>
        <a:p>
          <a:r>
            <a:rPr lang="en-US"/>
            <a:t>Design the experiment and how you will avoid biases</a:t>
          </a:r>
          <a:endParaRPr lang="en-US" dirty="0"/>
        </a:p>
      </dgm:t>
    </dgm:pt>
    <dgm:pt modelId="{5D5A325A-9345-4CCE-A15D-310D6EB47D89}" type="parTrans" cxnId="{9F53A18F-0637-43D1-9CDC-85B0AF3302AA}">
      <dgm:prSet/>
      <dgm:spPr/>
      <dgm:t>
        <a:bodyPr/>
        <a:lstStyle/>
        <a:p>
          <a:endParaRPr lang="en-US"/>
        </a:p>
      </dgm:t>
    </dgm:pt>
    <dgm:pt modelId="{1692304A-E443-41BD-A993-E87371939DD1}" type="sibTrans" cxnId="{9F53A18F-0637-43D1-9CDC-85B0AF3302AA}">
      <dgm:prSet/>
      <dgm:spPr/>
      <dgm:t>
        <a:bodyPr/>
        <a:lstStyle/>
        <a:p>
          <a:endParaRPr lang="en-US"/>
        </a:p>
      </dgm:t>
    </dgm:pt>
    <dgm:pt modelId="{DEFC04EE-EE8E-4F95-A4B2-0CBED722CEA3}">
      <dgm:prSet/>
      <dgm:spPr/>
      <dgm:t>
        <a:bodyPr/>
        <a:lstStyle/>
        <a:p>
          <a:r>
            <a:rPr lang="en-US"/>
            <a:t>Step 4</a:t>
          </a:r>
        </a:p>
      </dgm:t>
    </dgm:pt>
    <dgm:pt modelId="{27134653-1D12-47A0-BBDA-25D57B2166B8}" type="parTrans" cxnId="{03A5B48B-551A-42BF-80F4-D3311DD08E29}">
      <dgm:prSet/>
      <dgm:spPr/>
      <dgm:t>
        <a:bodyPr/>
        <a:lstStyle/>
        <a:p>
          <a:endParaRPr lang="en-US"/>
        </a:p>
      </dgm:t>
    </dgm:pt>
    <dgm:pt modelId="{D21C4EFD-2CA2-43C8-BC21-8D4249FC54A3}" type="sibTrans" cxnId="{03A5B48B-551A-42BF-80F4-D3311DD08E29}">
      <dgm:prSet/>
      <dgm:spPr/>
      <dgm:t>
        <a:bodyPr/>
        <a:lstStyle/>
        <a:p>
          <a:endParaRPr lang="en-US"/>
        </a:p>
      </dgm:t>
    </dgm:pt>
    <dgm:pt modelId="{F8F95AD4-A935-4A6E-A2CC-7E8807C500F0}">
      <dgm:prSet/>
      <dgm:spPr/>
      <dgm:t>
        <a:bodyPr/>
        <a:lstStyle/>
        <a:p>
          <a:r>
            <a:rPr lang="en-US"/>
            <a:t>Gather your participants</a:t>
          </a:r>
          <a:endParaRPr lang="en-US" dirty="0"/>
        </a:p>
      </dgm:t>
    </dgm:pt>
    <dgm:pt modelId="{6D535C10-78BE-47C4-9B08-123640D531A4}" type="parTrans" cxnId="{55413E56-D95C-48A6-BD9F-75CC39991F8A}">
      <dgm:prSet/>
      <dgm:spPr/>
      <dgm:t>
        <a:bodyPr/>
        <a:lstStyle/>
        <a:p>
          <a:endParaRPr lang="en-US"/>
        </a:p>
      </dgm:t>
    </dgm:pt>
    <dgm:pt modelId="{DABA549F-7FEA-41BD-94CE-D35301E1FFAD}" type="sibTrans" cxnId="{55413E56-D95C-48A6-BD9F-75CC39991F8A}">
      <dgm:prSet/>
      <dgm:spPr/>
      <dgm:t>
        <a:bodyPr/>
        <a:lstStyle/>
        <a:p>
          <a:endParaRPr lang="en-US"/>
        </a:p>
      </dgm:t>
    </dgm:pt>
    <dgm:pt modelId="{AC3B4142-BEC8-41AC-903A-9A4D4DFF638D}">
      <dgm:prSet/>
      <dgm:spPr/>
      <dgm:t>
        <a:bodyPr/>
        <a:lstStyle/>
        <a:p>
          <a:r>
            <a:rPr lang="en-US"/>
            <a:t>Step 5</a:t>
          </a:r>
        </a:p>
      </dgm:t>
    </dgm:pt>
    <dgm:pt modelId="{1B7F637F-DC6D-436F-9CDD-C954564153C2}" type="parTrans" cxnId="{D3483A96-3CC1-48FE-8BAC-240B8CEB9EF8}">
      <dgm:prSet/>
      <dgm:spPr/>
      <dgm:t>
        <a:bodyPr/>
        <a:lstStyle/>
        <a:p>
          <a:endParaRPr lang="en-US"/>
        </a:p>
      </dgm:t>
    </dgm:pt>
    <dgm:pt modelId="{400F845C-7772-4642-ABE8-A5E8E98DA86A}" type="sibTrans" cxnId="{D3483A96-3CC1-48FE-8BAC-240B8CEB9EF8}">
      <dgm:prSet/>
      <dgm:spPr/>
      <dgm:t>
        <a:bodyPr/>
        <a:lstStyle/>
        <a:p>
          <a:endParaRPr lang="en-US"/>
        </a:p>
      </dgm:t>
    </dgm:pt>
    <dgm:pt modelId="{E16D8207-32E3-4E09-B8C6-3F7D8D8BBA16}">
      <dgm:prSet/>
      <dgm:spPr/>
      <dgm:t>
        <a:bodyPr/>
        <a:lstStyle/>
        <a:p>
          <a:r>
            <a:rPr lang="en-US"/>
            <a:t>Collect and analyze the data</a:t>
          </a:r>
          <a:endParaRPr lang="en-US" dirty="0"/>
        </a:p>
      </dgm:t>
    </dgm:pt>
    <dgm:pt modelId="{FA019668-BE08-4C6D-AEE3-12F3B549CFB6}" type="parTrans" cxnId="{B4117B30-E627-4E18-BED9-54443139F6C1}">
      <dgm:prSet/>
      <dgm:spPr/>
      <dgm:t>
        <a:bodyPr/>
        <a:lstStyle/>
        <a:p>
          <a:endParaRPr lang="en-US"/>
        </a:p>
      </dgm:t>
    </dgm:pt>
    <dgm:pt modelId="{A4F4F199-5EB9-4C88-8404-542A67F873E1}" type="sibTrans" cxnId="{B4117B30-E627-4E18-BED9-54443139F6C1}">
      <dgm:prSet/>
      <dgm:spPr/>
      <dgm:t>
        <a:bodyPr/>
        <a:lstStyle/>
        <a:p>
          <a:endParaRPr lang="en-US"/>
        </a:p>
      </dgm:t>
    </dgm:pt>
    <dgm:pt modelId="{C9FA30A4-FF1D-4A82-A2EA-8F121E0F500D}">
      <dgm:prSet/>
      <dgm:spPr/>
      <dgm:t>
        <a:bodyPr/>
        <a:lstStyle/>
        <a:p>
          <a:r>
            <a:rPr lang="en-US"/>
            <a:t>Step 6</a:t>
          </a:r>
        </a:p>
      </dgm:t>
    </dgm:pt>
    <dgm:pt modelId="{B78198CB-14DA-4A66-8965-749DEEF8400A}" type="parTrans" cxnId="{DCF71F2D-9DB2-46DE-9E75-8E19ADABE5EC}">
      <dgm:prSet/>
      <dgm:spPr/>
      <dgm:t>
        <a:bodyPr/>
        <a:lstStyle/>
        <a:p>
          <a:endParaRPr lang="en-US"/>
        </a:p>
      </dgm:t>
    </dgm:pt>
    <dgm:pt modelId="{C81A1920-BFA9-4B95-BC66-2658D57028D6}" type="sibTrans" cxnId="{DCF71F2D-9DB2-46DE-9E75-8E19ADABE5EC}">
      <dgm:prSet/>
      <dgm:spPr/>
      <dgm:t>
        <a:bodyPr/>
        <a:lstStyle/>
        <a:p>
          <a:endParaRPr lang="en-US"/>
        </a:p>
      </dgm:t>
    </dgm:pt>
    <dgm:pt modelId="{3705132C-BB6D-4CAE-98A3-35AED49871A7}">
      <dgm:prSet/>
      <dgm:spPr/>
      <dgm:t>
        <a:bodyPr/>
        <a:lstStyle/>
        <a:p>
          <a:r>
            <a:rPr lang="en-US"/>
            <a:t>Report your results</a:t>
          </a:r>
          <a:endParaRPr lang="en-US" dirty="0"/>
        </a:p>
      </dgm:t>
    </dgm:pt>
    <dgm:pt modelId="{4EB5B0CD-1F28-4486-B37A-48037E98D833}" type="parTrans" cxnId="{641BC0A7-FF22-4B5A-BC3D-2191AF7861A1}">
      <dgm:prSet/>
      <dgm:spPr/>
      <dgm:t>
        <a:bodyPr/>
        <a:lstStyle/>
        <a:p>
          <a:endParaRPr lang="en-US"/>
        </a:p>
      </dgm:t>
    </dgm:pt>
    <dgm:pt modelId="{5E833742-9048-4B25-A8A9-E8FCB41C88D2}" type="sibTrans" cxnId="{641BC0A7-FF22-4B5A-BC3D-2191AF7861A1}">
      <dgm:prSet/>
      <dgm:spPr/>
      <dgm:t>
        <a:bodyPr/>
        <a:lstStyle/>
        <a:p>
          <a:endParaRPr lang="en-US"/>
        </a:p>
      </dgm:t>
    </dgm:pt>
    <dgm:pt modelId="{B66B0D05-3C6A-40F6-9F3B-4ED74523E572}" type="pres">
      <dgm:prSet presAssocID="{073D854C-9BB2-426A-BC46-415EFD5C31D6}" presName="Name0" presStyleCnt="0">
        <dgm:presLayoutVars>
          <dgm:dir/>
          <dgm:animLvl val="lvl"/>
          <dgm:resizeHandles val="exact"/>
        </dgm:presLayoutVars>
      </dgm:prSet>
      <dgm:spPr/>
    </dgm:pt>
    <dgm:pt modelId="{A15F5C6B-E1AE-413B-A70A-09B20F4B1D59}" type="pres">
      <dgm:prSet presAssocID="{2F6139EB-82EB-43BD-B1FD-979C24735846}" presName="composite" presStyleCnt="0"/>
      <dgm:spPr/>
    </dgm:pt>
    <dgm:pt modelId="{9187DD29-4993-4607-8F30-DCAD94799EE1}" type="pres">
      <dgm:prSet presAssocID="{2F6139EB-82EB-43BD-B1FD-979C24735846}" presName="parTx" presStyleLbl="alignNode1" presStyleIdx="0" presStyleCnt="6">
        <dgm:presLayoutVars>
          <dgm:chMax val="0"/>
          <dgm:chPref val="0"/>
        </dgm:presLayoutVars>
      </dgm:prSet>
      <dgm:spPr/>
    </dgm:pt>
    <dgm:pt modelId="{35A4A72F-51C3-466F-9CC4-2586E390AD9D}" type="pres">
      <dgm:prSet presAssocID="{2F6139EB-82EB-43BD-B1FD-979C24735846}" presName="desTx" presStyleLbl="alignAccFollowNode1" presStyleIdx="0" presStyleCnt="6">
        <dgm:presLayoutVars/>
      </dgm:prSet>
      <dgm:spPr/>
    </dgm:pt>
    <dgm:pt modelId="{917238A3-FD46-4179-8720-E0174922320F}" type="pres">
      <dgm:prSet presAssocID="{6EA87E18-379B-43AA-A6AA-1CC31F754016}" presName="space" presStyleCnt="0"/>
      <dgm:spPr/>
    </dgm:pt>
    <dgm:pt modelId="{0FAC8ACB-2AC0-4402-AB33-D82CB0DB641B}" type="pres">
      <dgm:prSet presAssocID="{0948956F-39D5-4BC9-B744-1403C21AB4CB}" presName="composite" presStyleCnt="0"/>
      <dgm:spPr/>
    </dgm:pt>
    <dgm:pt modelId="{52B8CD71-C990-40B4-ABC7-02A5940FC7BA}" type="pres">
      <dgm:prSet presAssocID="{0948956F-39D5-4BC9-B744-1403C21AB4CB}" presName="parTx" presStyleLbl="alignNode1" presStyleIdx="1" presStyleCnt="6">
        <dgm:presLayoutVars>
          <dgm:chMax val="0"/>
          <dgm:chPref val="0"/>
        </dgm:presLayoutVars>
      </dgm:prSet>
      <dgm:spPr/>
    </dgm:pt>
    <dgm:pt modelId="{FB71B3B3-7A22-427C-9235-59A1C62031EF}" type="pres">
      <dgm:prSet presAssocID="{0948956F-39D5-4BC9-B744-1403C21AB4CB}" presName="desTx" presStyleLbl="alignAccFollowNode1" presStyleIdx="1" presStyleCnt="6">
        <dgm:presLayoutVars/>
      </dgm:prSet>
      <dgm:spPr/>
    </dgm:pt>
    <dgm:pt modelId="{9367A554-76F5-4E67-BC01-B142AC2192A2}" type="pres">
      <dgm:prSet presAssocID="{450A4986-F7EA-4377-AF27-54EE1E61861B}" presName="space" presStyleCnt="0"/>
      <dgm:spPr/>
    </dgm:pt>
    <dgm:pt modelId="{E41DB298-CA3A-4B43-AD86-D308B702AAE2}" type="pres">
      <dgm:prSet presAssocID="{78F2BB04-C987-4D06-8082-7294336BE545}" presName="composite" presStyleCnt="0"/>
      <dgm:spPr/>
    </dgm:pt>
    <dgm:pt modelId="{CBAF033C-6312-4E02-A9CF-FAB87A478974}" type="pres">
      <dgm:prSet presAssocID="{78F2BB04-C987-4D06-8082-7294336BE545}" presName="parTx" presStyleLbl="alignNode1" presStyleIdx="2" presStyleCnt="6">
        <dgm:presLayoutVars>
          <dgm:chMax val="0"/>
          <dgm:chPref val="0"/>
        </dgm:presLayoutVars>
      </dgm:prSet>
      <dgm:spPr/>
    </dgm:pt>
    <dgm:pt modelId="{E45BA9B6-0F28-4029-977B-B413162420C4}" type="pres">
      <dgm:prSet presAssocID="{78F2BB04-C987-4D06-8082-7294336BE545}" presName="desTx" presStyleLbl="alignAccFollowNode1" presStyleIdx="2" presStyleCnt="6">
        <dgm:presLayoutVars/>
      </dgm:prSet>
      <dgm:spPr/>
    </dgm:pt>
    <dgm:pt modelId="{574DE2BE-B024-42AC-A94A-B2159A8368BC}" type="pres">
      <dgm:prSet presAssocID="{61D709F0-DD70-4387-A719-6D2E39ED8F44}" presName="space" presStyleCnt="0"/>
      <dgm:spPr/>
    </dgm:pt>
    <dgm:pt modelId="{450624DE-95B3-47EA-A83E-682AD88E2923}" type="pres">
      <dgm:prSet presAssocID="{DEFC04EE-EE8E-4F95-A4B2-0CBED722CEA3}" presName="composite" presStyleCnt="0"/>
      <dgm:spPr/>
    </dgm:pt>
    <dgm:pt modelId="{045BF1E8-2EB1-4238-BDAD-1EC220485D26}" type="pres">
      <dgm:prSet presAssocID="{DEFC04EE-EE8E-4F95-A4B2-0CBED722CEA3}" presName="parTx" presStyleLbl="alignNode1" presStyleIdx="3" presStyleCnt="6">
        <dgm:presLayoutVars>
          <dgm:chMax val="0"/>
          <dgm:chPref val="0"/>
        </dgm:presLayoutVars>
      </dgm:prSet>
      <dgm:spPr/>
    </dgm:pt>
    <dgm:pt modelId="{0741F743-6DD2-42EE-A07F-813B980DC725}" type="pres">
      <dgm:prSet presAssocID="{DEFC04EE-EE8E-4F95-A4B2-0CBED722CEA3}" presName="desTx" presStyleLbl="alignAccFollowNode1" presStyleIdx="3" presStyleCnt="6">
        <dgm:presLayoutVars/>
      </dgm:prSet>
      <dgm:spPr/>
    </dgm:pt>
    <dgm:pt modelId="{8E475645-C4DD-42C6-ABB5-1A30C5BA9E71}" type="pres">
      <dgm:prSet presAssocID="{D21C4EFD-2CA2-43C8-BC21-8D4249FC54A3}" presName="space" presStyleCnt="0"/>
      <dgm:spPr/>
    </dgm:pt>
    <dgm:pt modelId="{DE5120D2-5A26-4057-8C59-D39A38EAB88F}" type="pres">
      <dgm:prSet presAssocID="{AC3B4142-BEC8-41AC-903A-9A4D4DFF638D}" presName="composite" presStyleCnt="0"/>
      <dgm:spPr/>
    </dgm:pt>
    <dgm:pt modelId="{68039CFF-AE78-4222-A1BD-2B5EA04C9378}" type="pres">
      <dgm:prSet presAssocID="{AC3B4142-BEC8-41AC-903A-9A4D4DFF638D}" presName="parTx" presStyleLbl="alignNode1" presStyleIdx="4" presStyleCnt="6">
        <dgm:presLayoutVars>
          <dgm:chMax val="0"/>
          <dgm:chPref val="0"/>
        </dgm:presLayoutVars>
      </dgm:prSet>
      <dgm:spPr/>
    </dgm:pt>
    <dgm:pt modelId="{198DB194-B343-4942-AD2D-4E0DDF060943}" type="pres">
      <dgm:prSet presAssocID="{AC3B4142-BEC8-41AC-903A-9A4D4DFF638D}" presName="desTx" presStyleLbl="alignAccFollowNode1" presStyleIdx="4" presStyleCnt="6">
        <dgm:presLayoutVars/>
      </dgm:prSet>
      <dgm:spPr/>
    </dgm:pt>
    <dgm:pt modelId="{3B6A44E0-2A60-430D-BC9D-F35E047D5698}" type="pres">
      <dgm:prSet presAssocID="{400F845C-7772-4642-ABE8-A5E8E98DA86A}" presName="space" presStyleCnt="0"/>
      <dgm:spPr/>
    </dgm:pt>
    <dgm:pt modelId="{F0F6F829-FF98-4AE5-A5EA-8A2B9C27E434}" type="pres">
      <dgm:prSet presAssocID="{C9FA30A4-FF1D-4A82-A2EA-8F121E0F500D}" presName="composite" presStyleCnt="0"/>
      <dgm:spPr/>
    </dgm:pt>
    <dgm:pt modelId="{81269647-A464-4FF8-B4E2-3C3FAEC487EC}" type="pres">
      <dgm:prSet presAssocID="{C9FA30A4-FF1D-4A82-A2EA-8F121E0F500D}" presName="parTx" presStyleLbl="alignNode1" presStyleIdx="5" presStyleCnt="6">
        <dgm:presLayoutVars>
          <dgm:chMax val="0"/>
          <dgm:chPref val="0"/>
        </dgm:presLayoutVars>
      </dgm:prSet>
      <dgm:spPr/>
    </dgm:pt>
    <dgm:pt modelId="{BF59F408-6BB0-4C3C-BEEF-48A2F9008EDF}" type="pres">
      <dgm:prSet presAssocID="{C9FA30A4-FF1D-4A82-A2EA-8F121E0F500D}" presName="desTx" presStyleLbl="alignAccFollowNode1" presStyleIdx="5" presStyleCnt="6">
        <dgm:presLayoutVars/>
      </dgm:prSet>
      <dgm:spPr/>
    </dgm:pt>
  </dgm:ptLst>
  <dgm:cxnLst>
    <dgm:cxn modelId="{CFB3D908-EC3E-46D1-846C-7695363ECE6F}" type="presOf" srcId="{78F2BB04-C987-4D06-8082-7294336BE545}" destId="{CBAF033C-6312-4E02-A9CF-FAB87A478974}" srcOrd="0" destOrd="0" presId="urn:microsoft.com/office/officeart/2016/7/layout/ChevronBlockProcess"/>
    <dgm:cxn modelId="{55265118-F759-4CF4-BDBA-DB1CE7F2FBBA}" type="presOf" srcId="{E16D8207-32E3-4E09-B8C6-3F7D8D8BBA16}" destId="{198DB194-B343-4942-AD2D-4E0DDF060943}" srcOrd="0" destOrd="0" presId="urn:microsoft.com/office/officeart/2016/7/layout/ChevronBlockProcess"/>
    <dgm:cxn modelId="{BBC6D618-F349-4670-9839-D7589D8B3F5A}" srcId="{073D854C-9BB2-426A-BC46-415EFD5C31D6}" destId="{0948956F-39D5-4BC9-B744-1403C21AB4CB}" srcOrd="1" destOrd="0" parTransId="{101C1F59-361A-4359-AC95-82E9FCEEDCEA}" sibTransId="{450A4986-F7EA-4377-AF27-54EE1E61861B}"/>
    <dgm:cxn modelId="{13957121-D4C9-4F48-9578-F74F6AFBF6A4}" type="presOf" srcId="{482D9154-8A67-4083-B6D2-0A9F0E88AE76}" destId="{E45BA9B6-0F28-4029-977B-B413162420C4}" srcOrd="0" destOrd="0" presId="urn:microsoft.com/office/officeart/2016/7/layout/ChevronBlockProcess"/>
    <dgm:cxn modelId="{DCF71F2D-9DB2-46DE-9E75-8E19ADABE5EC}" srcId="{073D854C-9BB2-426A-BC46-415EFD5C31D6}" destId="{C9FA30A4-FF1D-4A82-A2EA-8F121E0F500D}" srcOrd="5" destOrd="0" parTransId="{B78198CB-14DA-4A66-8965-749DEEF8400A}" sibTransId="{C81A1920-BFA9-4B95-BC66-2658D57028D6}"/>
    <dgm:cxn modelId="{B4117B30-E627-4E18-BED9-54443139F6C1}" srcId="{AC3B4142-BEC8-41AC-903A-9A4D4DFF638D}" destId="{E16D8207-32E3-4E09-B8C6-3F7D8D8BBA16}" srcOrd="0" destOrd="0" parTransId="{FA019668-BE08-4C6D-AEE3-12F3B549CFB6}" sibTransId="{A4F4F199-5EB9-4C88-8404-542A67F873E1}"/>
    <dgm:cxn modelId="{03525432-482D-4A21-BD21-A3A85DEBE8DF}" srcId="{073D854C-9BB2-426A-BC46-415EFD5C31D6}" destId="{2F6139EB-82EB-43BD-B1FD-979C24735846}" srcOrd="0" destOrd="0" parTransId="{DB051707-76CD-4333-8927-6F1F5DF2206A}" sibTransId="{6EA87E18-379B-43AA-A6AA-1CC31F754016}"/>
    <dgm:cxn modelId="{694B9834-FDE8-45F4-9529-061FAA91CE7D}" type="presOf" srcId="{DEFC04EE-EE8E-4F95-A4B2-0CBED722CEA3}" destId="{045BF1E8-2EB1-4238-BDAD-1EC220485D26}" srcOrd="0" destOrd="0" presId="urn:microsoft.com/office/officeart/2016/7/layout/ChevronBlockProcess"/>
    <dgm:cxn modelId="{32BD9035-EC2B-48EE-9FDC-FDF17E698759}" srcId="{0948956F-39D5-4BC9-B744-1403C21AB4CB}" destId="{8BAD0E90-4DA0-4DB3-B6F6-3922E2118229}" srcOrd="0" destOrd="0" parTransId="{495C94D1-8FAC-40F6-876E-AA4DC0F2D8C8}" sibTransId="{706E9F57-B77D-498A-8D54-A747DA67E8DC}"/>
    <dgm:cxn modelId="{6BDF636D-3DA1-4E01-8FEF-2BB477B57881}" type="presOf" srcId="{8BAD0E90-4DA0-4DB3-B6F6-3922E2118229}" destId="{FB71B3B3-7A22-427C-9235-59A1C62031EF}" srcOrd="0" destOrd="0" presId="urn:microsoft.com/office/officeart/2016/7/layout/ChevronBlockProcess"/>
    <dgm:cxn modelId="{55413E56-D95C-48A6-BD9F-75CC39991F8A}" srcId="{DEFC04EE-EE8E-4F95-A4B2-0CBED722CEA3}" destId="{F8F95AD4-A935-4A6E-A2CC-7E8807C500F0}" srcOrd="0" destOrd="0" parTransId="{6D535C10-78BE-47C4-9B08-123640D531A4}" sibTransId="{DABA549F-7FEA-41BD-94CE-D35301E1FFAD}"/>
    <dgm:cxn modelId="{C81BC67A-D809-452A-A05B-6BCA0716B853}" srcId="{073D854C-9BB2-426A-BC46-415EFD5C31D6}" destId="{78F2BB04-C987-4D06-8082-7294336BE545}" srcOrd="2" destOrd="0" parTransId="{66D2A22D-60BF-4D8C-A718-F675CA9D95D5}" sibTransId="{61D709F0-DD70-4387-A719-6D2E39ED8F44}"/>
    <dgm:cxn modelId="{0E509783-44EE-4F93-A32A-A20616765BE4}" srcId="{2F6139EB-82EB-43BD-B1FD-979C24735846}" destId="{A26DD0C6-0530-44AF-B720-FB66FFA93BD4}" srcOrd="0" destOrd="0" parTransId="{16EDF628-53CA-4732-9C14-CE09D4379B32}" sibTransId="{CE7C62AB-0D08-4E42-B066-034BD9B1FC5E}"/>
    <dgm:cxn modelId="{03A5B48B-551A-42BF-80F4-D3311DD08E29}" srcId="{073D854C-9BB2-426A-BC46-415EFD5C31D6}" destId="{DEFC04EE-EE8E-4F95-A4B2-0CBED722CEA3}" srcOrd="3" destOrd="0" parTransId="{27134653-1D12-47A0-BBDA-25D57B2166B8}" sibTransId="{D21C4EFD-2CA2-43C8-BC21-8D4249FC54A3}"/>
    <dgm:cxn modelId="{9F53A18F-0637-43D1-9CDC-85B0AF3302AA}" srcId="{78F2BB04-C987-4D06-8082-7294336BE545}" destId="{482D9154-8A67-4083-B6D2-0A9F0E88AE76}" srcOrd="0" destOrd="0" parTransId="{5D5A325A-9345-4CCE-A15D-310D6EB47D89}" sibTransId="{1692304A-E443-41BD-A993-E87371939DD1}"/>
    <dgm:cxn modelId="{D3483A96-3CC1-48FE-8BAC-240B8CEB9EF8}" srcId="{073D854C-9BB2-426A-BC46-415EFD5C31D6}" destId="{AC3B4142-BEC8-41AC-903A-9A4D4DFF638D}" srcOrd="4" destOrd="0" parTransId="{1B7F637F-DC6D-436F-9CDD-C954564153C2}" sibTransId="{400F845C-7772-4642-ABE8-A5E8E98DA86A}"/>
    <dgm:cxn modelId="{641BC0A7-FF22-4B5A-BC3D-2191AF7861A1}" srcId="{C9FA30A4-FF1D-4A82-A2EA-8F121E0F500D}" destId="{3705132C-BB6D-4CAE-98A3-35AED49871A7}" srcOrd="0" destOrd="0" parTransId="{4EB5B0CD-1F28-4486-B37A-48037E98D833}" sibTransId="{5E833742-9048-4B25-A8A9-E8FCB41C88D2}"/>
    <dgm:cxn modelId="{BA1606BB-01E7-4F1A-8EE4-692F6FA1AF7B}" type="presOf" srcId="{A26DD0C6-0530-44AF-B720-FB66FFA93BD4}" destId="{35A4A72F-51C3-466F-9CC4-2586E390AD9D}" srcOrd="0" destOrd="0" presId="urn:microsoft.com/office/officeart/2016/7/layout/ChevronBlockProcess"/>
    <dgm:cxn modelId="{FF2668C2-B3CD-43E0-A2F6-25DFB43CA60B}" type="presOf" srcId="{0948956F-39D5-4BC9-B744-1403C21AB4CB}" destId="{52B8CD71-C990-40B4-ABC7-02A5940FC7BA}" srcOrd="0" destOrd="0" presId="urn:microsoft.com/office/officeart/2016/7/layout/ChevronBlockProcess"/>
    <dgm:cxn modelId="{FE75B7C2-40EE-446F-A130-08FE242A44E9}" type="presOf" srcId="{3705132C-BB6D-4CAE-98A3-35AED49871A7}" destId="{BF59F408-6BB0-4C3C-BEEF-48A2F9008EDF}" srcOrd="0" destOrd="0" presId="urn:microsoft.com/office/officeart/2016/7/layout/ChevronBlockProcess"/>
    <dgm:cxn modelId="{85A9CBD1-3E07-40BD-B8CC-2148AD2094E2}" type="presOf" srcId="{073D854C-9BB2-426A-BC46-415EFD5C31D6}" destId="{B66B0D05-3C6A-40F6-9F3B-4ED74523E572}" srcOrd="0" destOrd="0" presId="urn:microsoft.com/office/officeart/2016/7/layout/ChevronBlockProcess"/>
    <dgm:cxn modelId="{C01D23D6-3F1A-48E3-A626-4F7A497C7449}" type="presOf" srcId="{2F6139EB-82EB-43BD-B1FD-979C24735846}" destId="{9187DD29-4993-4607-8F30-DCAD94799EE1}" srcOrd="0" destOrd="0" presId="urn:microsoft.com/office/officeart/2016/7/layout/ChevronBlockProcess"/>
    <dgm:cxn modelId="{455097DC-BD5E-44B0-9050-C56A04EF01D3}" type="presOf" srcId="{F8F95AD4-A935-4A6E-A2CC-7E8807C500F0}" destId="{0741F743-6DD2-42EE-A07F-813B980DC725}" srcOrd="0" destOrd="0" presId="urn:microsoft.com/office/officeart/2016/7/layout/ChevronBlockProcess"/>
    <dgm:cxn modelId="{8E916EE4-7BC8-4786-95DF-1266B77C51F8}" type="presOf" srcId="{C9FA30A4-FF1D-4A82-A2EA-8F121E0F500D}" destId="{81269647-A464-4FF8-B4E2-3C3FAEC487EC}" srcOrd="0" destOrd="0" presId="urn:microsoft.com/office/officeart/2016/7/layout/ChevronBlockProcess"/>
    <dgm:cxn modelId="{D5B018FD-1DDC-469F-B537-4B9AF13B3E6D}" type="presOf" srcId="{AC3B4142-BEC8-41AC-903A-9A4D4DFF638D}" destId="{68039CFF-AE78-4222-A1BD-2B5EA04C9378}" srcOrd="0" destOrd="0" presId="urn:microsoft.com/office/officeart/2016/7/layout/ChevronBlockProcess"/>
    <dgm:cxn modelId="{04DFE5B4-110C-4BD0-9EC8-13B9FBD0015B}" type="presParOf" srcId="{B66B0D05-3C6A-40F6-9F3B-4ED74523E572}" destId="{A15F5C6B-E1AE-413B-A70A-09B20F4B1D59}" srcOrd="0" destOrd="0" presId="urn:microsoft.com/office/officeart/2016/7/layout/ChevronBlockProcess"/>
    <dgm:cxn modelId="{F927F6AB-1857-4797-BB7F-7C9B42A44DD8}" type="presParOf" srcId="{A15F5C6B-E1AE-413B-A70A-09B20F4B1D59}" destId="{9187DD29-4993-4607-8F30-DCAD94799EE1}" srcOrd="0" destOrd="0" presId="urn:microsoft.com/office/officeart/2016/7/layout/ChevronBlockProcess"/>
    <dgm:cxn modelId="{BE15067F-B640-4328-A53B-D4FB370D72A1}" type="presParOf" srcId="{A15F5C6B-E1AE-413B-A70A-09B20F4B1D59}" destId="{35A4A72F-51C3-466F-9CC4-2586E390AD9D}" srcOrd="1" destOrd="0" presId="urn:microsoft.com/office/officeart/2016/7/layout/ChevronBlockProcess"/>
    <dgm:cxn modelId="{E3C106F2-E1FD-4A6C-991D-5704EC0E9ADC}" type="presParOf" srcId="{B66B0D05-3C6A-40F6-9F3B-4ED74523E572}" destId="{917238A3-FD46-4179-8720-E0174922320F}" srcOrd="1" destOrd="0" presId="urn:microsoft.com/office/officeart/2016/7/layout/ChevronBlockProcess"/>
    <dgm:cxn modelId="{5220C4EA-3139-4579-8AC2-6625BD1C2E81}" type="presParOf" srcId="{B66B0D05-3C6A-40F6-9F3B-4ED74523E572}" destId="{0FAC8ACB-2AC0-4402-AB33-D82CB0DB641B}" srcOrd="2" destOrd="0" presId="urn:microsoft.com/office/officeart/2016/7/layout/ChevronBlockProcess"/>
    <dgm:cxn modelId="{2567EBDE-7CCA-4CA5-A8BD-927BFCED4F9A}" type="presParOf" srcId="{0FAC8ACB-2AC0-4402-AB33-D82CB0DB641B}" destId="{52B8CD71-C990-40B4-ABC7-02A5940FC7BA}" srcOrd="0" destOrd="0" presId="urn:microsoft.com/office/officeart/2016/7/layout/ChevronBlockProcess"/>
    <dgm:cxn modelId="{DFEC7C97-208E-4DB6-8EFD-AA8DF24F1FBD}" type="presParOf" srcId="{0FAC8ACB-2AC0-4402-AB33-D82CB0DB641B}" destId="{FB71B3B3-7A22-427C-9235-59A1C62031EF}" srcOrd="1" destOrd="0" presId="urn:microsoft.com/office/officeart/2016/7/layout/ChevronBlockProcess"/>
    <dgm:cxn modelId="{76B62E4B-5805-4D5D-A52B-0D4BC89F548F}" type="presParOf" srcId="{B66B0D05-3C6A-40F6-9F3B-4ED74523E572}" destId="{9367A554-76F5-4E67-BC01-B142AC2192A2}" srcOrd="3" destOrd="0" presId="urn:microsoft.com/office/officeart/2016/7/layout/ChevronBlockProcess"/>
    <dgm:cxn modelId="{C9DD3FBA-6CC8-42C6-9DC4-8A5B91F5E7EF}" type="presParOf" srcId="{B66B0D05-3C6A-40F6-9F3B-4ED74523E572}" destId="{E41DB298-CA3A-4B43-AD86-D308B702AAE2}" srcOrd="4" destOrd="0" presId="urn:microsoft.com/office/officeart/2016/7/layout/ChevronBlockProcess"/>
    <dgm:cxn modelId="{D0412E12-8D4C-4659-8219-041373287C29}" type="presParOf" srcId="{E41DB298-CA3A-4B43-AD86-D308B702AAE2}" destId="{CBAF033C-6312-4E02-A9CF-FAB87A478974}" srcOrd="0" destOrd="0" presId="urn:microsoft.com/office/officeart/2016/7/layout/ChevronBlockProcess"/>
    <dgm:cxn modelId="{C2E1AD07-0211-4100-8BAB-D816BAD9F5D9}" type="presParOf" srcId="{E41DB298-CA3A-4B43-AD86-D308B702AAE2}" destId="{E45BA9B6-0F28-4029-977B-B413162420C4}" srcOrd="1" destOrd="0" presId="urn:microsoft.com/office/officeart/2016/7/layout/ChevronBlockProcess"/>
    <dgm:cxn modelId="{F15C3E77-1CF8-4861-B53F-6BC2829DCE79}" type="presParOf" srcId="{B66B0D05-3C6A-40F6-9F3B-4ED74523E572}" destId="{574DE2BE-B024-42AC-A94A-B2159A8368BC}" srcOrd="5" destOrd="0" presId="urn:microsoft.com/office/officeart/2016/7/layout/ChevronBlockProcess"/>
    <dgm:cxn modelId="{E8DD13EE-98E4-49C4-86EF-F389852C65E1}" type="presParOf" srcId="{B66B0D05-3C6A-40F6-9F3B-4ED74523E572}" destId="{450624DE-95B3-47EA-A83E-682AD88E2923}" srcOrd="6" destOrd="0" presId="urn:microsoft.com/office/officeart/2016/7/layout/ChevronBlockProcess"/>
    <dgm:cxn modelId="{3940D6A3-EA84-42FC-9BB2-1FF40824550B}" type="presParOf" srcId="{450624DE-95B3-47EA-A83E-682AD88E2923}" destId="{045BF1E8-2EB1-4238-BDAD-1EC220485D26}" srcOrd="0" destOrd="0" presId="urn:microsoft.com/office/officeart/2016/7/layout/ChevronBlockProcess"/>
    <dgm:cxn modelId="{87F8D3BB-B4A7-49B5-B0B5-557F2F50955A}" type="presParOf" srcId="{450624DE-95B3-47EA-A83E-682AD88E2923}" destId="{0741F743-6DD2-42EE-A07F-813B980DC725}" srcOrd="1" destOrd="0" presId="urn:microsoft.com/office/officeart/2016/7/layout/ChevronBlockProcess"/>
    <dgm:cxn modelId="{40BA5841-14ED-4BEE-AE05-04FDD7BC88C0}" type="presParOf" srcId="{B66B0D05-3C6A-40F6-9F3B-4ED74523E572}" destId="{8E475645-C4DD-42C6-ABB5-1A30C5BA9E71}" srcOrd="7" destOrd="0" presId="urn:microsoft.com/office/officeart/2016/7/layout/ChevronBlockProcess"/>
    <dgm:cxn modelId="{0D7808F9-AFCA-481C-8A1B-33AAAF220492}" type="presParOf" srcId="{B66B0D05-3C6A-40F6-9F3B-4ED74523E572}" destId="{DE5120D2-5A26-4057-8C59-D39A38EAB88F}" srcOrd="8" destOrd="0" presId="urn:microsoft.com/office/officeart/2016/7/layout/ChevronBlockProcess"/>
    <dgm:cxn modelId="{5C430E3D-6C18-43C0-B5F7-01BAB1C05FBC}" type="presParOf" srcId="{DE5120D2-5A26-4057-8C59-D39A38EAB88F}" destId="{68039CFF-AE78-4222-A1BD-2B5EA04C9378}" srcOrd="0" destOrd="0" presId="urn:microsoft.com/office/officeart/2016/7/layout/ChevronBlockProcess"/>
    <dgm:cxn modelId="{4712C3AF-D92B-417F-A332-AC1C295F1C4B}" type="presParOf" srcId="{DE5120D2-5A26-4057-8C59-D39A38EAB88F}" destId="{198DB194-B343-4942-AD2D-4E0DDF060943}" srcOrd="1" destOrd="0" presId="urn:microsoft.com/office/officeart/2016/7/layout/ChevronBlockProcess"/>
    <dgm:cxn modelId="{A7E46741-E1F4-4811-81CA-2DAADDC1DA00}" type="presParOf" srcId="{B66B0D05-3C6A-40F6-9F3B-4ED74523E572}" destId="{3B6A44E0-2A60-430D-BC9D-F35E047D5698}" srcOrd="9" destOrd="0" presId="urn:microsoft.com/office/officeart/2016/7/layout/ChevronBlockProcess"/>
    <dgm:cxn modelId="{A7593E31-10FA-4DCE-BEE7-64A8C7930E07}" type="presParOf" srcId="{B66B0D05-3C6A-40F6-9F3B-4ED74523E572}" destId="{F0F6F829-FF98-4AE5-A5EA-8A2B9C27E434}" srcOrd="10" destOrd="0" presId="urn:microsoft.com/office/officeart/2016/7/layout/ChevronBlockProcess"/>
    <dgm:cxn modelId="{6412EE27-91BC-43F3-AB60-4C6DDAC46DE8}" type="presParOf" srcId="{F0F6F829-FF98-4AE5-A5EA-8A2B9C27E434}" destId="{81269647-A464-4FF8-B4E2-3C3FAEC487EC}" srcOrd="0" destOrd="0" presId="urn:microsoft.com/office/officeart/2016/7/layout/ChevronBlockProcess"/>
    <dgm:cxn modelId="{C3275BFE-3FA8-47BB-9A71-080DC1EFD3A9}" type="presParOf" srcId="{F0F6F829-FF98-4AE5-A5EA-8A2B9C27E434}" destId="{BF59F408-6BB0-4C3C-BEEF-48A2F9008EDF}" srcOrd="1" destOrd="0" presId="urn:microsoft.com/office/officeart/2016/7/layout/ChevronBlock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ABE-4886-467A-BF3A-BA96A336B0D4}">
      <dsp:nvSpPr>
        <dsp:cNvPr id="0" name=""/>
        <dsp:cNvSpPr/>
      </dsp:nvSpPr>
      <dsp:spPr>
        <a:xfrm>
          <a:off x="0" y="521"/>
          <a:ext cx="515737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BAD83C-35A4-4CDF-8B7F-70FDB7BBE2BB}">
      <dsp:nvSpPr>
        <dsp:cNvPr id="0" name=""/>
        <dsp:cNvSpPr/>
      </dsp:nvSpPr>
      <dsp:spPr>
        <a:xfrm>
          <a:off x="0" y="521"/>
          <a:ext cx="5157378" cy="853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dirty="0"/>
            <a:t>Psychological Research</a:t>
          </a:r>
        </a:p>
      </dsp:txBody>
      <dsp:txXfrm>
        <a:off x="0" y="521"/>
        <a:ext cx="5157378" cy="853841"/>
      </dsp:txXfrm>
    </dsp:sp>
    <dsp:sp modelId="{7ABF046A-7872-44B5-BD6B-87DD7F16915F}">
      <dsp:nvSpPr>
        <dsp:cNvPr id="0" name=""/>
        <dsp:cNvSpPr/>
      </dsp:nvSpPr>
      <dsp:spPr>
        <a:xfrm>
          <a:off x="0" y="854362"/>
          <a:ext cx="515737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F8F0CA-931B-48B6-B652-8195FCB1573B}">
      <dsp:nvSpPr>
        <dsp:cNvPr id="0" name=""/>
        <dsp:cNvSpPr/>
      </dsp:nvSpPr>
      <dsp:spPr>
        <a:xfrm>
          <a:off x="0" y="854362"/>
          <a:ext cx="5157378" cy="853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Scientific Experiments</a:t>
          </a:r>
          <a:endParaRPr lang="en-US" sz="3300" kern="1200" dirty="0"/>
        </a:p>
      </dsp:txBody>
      <dsp:txXfrm>
        <a:off x="0" y="854362"/>
        <a:ext cx="5157378" cy="853841"/>
      </dsp:txXfrm>
    </dsp:sp>
    <dsp:sp modelId="{DFC6D029-3BC9-4F06-BF14-C7728764B92E}">
      <dsp:nvSpPr>
        <dsp:cNvPr id="0" name=""/>
        <dsp:cNvSpPr/>
      </dsp:nvSpPr>
      <dsp:spPr>
        <a:xfrm>
          <a:off x="0" y="1708203"/>
          <a:ext cx="515737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6A7ECC-F35C-4836-9200-458E153AC7A6}">
      <dsp:nvSpPr>
        <dsp:cNvPr id="0" name=""/>
        <dsp:cNvSpPr/>
      </dsp:nvSpPr>
      <dsp:spPr>
        <a:xfrm>
          <a:off x="0" y="1708203"/>
          <a:ext cx="5157378" cy="853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dirty="0"/>
            <a:t>Research Designs</a:t>
          </a:r>
        </a:p>
      </dsp:txBody>
      <dsp:txXfrm>
        <a:off x="0" y="1708203"/>
        <a:ext cx="5157378" cy="853841"/>
      </dsp:txXfrm>
    </dsp:sp>
    <dsp:sp modelId="{C1E46B93-2B48-405C-9E75-80EFB7C8D4EB}">
      <dsp:nvSpPr>
        <dsp:cNvPr id="0" name=""/>
        <dsp:cNvSpPr/>
      </dsp:nvSpPr>
      <dsp:spPr>
        <a:xfrm>
          <a:off x="0" y="2562044"/>
          <a:ext cx="515737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60F867-D7D7-485D-BB52-0D2A22CF20CB}">
      <dsp:nvSpPr>
        <dsp:cNvPr id="0" name=""/>
        <dsp:cNvSpPr/>
      </dsp:nvSpPr>
      <dsp:spPr>
        <a:xfrm>
          <a:off x="0" y="2562044"/>
          <a:ext cx="5157378" cy="853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dirty="0"/>
            <a:t>Ethics &amp; Considerations</a:t>
          </a:r>
        </a:p>
      </dsp:txBody>
      <dsp:txXfrm>
        <a:off x="0" y="2562044"/>
        <a:ext cx="5157378" cy="853841"/>
      </dsp:txXfrm>
    </dsp:sp>
    <dsp:sp modelId="{F8D3B0C5-A082-4B20-8653-A159C627B4BF}">
      <dsp:nvSpPr>
        <dsp:cNvPr id="0" name=""/>
        <dsp:cNvSpPr/>
      </dsp:nvSpPr>
      <dsp:spPr>
        <a:xfrm>
          <a:off x="0" y="3415885"/>
          <a:ext cx="515737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199DB6-4B0B-4B11-85CE-CC037E738A93}">
      <dsp:nvSpPr>
        <dsp:cNvPr id="0" name=""/>
        <dsp:cNvSpPr/>
      </dsp:nvSpPr>
      <dsp:spPr>
        <a:xfrm>
          <a:off x="0" y="3415885"/>
          <a:ext cx="5157378" cy="853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The Replication Crisis</a:t>
          </a:r>
          <a:endParaRPr lang="en-US" sz="3300" kern="1200" dirty="0"/>
        </a:p>
      </dsp:txBody>
      <dsp:txXfrm>
        <a:off x="0" y="3415885"/>
        <a:ext cx="5157378" cy="8538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87DD29-4993-4607-8F30-DCAD94799EE1}">
      <dsp:nvSpPr>
        <dsp:cNvPr id="0" name=""/>
        <dsp:cNvSpPr/>
      </dsp:nvSpPr>
      <dsp:spPr>
        <a:xfrm>
          <a:off x="11176" y="570280"/>
          <a:ext cx="1859178" cy="557753"/>
        </a:xfrm>
        <a:prstGeom prst="chevron">
          <a:avLst>
            <a:gd name="adj" fmla="val 30000"/>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867" tIns="68867" rIns="68867" bIns="68867" numCol="1" spcCol="1270" anchor="ctr" anchorCtr="0">
          <a:noAutofit/>
        </a:bodyPr>
        <a:lstStyle/>
        <a:p>
          <a:pPr marL="0" lvl="0" indent="0" algn="ctr" defTabSz="1244600">
            <a:lnSpc>
              <a:spcPct val="90000"/>
            </a:lnSpc>
            <a:spcBef>
              <a:spcPct val="0"/>
            </a:spcBef>
            <a:spcAft>
              <a:spcPct val="35000"/>
            </a:spcAft>
            <a:buNone/>
          </a:pPr>
          <a:r>
            <a:rPr lang="en-US" sz="2800" kern="1200" dirty="0"/>
            <a:t>Step 1</a:t>
          </a:r>
        </a:p>
      </dsp:txBody>
      <dsp:txXfrm>
        <a:off x="178502" y="570280"/>
        <a:ext cx="1524526" cy="557753"/>
      </dsp:txXfrm>
    </dsp:sp>
    <dsp:sp modelId="{35A4A72F-51C3-466F-9CC4-2586E390AD9D}">
      <dsp:nvSpPr>
        <dsp:cNvPr id="0" name=""/>
        <dsp:cNvSpPr/>
      </dsp:nvSpPr>
      <dsp:spPr>
        <a:xfrm>
          <a:off x="11176" y="1128034"/>
          <a:ext cx="1691852" cy="1596583"/>
        </a:xfrm>
        <a:prstGeom prst="rect">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694" tIns="133694" rIns="133694" bIns="267388" numCol="1" spcCol="1270" anchor="t" anchorCtr="0">
          <a:noAutofit/>
        </a:bodyPr>
        <a:lstStyle/>
        <a:p>
          <a:pPr marL="0" lvl="0" indent="0" algn="l" defTabSz="755650">
            <a:lnSpc>
              <a:spcPct val="90000"/>
            </a:lnSpc>
            <a:spcBef>
              <a:spcPct val="0"/>
            </a:spcBef>
            <a:spcAft>
              <a:spcPct val="35000"/>
            </a:spcAft>
            <a:buNone/>
          </a:pPr>
          <a:r>
            <a:rPr lang="en-US" sz="1700" kern="1200"/>
            <a:t>Make your predictions (hypotheses)</a:t>
          </a:r>
          <a:endParaRPr lang="en-US" sz="1700" kern="1200" dirty="0"/>
        </a:p>
      </dsp:txBody>
      <dsp:txXfrm>
        <a:off x="11176" y="1128034"/>
        <a:ext cx="1691852" cy="1596583"/>
      </dsp:txXfrm>
    </dsp:sp>
    <dsp:sp modelId="{52B8CD71-C990-40B4-ABC7-02A5940FC7BA}">
      <dsp:nvSpPr>
        <dsp:cNvPr id="0" name=""/>
        <dsp:cNvSpPr/>
      </dsp:nvSpPr>
      <dsp:spPr>
        <a:xfrm>
          <a:off x="1815883" y="570280"/>
          <a:ext cx="1859178" cy="557753"/>
        </a:xfrm>
        <a:prstGeom prst="chevron">
          <a:avLst>
            <a:gd name="adj" fmla="val 30000"/>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867" tIns="68867" rIns="68867" bIns="68867" numCol="1" spcCol="1270" anchor="ctr" anchorCtr="0">
          <a:noAutofit/>
        </a:bodyPr>
        <a:lstStyle/>
        <a:p>
          <a:pPr marL="0" lvl="0" indent="0" algn="ctr" defTabSz="1244600">
            <a:lnSpc>
              <a:spcPct val="90000"/>
            </a:lnSpc>
            <a:spcBef>
              <a:spcPct val="0"/>
            </a:spcBef>
            <a:spcAft>
              <a:spcPct val="35000"/>
            </a:spcAft>
            <a:buNone/>
          </a:pPr>
          <a:r>
            <a:rPr lang="en-US" sz="2800" kern="1200"/>
            <a:t>Step 2</a:t>
          </a:r>
        </a:p>
      </dsp:txBody>
      <dsp:txXfrm>
        <a:off x="1983209" y="570280"/>
        <a:ext cx="1524526" cy="557753"/>
      </dsp:txXfrm>
    </dsp:sp>
    <dsp:sp modelId="{FB71B3B3-7A22-427C-9235-59A1C62031EF}">
      <dsp:nvSpPr>
        <dsp:cNvPr id="0" name=""/>
        <dsp:cNvSpPr/>
      </dsp:nvSpPr>
      <dsp:spPr>
        <a:xfrm>
          <a:off x="1815883" y="1128034"/>
          <a:ext cx="1691852" cy="1596583"/>
        </a:xfrm>
        <a:prstGeom prst="rect">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694" tIns="133694" rIns="133694" bIns="267388" numCol="1" spcCol="1270" anchor="t" anchorCtr="0">
          <a:noAutofit/>
        </a:bodyPr>
        <a:lstStyle/>
        <a:p>
          <a:pPr marL="0" lvl="0" indent="0" algn="l" defTabSz="755650">
            <a:lnSpc>
              <a:spcPct val="90000"/>
            </a:lnSpc>
            <a:spcBef>
              <a:spcPct val="0"/>
            </a:spcBef>
            <a:spcAft>
              <a:spcPct val="35000"/>
            </a:spcAft>
            <a:buNone/>
          </a:pPr>
          <a:r>
            <a:rPr lang="en-US" sz="1700" kern="1200"/>
            <a:t>Define your variables and how you will measure them</a:t>
          </a:r>
          <a:endParaRPr lang="en-US" sz="1700" kern="1200" dirty="0"/>
        </a:p>
      </dsp:txBody>
      <dsp:txXfrm>
        <a:off x="1815883" y="1128034"/>
        <a:ext cx="1691852" cy="1596583"/>
      </dsp:txXfrm>
    </dsp:sp>
    <dsp:sp modelId="{CBAF033C-6312-4E02-A9CF-FAB87A478974}">
      <dsp:nvSpPr>
        <dsp:cNvPr id="0" name=""/>
        <dsp:cNvSpPr/>
      </dsp:nvSpPr>
      <dsp:spPr>
        <a:xfrm>
          <a:off x="3620590" y="570280"/>
          <a:ext cx="1859178" cy="557753"/>
        </a:xfrm>
        <a:prstGeom prst="chevron">
          <a:avLst>
            <a:gd name="adj" fmla="val 30000"/>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867" tIns="68867" rIns="68867" bIns="68867" numCol="1" spcCol="1270" anchor="ctr" anchorCtr="0">
          <a:noAutofit/>
        </a:bodyPr>
        <a:lstStyle/>
        <a:p>
          <a:pPr marL="0" lvl="0" indent="0" algn="ctr" defTabSz="1244600">
            <a:lnSpc>
              <a:spcPct val="90000"/>
            </a:lnSpc>
            <a:spcBef>
              <a:spcPct val="0"/>
            </a:spcBef>
            <a:spcAft>
              <a:spcPct val="35000"/>
            </a:spcAft>
            <a:buNone/>
          </a:pPr>
          <a:r>
            <a:rPr lang="en-US" sz="2800" kern="1200"/>
            <a:t>Step 3</a:t>
          </a:r>
        </a:p>
      </dsp:txBody>
      <dsp:txXfrm>
        <a:off x="3787916" y="570280"/>
        <a:ext cx="1524526" cy="557753"/>
      </dsp:txXfrm>
    </dsp:sp>
    <dsp:sp modelId="{E45BA9B6-0F28-4029-977B-B413162420C4}">
      <dsp:nvSpPr>
        <dsp:cNvPr id="0" name=""/>
        <dsp:cNvSpPr/>
      </dsp:nvSpPr>
      <dsp:spPr>
        <a:xfrm>
          <a:off x="3620590" y="1128034"/>
          <a:ext cx="1691852" cy="1596583"/>
        </a:xfrm>
        <a:prstGeom prst="rect">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694" tIns="133694" rIns="133694" bIns="267388" numCol="1" spcCol="1270" anchor="t" anchorCtr="0">
          <a:noAutofit/>
        </a:bodyPr>
        <a:lstStyle/>
        <a:p>
          <a:pPr marL="0" lvl="0" indent="0" algn="l" defTabSz="755650">
            <a:lnSpc>
              <a:spcPct val="90000"/>
            </a:lnSpc>
            <a:spcBef>
              <a:spcPct val="0"/>
            </a:spcBef>
            <a:spcAft>
              <a:spcPct val="35000"/>
            </a:spcAft>
            <a:buNone/>
          </a:pPr>
          <a:r>
            <a:rPr lang="en-US" sz="1700" kern="1200"/>
            <a:t>Design the experiment and how you will avoid biases</a:t>
          </a:r>
          <a:endParaRPr lang="en-US" sz="1700" kern="1200" dirty="0"/>
        </a:p>
      </dsp:txBody>
      <dsp:txXfrm>
        <a:off x="3620590" y="1128034"/>
        <a:ext cx="1691852" cy="1596583"/>
      </dsp:txXfrm>
    </dsp:sp>
    <dsp:sp modelId="{045BF1E8-2EB1-4238-BDAD-1EC220485D26}">
      <dsp:nvSpPr>
        <dsp:cNvPr id="0" name=""/>
        <dsp:cNvSpPr/>
      </dsp:nvSpPr>
      <dsp:spPr>
        <a:xfrm>
          <a:off x="5425296" y="570280"/>
          <a:ext cx="1859178" cy="557753"/>
        </a:xfrm>
        <a:prstGeom prst="chevron">
          <a:avLst>
            <a:gd name="adj" fmla="val 30000"/>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867" tIns="68867" rIns="68867" bIns="68867" numCol="1" spcCol="1270" anchor="ctr" anchorCtr="0">
          <a:noAutofit/>
        </a:bodyPr>
        <a:lstStyle/>
        <a:p>
          <a:pPr marL="0" lvl="0" indent="0" algn="ctr" defTabSz="1244600">
            <a:lnSpc>
              <a:spcPct val="90000"/>
            </a:lnSpc>
            <a:spcBef>
              <a:spcPct val="0"/>
            </a:spcBef>
            <a:spcAft>
              <a:spcPct val="35000"/>
            </a:spcAft>
            <a:buNone/>
          </a:pPr>
          <a:r>
            <a:rPr lang="en-US" sz="2800" kern="1200"/>
            <a:t>Step 4</a:t>
          </a:r>
        </a:p>
      </dsp:txBody>
      <dsp:txXfrm>
        <a:off x="5592622" y="570280"/>
        <a:ext cx="1524526" cy="557753"/>
      </dsp:txXfrm>
    </dsp:sp>
    <dsp:sp modelId="{0741F743-6DD2-42EE-A07F-813B980DC725}">
      <dsp:nvSpPr>
        <dsp:cNvPr id="0" name=""/>
        <dsp:cNvSpPr/>
      </dsp:nvSpPr>
      <dsp:spPr>
        <a:xfrm>
          <a:off x="5425296" y="1128034"/>
          <a:ext cx="1691852" cy="1596583"/>
        </a:xfrm>
        <a:prstGeom prst="rect">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694" tIns="133694" rIns="133694" bIns="267388" numCol="1" spcCol="1270" anchor="t" anchorCtr="0">
          <a:noAutofit/>
        </a:bodyPr>
        <a:lstStyle/>
        <a:p>
          <a:pPr marL="0" lvl="0" indent="0" algn="l" defTabSz="755650">
            <a:lnSpc>
              <a:spcPct val="90000"/>
            </a:lnSpc>
            <a:spcBef>
              <a:spcPct val="0"/>
            </a:spcBef>
            <a:spcAft>
              <a:spcPct val="35000"/>
            </a:spcAft>
            <a:buNone/>
          </a:pPr>
          <a:r>
            <a:rPr lang="en-US" sz="1700" kern="1200"/>
            <a:t>Gather your participants</a:t>
          </a:r>
          <a:endParaRPr lang="en-US" sz="1700" kern="1200" dirty="0"/>
        </a:p>
      </dsp:txBody>
      <dsp:txXfrm>
        <a:off x="5425296" y="1128034"/>
        <a:ext cx="1691852" cy="1596583"/>
      </dsp:txXfrm>
    </dsp:sp>
    <dsp:sp modelId="{68039CFF-AE78-4222-A1BD-2B5EA04C9378}">
      <dsp:nvSpPr>
        <dsp:cNvPr id="0" name=""/>
        <dsp:cNvSpPr/>
      </dsp:nvSpPr>
      <dsp:spPr>
        <a:xfrm>
          <a:off x="7230003" y="570280"/>
          <a:ext cx="1859178" cy="557753"/>
        </a:xfrm>
        <a:prstGeom prst="chevron">
          <a:avLst>
            <a:gd name="adj" fmla="val 30000"/>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867" tIns="68867" rIns="68867" bIns="68867" numCol="1" spcCol="1270" anchor="ctr" anchorCtr="0">
          <a:noAutofit/>
        </a:bodyPr>
        <a:lstStyle/>
        <a:p>
          <a:pPr marL="0" lvl="0" indent="0" algn="ctr" defTabSz="1244600">
            <a:lnSpc>
              <a:spcPct val="90000"/>
            </a:lnSpc>
            <a:spcBef>
              <a:spcPct val="0"/>
            </a:spcBef>
            <a:spcAft>
              <a:spcPct val="35000"/>
            </a:spcAft>
            <a:buNone/>
          </a:pPr>
          <a:r>
            <a:rPr lang="en-US" sz="2800" kern="1200"/>
            <a:t>Step 5</a:t>
          </a:r>
        </a:p>
      </dsp:txBody>
      <dsp:txXfrm>
        <a:off x="7397329" y="570280"/>
        <a:ext cx="1524526" cy="557753"/>
      </dsp:txXfrm>
    </dsp:sp>
    <dsp:sp modelId="{198DB194-B343-4942-AD2D-4E0DDF060943}">
      <dsp:nvSpPr>
        <dsp:cNvPr id="0" name=""/>
        <dsp:cNvSpPr/>
      </dsp:nvSpPr>
      <dsp:spPr>
        <a:xfrm>
          <a:off x="7230003" y="1128034"/>
          <a:ext cx="1691852" cy="1596583"/>
        </a:xfrm>
        <a:prstGeom prst="rect">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694" tIns="133694" rIns="133694" bIns="267388" numCol="1" spcCol="1270" anchor="t" anchorCtr="0">
          <a:noAutofit/>
        </a:bodyPr>
        <a:lstStyle/>
        <a:p>
          <a:pPr marL="0" lvl="0" indent="0" algn="l" defTabSz="755650">
            <a:lnSpc>
              <a:spcPct val="90000"/>
            </a:lnSpc>
            <a:spcBef>
              <a:spcPct val="0"/>
            </a:spcBef>
            <a:spcAft>
              <a:spcPct val="35000"/>
            </a:spcAft>
            <a:buNone/>
          </a:pPr>
          <a:r>
            <a:rPr lang="en-US" sz="1700" kern="1200"/>
            <a:t>Collect and analyze the data</a:t>
          </a:r>
          <a:endParaRPr lang="en-US" sz="1700" kern="1200" dirty="0"/>
        </a:p>
      </dsp:txBody>
      <dsp:txXfrm>
        <a:off x="7230003" y="1128034"/>
        <a:ext cx="1691852" cy="1596583"/>
      </dsp:txXfrm>
    </dsp:sp>
    <dsp:sp modelId="{81269647-A464-4FF8-B4E2-3C3FAEC487EC}">
      <dsp:nvSpPr>
        <dsp:cNvPr id="0" name=""/>
        <dsp:cNvSpPr/>
      </dsp:nvSpPr>
      <dsp:spPr>
        <a:xfrm>
          <a:off x="9034710" y="570280"/>
          <a:ext cx="1859178" cy="557753"/>
        </a:xfrm>
        <a:prstGeom prst="chevron">
          <a:avLst>
            <a:gd name="adj" fmla="val 30000"/>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867" tIns="68867" rIns="68867" bIns="68867" numCol="1" spcCol="1270" anchor="ctr" anchorCtr="0">
          <a:noAutofit/>
        </a:bodyPr>
        <a:lstStyle/>
        <a:p>
          <a:pPr marL="0" lvl="0" indent="0" algn="ctr" defTabSz="1244600">
            <a:lnSpc>
              <a:spcPct val="90000"/>
            </a:lnSpc>
            <a:spcBef>
              <a:spcPct val="0"/>
            </a:spcBef>
            <a:spcAft>
              <a:spcPct val="35000"/>
            </a:spcAft>
            <a:buNone/>
          </a:pPr>
          <a:r>
            <a:rPr lang="en-US" sz="2800" kern="1200"/>
            <a:t>Step 6</a:t>
          </a:r>
        </a:p>
      </dsp:txBody>
      <dsp:txXfrm>
        <a:off x="9202036" y="570280"/>
        <a:ext cx="1524526" cy="557753"/>
      </dsp:txXfrm>
    </dsp:sp>
    <dsp:sp modelId="{BF59F408-6BB0-4C3C-BEEF-48A2F9008EDF}">
      <dsp:nvSpPr>
        <dsp:cNvPr id="0" name=""/>
        <dsp:cNvSpPr/>
      </dsp:nvSpPr>
      <dsp:spPr>
        <a:xfrm>
          <a:off x="9034710" y="1128034"/>
          <a:ext cx="1691852" cy="1596583"/>
        </a:xfrm>
        <a:prstGeom prst="rect">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694" tIns="133694" rIns="133694" bIns="267388" numCol="1" spcCol="1270" anchor="t" anchorCtr="0">
          <a:noAutofit/>
        </a:bodyPr>
        <a:lstStyle/>
        <a:p>
          <a:pPr marL="0" lvl="0" indent="0" algn="l" defTabSz="755650">
            <a:lnSpc>
              <a:spcPct val="90000"/>
            </a:lnSpc>
            <a:spcBef>
              <a:spcPct val="0"/>
            </a:spcBef>
            <a:spcAft>
              <a:spcPct val="35000"/>
            </a:spcAft>
            <a:buNone/>
          </a:pPr>
          <a:r>
            <a:rPr lang="en-US" sz="1700" kern="1200"/>
            <a:t>Report your results</a:t>
          </a:r>
          <a:endParaRPr lang="en-US" sz="1700" kern="1200" dirty="0"/>
        </a:p>
      </dsp:txBody>
      <dsp:txXfrm>
        <a:off x="9034710" y="1128034"/>
        <a:ext cx="1691852" cy="159658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2B61F67-4219-82BD-D357-355AA7591C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4FE2BF-AD88-9811-C6DD-79DABAC5595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44DDA53-17BB-4810-91A8-94FE944ADC38}" type="datetimeFigureOut">
              <a:rPr lang="en-US" smtClean="0"/>
              <a:t>1/22/2026</a:t>
            </a:fld>
            <a:endParaRPr lang="en-US" dirty="0"/>
          </a:p>
        </p:txBody>
      </p:sp>
      <p:sp>
        <p:nvSpPr>
          <p:cNvPr id="4" name="Footer Placeholder 3">
            <a:extLst>
              <a:ext uri="{FF2B5EF4-FFF2-40B4-BE49-F238E27FC236}">
                <a16:creationId xmlns:a16="http://schemas.microsoft.com/office/drawing/2014/main" id="{F18F7338-476F-59A1-B752-865882DA12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B9C2ED2-F5D9-8398-9B1F-9E1D760B074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8BCF56-022D-4E84-9600-36794E4DE26E}" type="slidenum">
              <a:rPr lang="en-US" smtClean="0"/>
              <a:t>‹#›</a:t>
            </a:fld>
            <a:endParaRPr lang="en-US" dirty="0"/>
          </a:p>
        </p:txBody>
      </p:sp>
    </p:spTree>
    <p:extLst>
      <p:ext uri="{BB962C8B-B14F-4D97-AF65-F5344CB8AC3E}">
        <p14:creationId xmlns:p14="http://schemas.microsoft.com/office/powerpoint/2010/main" val="10455058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F08D30-F807-4561-A81E-6E077448AA00}" type="datetimeFigureOut">
              <a:rPr lang="en-US" smtClean="0"/>
              <a:t>1/22/2026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82C05A-7A07-4286-AA18-B883C0AF9A3B}" type="slidenum">
              <a:rPr lang="en-US" smtClean="0"/>
              <a:t>‹#›</a:t>
            </a:fld>
            <a:endParaRPr lang="en-US" dirty="0"/>
          </a:p>
        </p:txBody>
      </p:sp>
    </p:spTree>
    <p:extLst>
      <p:ext uri="{BB962C8B-B14F-4D97-AF65-F5344CB8AC3E}">
        <p14:creationId xmlns:p14="http://schemas.microsoft.com/office/powerpoint/2010/main" val="513189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775341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6990836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384381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018849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189275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64636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1722401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951387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6868896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8023211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6172854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7029595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2281005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2701266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7322763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7790663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2452004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6487095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775495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5434440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6559455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2609253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4672072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1621156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351790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4380655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8162300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5834739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882F6-9F2A-D08F-490D-84FFF45D3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648939-ED0B-E074-7D67-C8A929FB7B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5806D8-6BF2-CC5F-7776-5B951CD708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897DA2-993C-F3E7-DA1C-8E40135E7866}"/>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7992204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0147032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68F01-1FF7-910C-6561-0F38AFAED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6B13A-F1F8-4620-BB15-E805DFBE00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CDC5A9-D6AC-407E-59AB-C917341F58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6A9A90-EA37-30B8-A6BE-4DEF40DEE835}"/>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1789292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A7A1D-5034-FD40-162D-A887519DA9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C1D264-4625-8899-6959-AE3ED7C422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F89773-6AB4-7D41-13E4-E6BF704FC0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2EE054-BDFF-3632-209B-AE10BD701398}"/>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732176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9451077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030073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4480786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hemeOverride" Target="../theme/themeOverride1.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3.svg"/><Relationship Id="rId9"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hemeOverride" Target="../theme/themeOverride2.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3.svg"/><Relationship Id="rId9"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2.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2.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327CAC6E-6513-EFEF-80DD-DC09D9C4B1CD}"/>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15939"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4" name="Graphic 13">
            <a:extLst>
              <a:ext uri="{FF2B5EF4-FFF2-40B4-BE49-F238E27FC236}">
                <a16:creationId xmlns:a16="http://schemas.microsoft.com/office/drawing/2014/main" id="{39D0D1EA-36A7-6453-1FD4-3D8EDB9E322A}"/>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40898"/>
          <a:stretch/>
        </p:blipFill>
        <p:spPr>
          <a:xfrm>
            <a:off x="0" y="2536372"/>
            <a:ext cx="2197076" cy="3717471"/>
          </a:xfrm>
          <a:prstGeom prst="rect">
            <a:avLst/>
          </a:prstGeom>
        </p:spPr>
      </p:pic>
      <p:grpSp>
        <p:nvGrpSpPr>
          <p:cNvPr id="11" name="Group 10">
            <a:extLst>
              <a:ext uri="{FF2B5EF4-FFF2-40B4-BE49-F238E27FC236}">
                <a16:creationId xmlns:a16="http://schemas.microsoft.com/office/drawing/2014/main" id="{956C6AF7-C52F-0661-9756-4ACF5F53D270}"/>
              </a:ext>
              <a:ext uri="{C183D7F6-B498-43B3-948B-1728B52AA6E4}">
                <adec:decorative xmlns:adec="http://schemas.microsoft.com/office/drawing/2017/decorative" val="1"/>
              </a:ext>
            </a:extLst>
          </p:cNvPr>
          <p:cNvGrpSpPr/>
          <p:nvPr userDrawn="1"/>
        </p:nvGrpSpPr>
        <p:grpSpPr>
          <a:xfrm>
            <a:off x="1698171" y="691024"/>
            <a:ext cx="8795658" cy="5475954"/>
            <a:chOff x="1698171" y="691024"/>
            <a:chExt cx="8795658" cy="5475954"/>
          </a:xfrm>
        </p:grpSpPr>
        <p:grpSp>
          <p:nvGrpSpPr>
            <p:cNvPr id="6" name="Group 5">
              <a:extLst>
                <a:ext uri="{FF2B5EF4-FFF2-40B4-BE49-F238E27FC236}">
                  <a16:creationId xmlns:a16="http://schemas.microsoft.com/office/drawing/2014/main" id="{28E9A7E9-8102-96E8-3AFE-500CB362A1DC}"/>
                </a:ext>
              </a:extLst>
            </p:cNvPr>
            <p:cNvGrpSpPr/>
            <p:nvPr userDrawn="1"/>
          </p:nvGrpSpPr>
          <p:grpSpPr>
            <a:xfrm>
              <a:off x="1698171" y="691024"/>
              <a:ext cx="8795658" cy="5475954"/>
              <a:chOff x="1466850" y="380320"/>
              <a:chExt cx="9258300" cy="5763985"/>
            </a:xfrm>
          </p:grpSpPr>
          <p:sp>
            <p:nvSpPr>
              <p:cNvPr id="4" name="Rectangle 3">
                <a:extLst>
                  <a:ext uri="{FF2B5EF4-FFF2-40B4-BE49-F238E27FC236}">
                    <a16:creationId xmlns:a16="http://schemas.microsoft.com/office/drawing/2014/main" id="{053ECDAF-8D46-3B38-8636-403A9D6E1AE5}"/>
                  </a:ext>
                </a:extLst>
              </p:cNvPr>
              <p:cNvSpPr/>
              <p:nvPr userDrawn="1"/>
            </p:nvSpPr>
            <p:spPr>
              <a:xfrm>
                <a:off x="1466850" y="875620"/>
                <a:ext cx="9258300" cy="526868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CF9042C5-541D-EACD-1550-73F521EE58CE}"/>
                  </a:ext>
                </a:extLst>
              </p:cNvPr>
              <p:cNvSpPr/>
              <p:nvPr userDrawn="1"/>
            </p:nvSpPr>
            <p:spPr>
              <a:xfrm>
                <a:off x="1466850" y="380320"/>
                <a:ext cx="9258300"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 name="Group 9">
              <a:extLst>
                <a:ext uri="{FF2B5EF4-FFF2-40B4-BE49-F238E27FC236}">
                  <a16:creationId xmlns:a16="http://schemas.microsoft.com/office/drawing/2014/main" id="{C316982B-45E5-11C7-13E9-FFB7118F3739}"/>
                </a:ext>
              </a:extLst>
            </p:cNvPr>
            <p:cNvGrpSpPr/>
            <p:nvPr userDrawn="1"/>
          </p:nvGrpSpPr>
          <p:grpSpPr>
            <a:xfrm>
              <a:off x="1839686" y="815293"/>
              <a:ext cx="810985" cy="212272"/>
              <a:chOff x="1883229" y="800099"/>
              <a:chExt cx="810985" cy="212272"/>
            </a:xfrm>
          </p:grpSpPr>
          <p:sp>
            <p:nvSpPr>
              <p:cNvPr id="7" name="Oval 6">
                <a:extLst>
                  <a:ext uri="{FF2B5EF4-FFF2-40B4-BE49-F238E27FC236}">
                    <a16:creationId xmlns:a16="http://schemas.microsoft.com/office/drawing/2014/main" id="{BAEAE856-A4AE-737F-5F25-C2D45CCF9350}"/>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1869E9B6-7A5C-6135-A347-B48DCD6D4E3A}"/>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04D07301-3180-6D7F-A1D1-2011E615007D}"/>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839686" y="1209643"/>
            <a:ext cx="8508273" cy="4968000"/>
          </a:xfrm>
        </p:spPr>
        <p:txBody>
          <a:bodyPr anchor="ct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2734992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46" name="Graphic 45">
            <a:extLst>
              <a:ext uri="{FF2B5EF4-FFF2-40B4-BE49-F238E27FC236}">
                <a16:creationId xmlns:a16="http://schemas.microsoft.com/office/drawing/2014/main" id="{FFDE191C-52DF-6A6D-EC88-18A052FFB290}"/>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b="37716"/>
          <a:stretch/>
        </p:blipFill>
        <p:spPr>
          <a:xfrm rot="16200000">
            <a:off x="9722190" y="160175"/>
            <a:ext cx="2394401" cy="2545223"/>
          </a:xfrm>
          <a:prstGeom prst="rect">
            <a:avLst/>
          </a:prstGeom>
        </p:spPr>
      </p:pic>
      <p:pic>
        <p:nvPicPr>
          <p:cNvPr id="31" name="Graphic 30">
            <a:extLst>
              <a:ext uri="{FF2B5EF4-FFF2-40B4-BE49-F238E27FC236}">
                <a16:creationId xmlns:a16="http://schemas.microsoft.com/office/drawing/2014/main" id="{6D30DCAC-B495-853F-9921-FBA3901866A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5400000">
            <a:off x="1140620" y="2616531"/>
            <a:ext cx="2394401" cy="4086444"/>
          </a:xfrm>
          <a:prstGeom prst="rect">
            <a:avLst/>
          </a:prstGeom>
        </p:spPr>
      </p:pic>
      <p:grpSp>
        <p:nvGrpSpPr>
          <p:cNvPr id="32" name="Group 31">
            <a:extLst>
              <a:ext uri="{FF2B5EF4-FFF2-40B4-BE49-F238E27FC236}">
                <a16:creationId xmlns:a16="http://schemas.microsoft.com/office/drawing/2014/main" id="{8CB78A71-D8F9-12A2-1D4E-A2C2E4E15530}"/>
              </a:ext>
              <a:ext uri="{C183D7F6-B498-43B3-948B-1728B52AA6E4}">
                <adec:decorative xmlns:adec="http://schemas.microsoft.com/office/drawing/2017/decorative" val="1"/>
              </a:ext>
            </a:extLst>
          </p:cNvPr>
          <p:cNvGrpSpPr/>
          <p:nvPr userDrawn="1"/>
        </p:nvGrpSpPr>
        <p:grpSpPr>
          <a:xfrm>
            <a:off x="3594100" y="380999"/>
            <a:ext cx="4972050" cy="5475954"/>
            <a:chOff x="1698171" y="691024"/>
            <a:chExt cx="4972050" cy="5475954"/>
          </a:xfrm>
        </p:grpSpPr>
        <p:grpSp>
          <p:nvGrpSpPr>
            <p:cNvPr id="33" name="Group 32">
              <a:extLst>
                <a:ext uri="{FF2B5EF4-FFF2-40B4-BE49-F238E27FC236}">
                  <a16:creationId xmlns:a16="http://schemas.microsoft.com/office/drawing/2014/main" id="{D1FCBAB4-0CBD-A738-A058-100C35A0BDF1}"/>
                </a:ext>
              </a:extLst>
            </p:cNvPr>
            <p:cNvGrpSpPr/>
            <p:nvPr userDrawn="1"/>
          </p:nvGrpSpPr>
          <p:grpSpPr>
            <a:xfrm>
              <a:off x="1698171" y="691024"/>
              <a:ext cx="4972050" cy="5475954"/>
              <a:chOff x="1466850" y="380320"/>
              <a:chExt cx="5233574" cy="5763985"/>
            </a:xfrm>
          </p:grpSpPr>
          <p:sp>
            <p:nvSpPr>
              <p:cNvPr id="38" name="Rectangle 37">
                <a:extLst>
                  <a:ext uri="{FF2B5EF4-FFF2-40B4-BE49-F238E27FC236}">
                    <a16:creationId xmlns:a16="http://schemas.microsoft.com/office/drawing/2014/main" id="{A67098CE-4555-2BEE-5226-2E2F9EE1D5BB}"/>
                  </a:ext>
                </a:extLst>
              </p:cNvPr>
              <p:cNvSpPr/>
              <p:nvPr userDrawn="1"/>
            </p:nvSpPr>
            <p:spPr>
              <a:xfrm>
                <a:off x="1466850" y="875620"/>
                <a:ext cx="5233574" cy="526868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6A0CBAEB-0BE9-F75E-CB8D-A411C52E889A}"/>
                  </a:ext>
                </a:extLst>
              </p:cNvPr>
              <p:cNvSpPr/>
              <p:nvPr userDrawn="1"/>
            </p:nvSpPr>
            <p:spPr>
              <a:xfrm>
                <a:off x="1466850" y="380320"/>
                <a:ext cx="5233574"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0EDFCBD7-3731-A5D1-BB82-218531D6BA6E}"/>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AA6D4634-51B3-BE70-0479-199D811D75F3}"/>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2B1D16B-1A18-4890-4596-F24DD1C0BA94}"/>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E98E60AF-0ABD-505A-4D5D-18B025CCA331}"/>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40" name="Title 1">
            <a:extLst>
              <a:ext uri="{FF2B5EF4-FFF2-40B4-BE49-F238E27FC236}">
                <a16:creationId xmlns:a16="http://schemas.microsoft.com/office/drawing/2014/main" id="{A048DF11-5712-A1DF-9E33-2C705AF54B80}"/>
              </a:ext>
            </a:extLst>
          </p:cNvPr>
          <p:cNvSpPr>
            <a:spLocks noGrp="1"/>
          </p:cNvSpPr>
          <p:nvPr>
            <p:ph type="title" hasCustomPrompt="1"/>
          </p:nvPr>
        </p:nvSpPr>
        <p:spPr>
          <a:xfrm>
            <a:off x="3957068" y="851547"/>
            <a:ext cx="4275364" cy="1979634"/>
          </a:xfrm>
        </p:spPr>
        <p:txBody>
          <a:bodyPr anchor="ctr"/>
          <a:lstStyle>
            <a:lvl1pPr>
              <a:defRPr sz="3200"/>
            </a:lvl1pPr>
          </a:lstStyle>
          <a:p>
            <a:r>
              <a:rPr lang="en-US" dirty="0"/>
              <a:t>Click to add title</a:t>
            </a:r>
          </a:p>
        </p:txBody>
      </p:sp>
      <p:sp>
        <p:nvSpPr>
          <p:cNvPr id="41" name="Content Placeholder 2">
            <a:extLst>
              <a:ext uri="{FF2B5EF4-FFF2-40B4-BE49-F238E27FC236}">
                <a16:creationId xmlns:a16="http://schemas.microsoft.com/office/drawing/2014/main" id="{5FC08F1C-3206-A42D-3BCD-F04FBA78394F}"/>
              </a:ext>
            </a:extLst>
          </p:cNvPr>
          <p:cNvSpPr>
            <a:spLocks noGrp="1"/>
          </p:cNvSpPr>
          <p:nvPr>
            <p:ph idx="1" hasCustomPrompt="1"/>
          </p:nvPr>
        </p:nvSpPr>
        <p:spPr>
          <a:xfrm>
            <a:off x="3947886" y="2831182"/>
            <a:ext cx="4275364" cy="2660213"/>
          </a:xfrm>
        </p:spPr>
        <p:txBody>
          <a:bodyPr tIns="0" bIns="0"/>
          <a:lstStyle>
            <a:lvl1pPr>
              <a:lnSpc>
                <a:spcPct val="150000"/>
              </a:lnSpc>
              <a:defRPr sz="1800"/>
            </a:lvl1pPr>
            <a:lvl2pPr>
              <a:lnSpc>
                <a:spcPct val="150000"/>
              </a:lnSpc>
              <a:defRPr sz="1800"/>
            </a:lvl2pPr>
            <a:lvl3pPr>
              <a:lnSpc>
                <a:spcPct val="150000"/>
              </a:lnSpc>
              <a:defRPr sz="1600"/>
            </a:lvl3pPr>
            <a:lvl4pPr>
              <a:lnSpc>
                <a:spcPct val="150000"/>
              </a:lnSpc>
              <a:defRPr sz="1400"/>
            </a:lvl4pPr>
            <a:lvl5pPr>
              <a:lnSpc>
                <a:spcPct val="150000"/>
              </a:lnSpc>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2" name="Rectangle 41">
            <a:extLst>
              <a:ext uri="{FF2B5EF4-FFF2-40B4-BE49-F238E27FC236}">
                <a16:creationId xmlns:a16="http://schemas.microsoft.com/office/drawing/2014/main" id="{19671B5C-5A86-C6A6-2913-1F73F100E32C}"/>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3" name="Straight Connector 42">
            <a:extLst>
              <a:ext uri="{FF2B5EF4-FFF2-40B4-BE49-F238E27FC236}">
                <a16:creationId xmlns:a16="http://schemas.microsoft.com/office/drawing/2014/main" id="{542D9D8C-0E11-E268-D458-EC3BC4FD2425}"/>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Date Placeholder 3">
            <a:extLst>
              <a:ext uri="{FF2B5EF4-FFF2-40B4-BE49-F238E27FC236}">
                <a16:creationId xmlns:a16="http://schemas.microsoft.com/office/drawing/2014/main" id="{8E4CD02A-FF2F-864A-138B-368FE9BFDEE2}"/>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1/22/2026</a:t>
            </a:fld>
            <a:endParaRPr lang="en-US" dirty="0"/>
          </a:p>
        </p:txBody>
      </p:sp>
      <p:pic>
        <p:nvPicPr>
          <p:cNvPr id="47" name="Graphic 46">
            <a:extLst>
              <a:ext uri="{FF2B5EF4-FFF2-40B4-BE49-F238E27FC236}">
                <a16:creationId xmlns:a16="http://schemas.microsoft.com/office/drawing/2014/main" id="{5B0F505A-EE51-9D7A-42EA-2CD2CD432E72}"/>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542011" y="6405154"/>
            <a:ext cx="274320" cy="274320"/>
          </a:xfrm>
          <a:prstGeom prst="rect">
            <a:avLst/>
          </a:prstGeom>
        </p:spPr>
      </p:pic>
      <p:pic>
        <p:nvPicPr>
          <p:cNvPr id="48" name="Graphic 47">
            <a:extLst>
              <a:ext uri="{FF2B5EF4-FFF2-40B4-BE49-F238E27FC236}">
                <a16:creationId xmlns:a16="http://schemas.microsoft.com/office/drawing/2014/main" id="{B4905353-8D75-B3E2-2489-1D6907755CF2}"/>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9168948" y="6405154"/>
            <a:ext cx="274320" cy="274320"/>
          </a:xfrm>
          <a:prstGeom prst="rect">
            <a:avLst/>
          </a:prstGeom>
        </p:spPr>
      </p:pic>
      <p:pic>
        <p:nvPicPr>
          <p:cNvPr id="49" name="Graphic 48">
            <a:extLst>
              <a:ext uri="{FF2B5EF4-FFF2-40B4-BE49-F238E27FC236}">
                <a16:creationId xmlns:a16="http://schemas.microsoft.com/office/drawing/2014/main" id="{4DBFD95C-0912-3222-EECA-8F84031BCDF4}"/>
              </a:ext>
              <a:ext uri="{C183D7F6-B498-43B3-948B-1728B52AA6E4}">
                <adec:decorative xmlns:adec="http://schemas.microsoft.com/office/drawing/2017/decorative" val="1"/>
              </a:ext>
            </a:extLst>
          </p:cNvPr>
          <p:cNvPicPr>
            <a:picLocks noChangeAspect="1"/>
          </p:cNvPicPr>
          <p:nvPr userDrawn="1"/>
        </p:nvPicPr>
        <p:blipFill rotWithShape="1">
          <a:blip r:embed="rId8" cstate="hqprint">
            <a:extLst>
              <a:ext uri="{28A0092B-C50C-407E-A947-70E740481C1C}">
                <a14:useLocalDpi xmlns:a14="http://schemas.microsoft.com/office/drawing/2010/main"/>
              </a:ext>
              <a:ext uri="{96DAC541-7B7A-43D3-8B79-37D633B846F1}">
                <asvg:svgBlip xmlns:asvg="http://schemas.microsoft.com/office/drawing/2016/SVG/main" r:embed="rId9"/>
              </a:ext>
            </a:extLst>
          </a:blip>
          <a:srcRect l="13558" t="13558" r="13558" b="13558"/>
          <a:stretch/>
        </p:blipFill>
        <p:spPr>
          <a:xfrm>
            <a:off x="8795884" y="6405154"/>
            <a:ext cx="274320" cy="274320"/>
          </a:xfrm>
          <a:prstGeom prst="rect">
            <a:avLst/>
          </a:prstGeom>
        </p:spPr>
      </p:pic>
      <p:sp>
        <p:nvSpPr>
          <p:cNvPr id="50" name="Slide Number Placeholder 5">
            <a:extLst>
              <a:ext uri="{FF2B5EF4-FFF2-40B4-BE49-F238E27FC236}">
                <a16:creationId xmlns:a16="http://schemas.microsoft.com/office/drawing/2014/main" id="{7F30B651-FA38-151D-A122-6186F222CA8C}"/>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51" name="Rectangle 50">
            <a:extLst>
              <a:ext uri="{FF2B5EF4-FFF2-40B4-BE49-F238E27FC236}">
                <a16:creationId xmlns:a16="http://schemas.microsoft.com/office/drawing/2014/main" id="{B343855C-EC70-E12C-3368-415B1AC40C1B}"/>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33529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B9D92F9-7505-2024-1DF6-10DB1241A72C}"/>
              </a:ext>
              <a:ext uri="{C183D7F6-B498-43B3-948B-1728B52AA6E4}">
                <adec:decorative xmlns:adec="http://schemas.microsoft.com/office/drawing/2017/decorative" val="1"/>
              </a:ext>
            </a:extLst>
          </p:cNvPr>
          <p:cNvPicPr>
            <a:picLocks noChangeAspect="1"/>
          </p:cNvPicPr>
          <p:nvPr userDrawn="1"/>
        </p:nvPicPr>
        <p:blipFill rotWithShape="1">
          <a:blip r:embed="rId3"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40898"/>
          <a:stretch/>
        </p:blipFill>
        <p:spPr>
          <a:xfrm>
            <a:off x="0" y="1448221"/>
            <a:ext cx="2197076" cy="3717471"/>
          </a:xfrm>
          <a:prstGeom prst="rect">
            <a:avLst/>
          </a:prstGeom>
        </p:spPr>
      </p:pic>
      <p:sp>
        <p:nvSpPr>
          <p:cNvPr id="21" name="Rectangle 20">
            <a:extLst>
              <a:ext uri="{FF2B5EF4-FFF2-40B4-BE49-F238E27FC236}">
                <a16:creationId xmlns:a16="http://schemas.microsoft.com/office/drawing/2014/main" id="{7D296A0E-AA2F-B543-BCEA-D30C665A2BA2}"/>
              </a:ext>
              <a:ext uri="{C183D7F6-B498-43B3-948B-1728B52AA6E4}">
                <adec:decorative xmlns:adec="http://schemas.microsoft.com/office/drawing/2017/decorative" val="1"/>
              </a:ext>
            </a:extLst>
          </p:cNvPr>
          <p:cNvSpPr/>
          <p:nvPr userDrawn="1"/>
        </p:nvSpPr>
        <p:spPr>
          <a:xfrm>
            <a:off x="380999" y="851548"/>
            <a:ext cx="6687981"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FF4E35C9-2754-CF70-29E7-27AC12CE482E}"/>
              </a:ext>
              <a:ext uri="{C183D7F6-B498-43B3-948B-1728B52AA6E4}">
                <adec:decorative xmlns:adec="http://schemas.microsoft.com/office/drawing/2017/decorative" val="1"/>
              </a:ext>
            </a:extLst>
          </p:cNvPr>
          <p:cNvSpPr/>
          <p:nvPr userDrawn="1"/>
        </p:nvSpPr>
        <p:spPr>
          <a:xfrm>
            <a:off x="380999" y="380999"/>
            <a:ext cx="6687981"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69AAB6D3-CF07-3A44-F37A-9DEF7B82B56B}"/>
              </a:ext>
              <a:ext uri="{C183D7F6-B498-43B3-948B-1728B52AA6E4}">
                <adec:decorative xmlns:adec="http://schemas.microsoft.com/office/drawing/2017/decorative" val="1"/>
              </a:ext>
            </a:extLst>
          </p:cNvPr>
          <p:cNvGrpSpPr/>
          <p:nvPr userDrawn="1"/>
        </p:nvGrpSpPr>
        <p:grpSpPr>
          <a:xfrm>
            <a:off x="522515" y="505268"/>
            <a:ext cx="810985" cy="212272"/>
            <a:chOff x="1883229" y="800099"/>
            <a:chExt cx="810985" cy="212272"/>
          </a:xfrm>
        </p:grpSpPr>
        <p:sp>
          <p:nvSpPr>
            <p:cNvPr id="18" name="Oval 17">
              <a:extLst>
                <a:ext uri="{FF2B5EF4-FFF2-40B4-BE49-F238E27FC236}">
                  <a16:creationId xmlns:a16="http://schemas.microsoft.com/office/drawing/2014/main" id="{16E4DBAB-D882-5741-A690-F28CB547E059}"/>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59414570-C554-43C4-DF59-67790E6DBEB8}"/>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D9EC5277-EFEF-467F-A8E8-3AB6A62F3A0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734784" y="1059463"/>
            <a:ext cx="6008915" cy="4431932"/>
          </a:xfrm>
        </p:spPr>
        <p:txBody>
          <a:bodyPr/>
          <a:lstStyle>
            <a:lvl1pPr algn="ctr">
              <a:defRPr sz="6000"/>
            </a:lvl1pPr>
          </a:lstStyle>
          <a:p>
            <a:r>
              <a:rPr lang="en-US" dirty="0"/>
              <a:t>Click to add title</a:t>
            </a:r>
          </a:p>
        </p:txBody>
      </p:sp>
      <p:sp>
        <p:nvSpPr>
          <p:cNvPr id="31" name="Freeform: Shape 30">
            <a:extLst>
              <a:ext uri="{FF2B5EF4-FFF2-40B4-BE49-F238E27FC236}">
                <a16:creationId xmlns:a16="http://schemas.microsoft.com/office/drawing/2014/main" id="{A037F58E-633A-20EC-118A-2A3039E204FC}"/>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9400"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683E7202-D4FD-97A5-44A7-EC8436DA2BFF}"/>
              </a:ext>
              <a:ext uri="{C183D7F6-B498-43B3-948B-1728B52AA6E4}">
                <adec:decorative xmlns:adec="http://schemas.microsoft.com/office/drawing/2017/decorative" val="1"/>
              </a:ext>
            </a:extLst>
          </p:cNvPr>
          <p:cNvSpPr/>
          <p:nvPr userDrawn="1"/>
        </p:nvSpPr>
        <p:spPr>
          <a:xfrm>
            <a:off x="7453932" y="851548"/>
            <a:ext cx="4353117"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680E844-DC94-8DC4-9D32-BFCC7888727A}"/>
              </a:ext>
              <a:ext uri="{C183D7F6-B498-43B3-948B-1728B52AA6E4}">
                <adec:decorative xmlns:adec="http://schemas.microsoft.com/office/drawing/2017/decorative" val="1"/>
              </a:ext>
            </a:extLst>
          </p:cNvPr>
          <p:cNvSpPr/>
          <p:nvPr userDrawn="1"/>
        </p:nvSpPr>
        <p:spPr>
          <a:xfrm>
            <a:off x="7453932" y="380999"/>
            <a:ext cx="4353117"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890C8A32-35EB-644B-4A78-F0837BB8C9A5}"/>
              </a:ext>
              <a:ext uri="{C183D7F6-B498-43B3-948B-1728B52AA6E4}">
                <adec:decorative xmlns:adec="http://schemas.microsoft.com/office/drawing/2017/decorative" val="1"/>
              </a:ext>
            </a:extLst>
          </p:cNvPr>
          <p:cNvGrpSpPr/>
          <p:nvPr userDrawn="1"/>
        </p:nvGrpSpPr>
        <p:grpSpPr>
          <a:xfrm>
            <a:off x="7595447" y="505268"/>
            <a:ext cx="810985" cy="212272"/>
            <a:chOff x="1883229" y="800099"/>
            <a:chExt cx="810985" cy="212272"/>
          </a:xfrm>
        </p:grpSpPr>
        <p:sp>
          <p:nvSpPr>
            <p:cNvPr id="29" name="Oval 28">
              <a:extLst>
                <a:ext uri="{FF2B5EF4-FFF2-40B4-BE49-F238E27FC236}">
                  <a16:creationId xmlns:a16="http://schemas.microsoft.com/office/drawing/2014/main" id="{7D61DD85-A825-A396-2A30-039913643826}"/>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AE29ECB8-2561-5C06-11F4-9DAB13E88AF9}"/>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EAE27364-A704-A922-E89E-C44E9040E1E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6" name="Picture Placeholder 35">
            <a:extLst>
              <a:ext uri="{FF2B5EF4-FFF2-40B4-BE49-F238E27FC236}">
                <a16:creationId xmlns:a16="http://schemas.microsoft.com/office/drawing/2014/main" id="{E5704C24-F4AD-72DA-159C-32CBFB1AFD4B}"/>
              </a:ext>
            </a:extLst>
          </p:cNvPr>
          <p:cNvSpPr>
            <a:spLocks noGrp="1"/>
          </p:cNvSpPr>
          <p:nvPr>
            <p:ph type="pic" sz="quarter" idx="18"/>
          </p:nvPr>
        </p:nvSpPr>
        <p:spPr>
          <a:xfrm>
            <a:off x="7481871" y="881363"/>
            <a:ext cx="4297680" cy="4937760"/>
          </a:xfrm>
        </p:spPr>
        <p:txBody>
          <a:bodyPr/>
          <a:lstStyle>
            <a:lvl1pPr marL="0" indent="0" algn="ctr">
              <a:buNone/>
              <a:defRPr sz="2000"/>
            </a:lvl1pPr>
          </a:lstStyle>
          <a:p>
            <a:r>
              <a:rPr lang="en-US"/>
              <a:t>Click icon to add picture</a:t>
            </a:r>
            <a:endParaRPr lang="en-US" dirty="0"/>
          </a:p>
        </p:txBody>
      </p:sp>
      <p:sp>
        <p:nvSpPr>
          <p:cNvPr id="3" name="Rectangle 2">
            <a:extLst>
              <a:ext uri="{FF2B5EF4-FFF2-40B4-BE49-F238E27FC236}">
                <a16:creationId xmlns:a16="http://schemas.microsoft.com/office/drawing/2014/main" id="{2F8B87FB-2727-2ED0-7E72-76E55BE45CAA}"/>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D9C4F77E-C259-1702-5FF7-B1EF4F060EAB}"/>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Date Placeholder 3">
            <a:extLst>
              <a:ext uri="{FF2B5EF4-FFF2-40B4-BE49-F238E27FC236}">
                <a16:creationId xmlns:a16="http://schemas.microsoft.com/office/drawing/2014/main" id="{BE4EF1CA-0713-F725-CD7A-054E12143376}"/>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1/22/2026</a:t>
            </a:fld>
            <a:endParaRPr lang="en-US" dirty="0"/>
          </a:p>
        </p:txBody>
      </p:sp>
      <p:pic>
        <p:nvPicPr>
          <p:cNvPr id="8" name="Graphic 7">
            <a:extLst>
              <a:ext uri="{FF2B5EF4-FFF2-40B4-BE49-F238E27FC236}">
                <a16:creationId xmlns:a16="http://schemas.microsoft.com/office/drawing/2014/main" id="{C7C27500-80A5-ACE3-E5FE-30B63950C8C1}"/>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542011" y="6405154"/>
            <a:ext cx="274320" cy="274320"/>
          </a:xfrm>
          <a:prstGeom prst="rect">
            <a:avLst/>
          </a:prstGeom>
        </p:spPr>
      </p:pic>
      <p:pic>
        <p:nvPicPr>
          <p:cNvPr id="11" name="Graphic 10">
            <a:extLst>
              <a:ext uri="{FF2B5EF4-FFF2-40B4-BE49-F238E27FC236}">
                <a16:creationId xmlns:a16="http://schemas.microsoft.com/office/drawing/2014/main" id="{06256C1F-A548-F457-2753-E96A83E5E1B3}"/>
              </a:ext>
              <a:ext uri="{C183D7F6-B498-43B3-948B-1728B52AA6E4}">
                <adec:decorative xmlns:adec="http://schemas.microsoft.com/office/drawing/2017/decorative" val="1"/>
              </a:ext>
            </a:extLst>
          </p:cNvPr>
          <p:cNvPicPr>
            <a:picLocks noChangeAspect="1"/>
          </p:cNvPicPr>
          <p:nvPr userDrawn="1"/>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9168948" y="6405154"/>
            <a:ext cx="274320" cy="274320"/>
          </a:xfrm>
          <a:prstGeom prst="rect">
            <a:avLst/>
          </a:prstGeom>
        </p:spPr>
      </p:pic>
      <p:pic>
        <p:nvPicPr>
          <p:cNvPr id="12" name="Graphic 11">
            <a:extLst>
              <a:ext uri="{FF2B5EF4-FFF2-40B4-BE49-F238E27FC236}">
                <a16:creationId xmlns:a16="http://schemas.microsoft.com/office/drawing/2014/main" id="{797F79C1-FB83-AC51-70F8-8E7305F7C8E1}"/>
              </a:ext>
              <a:ext uri="{C183D7F6-B498-43B3-948B-1728B52AA6E4}">
                <adec:decorative xmlns:adec="http://schemas.microsoft.com/office/drawing/2017/decorative" val="1"/>
              </a:ext>
            </a:extLst>
          </p:cNvPr>
          <p:cNvPicPr>
            <a:picLocks noChangeAspect="1"/>
          </p:cNvPicPr>
          <p:nvPr userDrawn="1"/>
        </p:nvPicPr>
        <p:blipFill rotWithShape="1">
          <a:blip r:embed="rId9" cstate="hqprint">
            <a:extLst>
              <a:ext uri="{28A0092B-C50C-407E-A947-70E740481C1C}">
                <a14:useLocalDpi xmlns:a14="http://schemas.microsoft.com/office/drawing/2010/main"/>
              </a:ext>
              <a:ext uri="{96DAC541-7B7A-43D3-8B79-37D633B846F1}">
                <asvg:svgBlip xmlns:asvg="http://schemas.microsoft.com/office/drawing/2016/SVG/main" r:embed="rId10"/>
              </a:ext>
            </a:extLst>
          </a:blip>
          <a:srcRect l="13558" t="13558" r="13558" b="13558"/>
          <a:stretch/>
        </p:blipFill>
        <p:spPr>
          <a:xfrm>
            <a:off x="8795884" y="6405154"/>
            <a:ext cx="274320" cy="274320"/>
          </a:xfrm>
          <a:prstGeom prst="rect">
            <a:avLst/>
          </a:prstGeom>
        </p:spPr>
      </p:pic>
      <p:sp>
        <p:nvSpPr>
          <p:cNvPr id="15" name="Slide Number Placeholder 5">
            <a:extLst>
              <a:ext uri="{FF2B5EF4-FFF2-40B4-BE49-F238E27FC236}">
                <a16:creationId xmlns:a16="http://schemas.microsoft.com/office/drawing/2014/main" id="{BBDD93F0-5136-93CB-0125-942AA638272F}"/>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16" name="Rectangle 15">
            <a:extLst>
              <a:ext uri="{FF2B5EF4-FFF2-40B4-BE49-F238E27FC236}">
                <a16:creationId xmlns:a16="http://schemas.microsoft.com/office/drawing/2014/main" id="{1FE7A212-2920-1971-09FB-8F2CF45120D7}"/>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104480642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B9D92F9-7505-2024-1DF6-10DB1241A72C}"/>
              </a:ext>
              <a:ext uri="{C183D7F6-B498-43B3-948B-1728B52AA6E4}">
                <adec:decorative xmlns:adec="http://schemas.microsoft.com/office/drawing/2017/decorative" val="1"/>
              </a:ext>
            </a:extLst>
          </p:cNvPr>
          <p:cNvPicPr>
            <a:picLocks noChangeAspect="1"/>
          </p:cNvPicPr>
          <p:nvPr userDrawn="1"/>
        </p:nvPicPr>
        <p:blipFill rotWithShape="1">
          <a:blip r:embed="rId3"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40898"/>
          <a:stretch/>
        </p:blipFill>
        <p:spPr>
          <a:xfrm>
            <a:off x="0" y="1448221"/>
            <a:ext cx="2197076" cy="3717471"/>
          </a:xfrm>
          <a:prstGeom prst="rect">
            <a:avLst/>
          </a:prstGeom>
        </p:spPr>
      </p:pic>
      <p:sp>
        <p:nvSpPr>
          <p:cNvPr id="21" name="Rectangle 20">
            <a:extLst>
              <a:ext uri="{FF2B5EF4-FFF2-40B4-BE49-F238E27FC236}">
                <a16:creationId xmlns:a16="http://schemas.microsoft.com/office/drawing/2014/main" id="{7D296A0E-AA2F-B543-BCEA-D30C665A2BA2}"/>
              </a:ext>
              <a:ext uri="{C183D7F6-B498-43B3-948B-1728B52AA6E4}">
                <adec:decorative xmlns:adec="http://schemas.microsoft.com/office/drawing/2017/decorative" val="1"/>
              </a:ext>
            </a:extLst>
          </p:cNvPr>
          <p:cNvSpPr/>
          <p:nvPr userDrawn="1"/>
        </p:nvSpPr>
        <p:spPr>
          <a:xfrm>
            <a:off x="380999" y="851548"/>
            <a:ext cx="6687981"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2" name="Rectangle 21">
            <a:extLst>
              <a:ext uri="{FF2B5EF4-FFF2-40B4-BE49-F238E27FC236}">
                <a16:creationId xmlns:a16="http://schemas.microsoft.com/office/drawing/2014/main" id="{FF4E35C9-2754-CF70-29E7-27AC12CE482E}"/>
              </a:ext>
              <a:ext uri="{C183D7F6-B498-43B3-948B-1728B52AA6E4}">
                <adec:decorative xmlns:adec="http://schemas.microsoft.com/office/drawing/2017/decorative" val="1"/>
              </a:ext>
            </a:extLst>
          </p:cNvPr>
          <p:cNvSpPr/>
          <p:nvPr userDrawn="1"/>
        </p:nvSpPr>
        <p:spPr>
          <a:xfrm>
            <a:off x="380999" y="380999"/>
            <a:ext cx="6687981"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69AAB6D3-CF07-3A44-F37A-9DEF7B82B56B}"/>
              </a:ext>
              <a:ext uri="{C183D7F6-B498-43B3-948B-1728B52AA6E4}">
                <adec:decorative xmlns:adec="http://schemas.microsoft.com/office/drawing/2017/decorative" val="1"/>
              </a:ext>
            </a:extLst>
          </p:cNvPr>
          <p:cNvGrpSpPr/>
          <p:nvPr userDrawn="1"/>
        </p:nvGrpSpPr>
        <p:grpSpPr>
          <a:xfrm>
            <a:off x="522515" y="505268"/>
            <a:ext cx="810985" cy="212272"/>
            <a:chOff x="1883229" y="800099"/>
            <a:chExt cx="810985" cy="212272"/>
          </a:xfrm>
        </p:grpSpPr>
        <p:sp>
          <p:nvSpPr>
            <p:cNvPr id="18" name="Oval 17">
              <a:extLst>
                <a:ext uri="{FF2B5EF4-FFF2-40B4-BE49-F238E27FC236}">
                  <a16:creationId xmlns:a16="http://schemas.microsoft.com/office/drawing/2014/main" id="{16E4DBAB-D882-5741-A690-F28CB547E059}"/>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59414570-C554-43C4-DF59-67790E6DBEB8}"/>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D9EC5277-EFEF-467F-A8E8-3AB6A62F3A0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5644" y="841808"/>
            <a:ext cx="6712153" cy="4012867"/>
          </a:xfrm>
        </p:spPr>
        <p:txBody>
          <a:bodyPr anchor="ctr"/>
          <a:lstStyle>
            <a:lvl1pPr algn="ctr">
              <a:defRPr sz="5400"/>
            </a:lvl1pPr>
          </a:lstStyle>
          <a:p>
            <a:r>
              <a:rPr lang="en-US" dirty="0"/>
              <a:t>Click to add title</a:t>
            </a:r>
          </a:p>
        </p:txBody>
      </p:sp>
      <p:sp>
        <p:nvSpPr>
          <p:cNvPr id="3" name="Rectangle: Rounded Corners 2">
            <a:extLst>
              <a:ext uri="{FF2B5EF4-FFF2-40B4-BE49-F238E27FC236}">
                <a16:creationId xmlns:a16="http://schemas.microsoft.com/office/drawing/2014/main" id="{A63774F2-22B6-2050-1FA9-905E2B2B5FD4}"/>
              </a:ext>
              <a:ext uri="{C183D7F6-B498-43B3-948B-1728B52AA6E4}">
                <adec:decorative xmlns:adec="http://schemas.microsoft.com/office/drawing/2017/decorative" val="1"/>
              </a:ext>
            </a:extLst>
          </p:cNvPr>
          <p:cNvSpPr/>
          <p:nvPr userDrawn="1"/>
        </p:nvSpPr>
        <p:spPr>
          <a:xfrm>
            <a:off x="720532" y="4854677"/>
            <a:ext cx="6008915" cy="652923"/>
          </a:xfrm>
          <a:prstGeom prst="roundRect">
            <a:avLst>
              <a:gd name="adj" fmla="val 500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ubtitle 2">
            <a:extLst>
              <a:ext uri="{FF2B5EF4-FFF2-40B4-BE49-F238E27FC236}">
                <a16:creationId xmlns:a16="http://schemas.microsoft.com/office/drawing/2014/main" id="{D406CD66-4AAA-6429-2E99-B4514373C2AE}"/>
              </a:ext>
            </a:extLst>
          </p:cNvPr>
          <p:cNvSpPr>
            <a:spLocks noGrp="1"/>
          </p:cNvSpPr>
          <p:nvPr>
            <p:ph type="subTitle" idx="1" hasCustomPrompt="1"/>
          </p:nvPr>
        </p:nvSpPr>
        <p:spPr>
          <a:xfrm>
            <a:off x="734784" y="4854677"/>
            <a:ext cx="6008915" cy="652923"/>
          </a:xfrm>
        </p:spPr>
        <p:txBody>
          <a:bodyPr anchor="ctr">
            <a:no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1" name="Freeform: Shape 30">
            <a:extLst>
              <a:ext uri="{FF2B5EF4-FFF2-40B4-BE49-F238E27FC236}">
                <a16:creationId xmlns:a16="http://schemas.microsoft.com/office/drawing/2014/main" id="{A037F58E-633A-20EC-118A-2A3039E204FC}"/>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9400"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683E7202-D4FD-97A5-44A7-EC8436DA2BFF}"/>
              </a:ext>
              <a:ext uri="{C183D7F6-B498-43B3-948B-1728B52AA6E4}">
                <adec:decorative xmlns:adec="http://schemas.microsoft.com/office/drawing/2017/decorative" val="1"/>
              </a:ext>
            </a:extLst>
          </p:cNvPr>
          <p:cNvSpPr/>
          <p:nvPr userDrawn="1"/>
        </p:nvSpPr>
        <p:spPr>
          <a:xfrm>
            <a:off x="7453932" y="851548"/>
            <a:ext cx="4353117"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680E844-DC94-8DC4-9D32-BFCC7888727A}"/>
              </a:ext>
              <a:ext uri="{C183D7F6-B498-43B3-948B-1728B52AA6E4}">
                <adec:decorative xmlns:adec="http://schemas.microsoft.com/office/drawing/2017/decorative" val="1"/>
              </a:ext>
            </a:extLst>
          </p:cNvPr>
          <p:cNvSpPr/>
          <p:nvPr userDrawn="1"/>
        </p:nvSpPr>
        <p:spPr>
          <a:xfrm>
            <a:off x="7453932" y="380999"/>
            <a:ext cx="4353117"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890C8A32-35EB-644B-4A78-F0837BB8C9A5}"/>
              </a:ext>
              <a:ext uri="{C183D7F6-B498-43B3-948B-1728B52AA6E4}">
                <adec:decorative xmlns:adec="http://schemas.microsoft.com/office/drawing/2017/decorative" val="1"/>
              </a:ext>
            </a:extLst>
          </p:cNvPr>
          <p:cNvGrpSpPr/>
          <p:nvPr userDrawn="1"/>
        </p:nvGrpSpPr>
        <p:grpSpPr>
          <a:xfrm>
            <a:off x="7595447" y="505268"/>
            <a:ext cx="810985" cy="212272"/>
            <a:chOff x="1883229" y="800099"/>
            <a:chExt cx="810985" cy="212272"/>
          </a:xfrm>
        </p:grpSpPr>
        <p:sp>
          <p:nvSpPr>
            <p:cNvPr id="29" name="Oval 28">
              <a:extLst>
                <a:ext uri="{FF2B5EF4-FFF2-40B4-BE49-F238E27FC236}">
                  <a16:creationId xmlns:a16="http://schemas.microsoft.com/office/drawing/2014/main" id="{7D61DD85-A825-A396-2A30-039913643826}"/>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AE29ECB8-2561-5C06-11F4-9DAB13E88AF9}"/>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EAE27364-A704-A922-E89E-C44E9040E1E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6" name="Picture Placeholder 35">
            <a:extLst>
              <a:ext uri="{FF2B5EF4-FFF2-40B4-BE49-F238E27FC236}">
                <a16:creationId xmlns:a16="http://schemas.microsoft.com/office/drawing/2014/main" id="{E5704C24-F4AD-72DA-159C-32CBFB1AFD4B}"/>
              </a:ext>
            </a:extLst>
          </p:cNvPr>
          <p:cNvSpPr>
            <a:spLocks noGrp="1"/>
          </p:cNvSpPr>
          <p:nvPr>
            <p:ph type="pic" sz="quarter" idx="18"/>
          </p:nvPr>
        </p:nvSpPr>
        <p:spPr>
          <a:xfrm>
            <a:off x="7466631" y="859509"/>
            <a:ext cx="4324485" cy="4983480"/>
          </a:xfrm>
        </p:spPr>
        <p:txBody>
          <a:bodyPr/>
          <a:lstStyle>
            <a:lvl1pPr marL="0" indent="0" algn="ctr">
              <a:buNone/>
              <a:defRPr sz="2000"/>
            </a:lvl1pPr>
          </a:lstStyle>
          <a:p>
            <a:r>
              <a:rPr lang="en-US"/>
              <a:t>Click icon to add picture</a:t>
            </a:r>
            <a:endParaRPr lang="en-US" dirty="0"/>
          </a:p>
        </p:txBody>
      </p:sp>
      <p:sp>
        <p:nvSpPr>
          <p:cNvPr id="7" name="Rectangle 6">
            <a:extLst>
              <a:ext uri="{FF2B5EF4-FFF2-40B4-BE49-F238E27FC236}">
                <a16:creationId xmlns:a16="http://schemas.microsoft.com/office/drawing/2014/main" id="{579CD2F2-6C1D-5B8C-C5CF-40222BAE8609}"/>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B216551A-8E0E-2E51-2D2F-BD765A674C3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Date Placeholder 3">
            <a:extLst>
              <a:ext uri="{FF2B5EF4-FFF2-40B4-BE49-F238E27FC236}">
                <a16:creationId xmlns:a16="http://schemas.microsoft.com/office/drawing/2014/main" id="{B612F406-221C-DFC9-5B2E-A6B4A06FF4C7}"/>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1/22/2026</a:t>
            </a:fld>
            <a:endParaRPr lang="en-US" dirty="0"/>
          </a:p>
        </p:txBody>
      </p:sp>
      <p:pic>
        <p:nvPicPr>
          <p:cNvPr id="12" name="Graphic 11">
            <a:extLst>
              <a:ext uri="{FF2B5EF4-FFF2-40B4-BE49-F238E27FC236}">
                <a16:creationId xmlns:a16="http://schemas.microsoft.com/office/drawing/2014/main" id="{A08FB81D-7980-C91F-E68F-CA152DB4AD8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542011" y="6405154"/>
            <a:ext cx="274320" cy="274320"/>
          </a:xfrm>
          <a:prstGeom prst="rect">
            <a:avLst/>
          </a:prstGeom>
        </p:spPr>
      </p:pic>
      <p:pic>
        <p:nvPicPr>
          <p:cNvPr id="15" name="Graphic 14">
            <a:extLst>
              <a:ext uri="{FF2B5EF4-FFF2-40B4-BE49-F238E27FC236}">
                <a16:creationId xmlns:a16="http://schemas.microsoft.com/office/drawing/2014/main" id="{C790F93D-BC22-F46A-6921-211237434936}"/>
              </a:ext>
              <a:ext uri="{C183D7F6-B498-43B3-948B-1728B52AA6E4}">
                <adec:decorative xmlns:adec="http://schemas.microsoft.com/office/drawing/2017/decorative" val="1"/>
              </a:ext>
            </a:extLst>
          </p:cNvPr>
          <p:cNvPicPr>
            <a:picLocks noChangeAspect="1"/>
          </p:cNvPicPr>
          <p:nvPr userDrawn="1"/>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9168948" y="6405154"/>
            <a:ext cx="274320" cy="274320"/>
          </a:xfrm>
          <a:prstGeom prst="rect">
            <a:avLst/>
          </a:prstGeom>
        </p:spPr>
      </p:pic>
      <p:pic>
        <p:nvPicPr>
          <p:cNvPr id="16" name="Graphic 15">
            <a:extLst>
              <a:ext uri="{FF2B5EF4-FFF2-40B4-BE49-F238E27FC236}">
                <a16:creationId xmlns:a16="http://schemas.microsoft.com/office/drawing/2014/main" id="{CBA151EE-A96C-A1AB-6996-3FF8F8AFA1D2}"/>
              </a:ext>
              <a:ext uri="{C183D7F6-B498-43B3-948B-1728B52AA6E4}">
                <adec:decorative xmlns:adec="http://schemas.microsoft.com/office/drawing/2017/decorative" val="1"/>
              </a:ext>
            </a:extLst>
          </p:cNvPr>
          <p:cNvPicPr>
            <a:picLocks noChangeAspect="1"/>
          </p:cNvPicPr>
          <p:nvPr userDrawn="1"/>
        </p:nvPicPr>
        <p:blipFill rotWithShape="1">
          <a:blip r:embed="rId9" cstate="hqprint">
            <a:extLst>
              <a:ext uri="{28A0092B-C50C-407E-A947-70E740481C1C}">
                <a14:useLocalDpi xmlns:a14="http://schemas.microsoft.com/office/drawing/2010/main"/>
              </a:ext>
              <a:ext uri="{96DAC541-7B7A-43D3-8B79-37D633B846F1}">
                <asvg:svgBlip xmlns:asvg="http://schemas.microsoft.com/office/drawing/2016/SVG/main" r:embed="rId10"/>
              </a:ext>
            </a:extLst>
          </a:blip>
          <a:srcRect l="13558" t="13558" r="13558" b="13558"/>
          <a:stretch/>
        </p:blipFill>
        <p:spPr>
          <a:xfrm>
            <a:off x="8795884" y="6405154"/>
            <a:ext cx="274320" cy="274320"/>
          </a:xfrm>
          <a:prstGeom prst="rect">
            <a:avLst/>
          </a:prstGeom>
        </p:spPr>
      </p:pic>
      <p:sp>
        <p:nvSpPr>
          <p:cNvPr id="33" name="Slide Number Placeholder 5">
            <a:extLst>
              <a:ext uri="{FF2B5EF4-FFF2-40B4-BE49-F238E27FC236}">
                <a16:creationId xmlns:a16="http://schemas.microsoft.com/office/drawing/2014/main" id="{0FBE0826-C479-F9B2-BE8C-B31F4CD98E4C}"/>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34" name="Rectangle 33">
            <a:extLst>
              <a:ext uri="{FF2B5EF4-FFF2-40B4-BE49-F238E27FC236}">
                <a16:creationId xmlns:a16="http://schemas.microsoft.com/office/drawing/2014/main" id="{62278FC6-6AA7-8092-6593-326853123591}"/>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338392265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Introduction">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A41A884-237A-64B6-32E7-217992605B3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
            <a:extLst>
              <a:ext uri="{FF2B5EF4-FFF2-40B4-BE49-F238E27FC236}">
                <a16:creationId xmlns:a16="http://schemas.microsoft.com/office/drawing/2014/main" id="{BA79ADB4-793B-694B-0F44-63AED5A3B60F}"/>
              </a:ext>
            </a:extLst>
          </p:cNvPr>
          <p:cNvSpPr>
            <a:spLocks noGrp="1"/>
          </p:cNvSpPr>
          <p:nvPr>
            <p:ph type="title" hasCustomPrompt="1"/>
          </p:nvPr>
        </p:nvSpPr>
        <p:spPr>
          <a:xfrm>
            <a:off x="641350" y="530572"/>
            <a:ext cx="10907016" cy="1162882"/>
          </a:xfrm>
        </p:spPr>
        <p:txBody>
          <a:bodyPr tIns="182880"/>
          <a:lstStyle>
            <a:lvl1pPr algn="l">
              <a:defRPr sz="3200"/>
            </a:lvl1pPr>
          </a:lstStyle>
          <a:p>
            <a:r>
              <a:rPr lang="en-US" dirty="0"/>
              <a:t>Click to add title</a:t>
            </a:r>
          </a:p>
        </p:txBody>
      </p:sp>
      <p:sp>
        <p:nvSpPr>
          <p:cNvPr id="15" name="Text Placeholder 14">
            <a:extLst>
              <a:ext uri="{FF2B5EF4-FFF2-40B4-BE49-F238E27FC236}">
                <a16:creationId xmlns:a16="http://schemas.microsoft.com/office/drawing/2014/main" id="{25D911D6-AEFE-1CA4-D41D-B9157575E483}"/>
              </a:ext>
            </a:extLst>
          </p:cNvPr>
          <p:cNvSpPr>
            <a:spLocks noGrp="1"/>
          </p:cNvSpPr>
          <p:nvPr>
            <p:ph type="body" sz="quarter" idx="10" hasCustomPrompt="1"/>
          </p:nvPr>
        </p:nvSpPr>
        <p:spPr>
          <a:xfrm>
            <a:off x="641350" y="1917700"/>
            <a:ext cx="10907016" cy="3340099"/>
          </a:xfrm>
        </p:spPr>
        <p:txBody>
          <a:bodyPr/>
          <a:lstStyle>
            <a:lvl1pPr marL="285750" indent="-285750">
              <a:lnSpc>
                <a:spcPts val="1900"/>
              </a:lnSpc>
              <a:buFont typeface="Arial" panose="020B0604020202020204" pitchFamily="34" charset="0"/>
              <a:buChar char="•"/>
              <a:defRPr sz="1800"/>
            </a:lvl1pPr>
            <a:lvl2pPr marL="742950" indent="-285750">
              <a:lnSpc>
                <a:spcPts val="1900"/>
              </a:lnSpc>
              <a:buFont typeface="Arial" panose="020B0604020202020204" pitchFamily="34" charset="0"/>
              <a:buChar char="•"/>
              <a:defRPr sz="1800"/>
            </a:lvl2pPr>
            <a:lvl3pPr marL="1200150" indent="-285750">
              <a:lnSpc>
                <a:spcPts val="1900"/>
              </a:lnSpc>
              <a:buFont typeface="Arial" panose="020B0604020202020204" pitchFamily="34" charset="0"/>
              <a:buChar char="•"/>
              <a:defRPr sz="1800"/>
            </a:lvl3pPr>
            <a:lvl4pPr marL="1657350" indent="-285750">
              <a:lnSpc>
                <a:spcPts val="1900"/>
              </a:lnSpc>
              <a:buFont typeface="Arial" panose="020B0604020202020204" pitchFamily="34" charset="0"/>
              <a:buChar char="•"/>
              <a:defRPr sz="1800"/>
            </a:lvl4pPr>
            <a:lvl5pPr marL="2114550" indent="-285750">
              <a:lnSpc>
                <a:spcPts val="1900"/>
              </a:lnSpc>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874C63F8-081B-3D1E-1EC2-A59B7627A0FF}"/>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80B6F8D9-3C25-DDB8-6C45-D06BF5D837DD}"/>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Date Placeholder 3">
            <a:extLst>
              <a:ext uri="{FF2B5EF4-FFF2-40B4-BE49-F238E27FC236}">
                <a16:creationId xmlns:a16="http://schemas.microsoft.com/office/drawing/2014/main" id="{BA069417-406B-7583-F175-EE9B3830EE82}"/>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1/22/2026</a:t>
            </a:fld>
            <a:endParaRPr lang="en-US" dirty="0"/>
          </a:p>
        </p:txBody>
      </p:sp>
      <p:pic>
        <p:nvPicPr>
          <p:cNvPr id="11" name="Graphic 10">
            <a:extLst>
              <a:ext uri="{FF2B5EF4-FFF2-40B4-BE49-F238E27FC236}">
                <a16:creationId xmlns:a16="http://schemas.microsoft.com/office/drawing/2014/main" id="{8DDC80A3-1127-C309-CCCF-459D4B365B0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12" name="Graphic 11">
            <a:extLst>
              <a:ext uri="{FF2B5EF4-FFF2-40B4-BE49-F238E27FC236}">
                <a16:creationId xmlns:a16="http://schemas.microsoft.com/office/drawing/2014/main" id="{A7D4C341-6443-CB24-41AE-09E84AA6E89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3" name="Graphic 12">
            <a:extLst>
              <a:ext uri="{FF2B5EF4-FFF2-40B4-BE49-F238E27FC236}">
                <a16:creationId xmlns:a16="http://schemas.microsoft.com/office/drawing/2014/main" id="{553FCF92-6C55-D212-BCA4-51709D62AC13}"/>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16" name="Slide Number Placeholder 5">
            <a:extLst>
              <a:ext uri="{FF2B5EF4-FFF2-40B4-BE49-F238E27FC236}">
                <a16:creationId xmlns:a16="http://schemas.microsoft.com/office/drawing/2014/main" id="{25EF7369-613A-D7D3-3478-17904CF31D29}"/>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17" name="Rectangle 16">
            <a:extLst>
              <a:ext uri="{FF2B5EF4-FFF2-40B4-BE49-F238E27FC236}">
                <a16:creationId xmlns:a16="http://schemas.microsoft.com/office/drawing/2014/main" id="{72B5CA49-A7D8-662B-28C7-95B7B7AD441B}"/>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1705993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327CAC6E-6513-EFEF-80DD-DC09D9C4B1CD}"/>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15939"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4" name="Graphic 13">
            <a:extLst>
              <a:ext uri="{FF2B5EF4-FFF2-40B4-BE49-F238E27FC236}">
                <a16:creationId xmlns:a16="http://schemas.microsoft.com/office/drawing/2014/main" id="{39D0D1EA-36A7-6453-1FD4-3D8EDB9E322A}"/>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40898"/>
          <a:stretch/>
        </p:blipFill>
        <p:spPr>
          <a:xfrm>
            <a:off x="0" y="2536372"/>
            <a:ext cx="2197076" cy="3717471"/>
          </a:xfrm>
          <a:prstGeom prst="rect">
            <a:avLst/>
          </a:prstGeom>
        </p:spPr>
      </p:pic>
      <p:grpSp>
        <p:nvGrpSpPr>
          <p:cNvPr id="11" name="Group 10">
            <a:extLst>
              <a:ext uri="{FF2B5EF4-FFF2-40B4-BE49-F238E27FC236}">
                <a16:creationId xmlns:a16="http://schemas.microsoft.com/office/drawing/2014/main" id="{956C6AF7-C52F-0661-9756-4ACF5F53D270}"/>
              </a:ext>
              <a:ext uri="{C183D7F6-B498-43B3-948B-1728B52AA6E4}">
                <adec:decorative xmlns:adec="http://schemas.microsoft.com/office/drawing/2017/decorative" val="1"/>
              </a:ext>
            </a:extLst>
          </p:cNvPr>
          <p:cNvGrpSpPr/>
          <p:nvPr userDrawn="1"/>
        </p:nvGrpSpPr>
        <p:grpSpPr>
          <a:xfrm>
            <a:off x="1698171" y="691024"/>
            <a:ext cx="8795658" cy="5475954"/>
            <a:chOff x="1698171" y="691024"/>
            <a:chExt cx="8795658" cy="5475954"/>
          </a:xfrm>
        </p:grpSpPr>
        <p:grpSp>
          <p:nvGrpSpPr>
            <p:cNvPr id="6" name="Group 5">
              <a:extLst>
                <a:ext uri="{FF2B5EF4-FFF2-40B4-BE49-F238E27FC236}">
                  <a16:creationId xmlns:a16="http://schemas.microsoft.com/office/drawing/2014/main" id="{28E9A7E9-8102-96E8-3AFE-500CB362A1DC}"/>
                </a:ext>
              </a:extLst>
            </p:cNvPr>
            <p:cNvGrpSpPr/>
            <p:nvPr userDrawn="1"/>
          </p:nvGrpSpPr>
          <p:grpSpPr>
            <a:xfrm>
              <a:off x="1698171" y="691024"/>
              <a:ext cx="8795658" cy="5475954"/>
              <a:chOff x="1466850" y="380320"/>
              <a:chExt cx="9258300" cy="5763985"/>
            </a:xfrm>
          </p:grpSpPr>
          <p:sp>
            <p:nvSpPr>
              <p:cNvPr id="4" name="Rectangle 3">
                <a:extLst>
                  <a:ext uri="{FF2B5EF4-FFF2-40B4-BE49-F238E27FC236}">
                    <a16:creationId xmlns:a16="http://schemas.microsoft.com/office/drawing/2014/main" id="{053ECDAF-8D46-3B38-8636-403A9D6E1AE5}"/>
                  </a:ext>
                </a:extLst>
              </p:cNvPr>
              <p:cNvSpPr/>
              <p:nvPr userDrawn="1"/>
            </p:nvSpPr>
            <p:spPr>
              <a:xfrm>
                <a:off x="1466850" y="875620"/>
                <a:ext cx="9258300" cy="526868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CF9042C5-541D-EACD-1550-73F521EE58CE}"/>
                  </a:ext>
                </a:extLst>
              </p:cNvPr>
              <p:cNvSpPr/>
              <p:nvPr userDrawn="1"/>
            </p:nvSpPr>
            <p:spPr>
              <a:xfrm>
                <a:off x="1466850" y="380320"/>
                <a:ext cx="9258300"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 name="Group 9">
              <a:extLst>
                <a:ext uri="{FF2B5EF4-FFF2-40B4-BE49-F238E27FC236}">
                  <a16:creationId xmlns:a16="http://schemas.microsoft.com/office/drawing/2014/main" id="{C316982B-45E5-11C7-13E9-FFB7118F3739}"/>
                </a:ext>
              </a:extLst>
            </p:cNvPr>
            <p:cNvGrpSpPr/>
            <p:nvPr userDrawn="1"/>
          </p:nvGrpSpPr>
          <p:grpSpPr>
            <a:xfrm>
              <a:off x="1839686" y="815293"/>
              <a:ext cx="810985" cy="212272"/>
              <a:chOff x="1883229" y="800099"/>
              <a:chExt cx="810985" cy="212272"/>
            </a:xfrm>
          </p:grpSpPr>
          <p:sp>
            <p:nvSpPr>
              <p:cNvPr id="7" name="Oval 6">
                <a:extLst>
                  <a:ext uri="{FF2B5EF4-FFF2-40B4-BE49-F238E27FC236}">
                    <a16:creationId xmlns:a16="http://schemas.microsoft.com/office/drawing/2014/main" id="{BAEAE856-A4AE-737F-5F25-C2D45CCF9350}"/>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1869E9B6-7A5C-6135-A347-B48DCD6D4E3A}"/>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04D07301-3180-6D7F-A1D1-2011E615007D}"/>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626326" y="1224098"/>
            <a:ext cx="8939349" cy="3717472"/>
          </a:xfrm>
        </p:spPr>
        <p:txBody>
          <a:bodyPr anchor="ctr">
            <a:noAutofit/>
          </a:bodyPr>
          <a:lstStyle>
            <a:lvl1pPr algn="ctr">
              <a:defRPr sz="6000"/>
            </a:lvl1pPr>
          </a:lstStyle>
          <a:p>
            <a:r>
              <a:rPr lang="en-US" dirty="0"/>
              <a:t>Click to add title</a:t>
            </a:r>
          </a:p>
        </p:txBody>
      </p:sp>
      <p:sp>
        <p:nvSpPr>
          <p:cNvPr id="13" name="Rectangle: Rounded Corners 12">
            <a:extLst>
              <a:ext uri="{FF2B5EF4-FFF2-40B4-BE49-F238E27FC236}">
                <a16:creationId xmlns:a16="http://schemas.microsoft.com/office/drawing/2014/main" id="{CB0A1C84-853A-628A-A9BA-CA6C9B1A535E}"/>
              </a:ext>
              <a:ext uri="{C183D7F6-B498-43B3-948B-1728B52AA6E4}">
                <adec:decorative xmlns:adec="http://schemas.microsoft.com/office/drawing/2017/decorative" val="1"/>
              </a:ext>
            </a:extLst>
          </p:cNvPr>
          <p:cNvSpPr/>
          <p:nvPr userDrawn="1"/>
        </p:nvSpPr>
        <p:spPr>
          <a:xfrm>
            <a:off x="2460173" y="5017288"/>
            <a:ext cx="7271656" cy="652923"/>
          </a:xfrm>
          <a:prstGeom prst="roundRect">
            <a:avLst>
              <a:gd name="adj" fmla="val 50000"/>
            </a:avLst>
          </a:prstGeom>
          <a:solidFill>
            <a:schemeClr val="accent6"/>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2460171" y="5017288"/>
            <a:ext cx="7271657" cy="652923"/>
          </a:xfrm>
        </p:spPr>
        <p:txBody>
          <a:bodyPr anchor="ctr">
            <a:no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916498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7F2D7010-7DD7-3796-25B0-887F020FD7A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FE720C36-0F8D-D8C0-9900-9ABBBFF54324}"/>
              </a:ext>
              <a:ext uri="{C183D7F6-B498-43B3-948B-1728B52AA6E4}">
                <adec:decorative xmlns:adec="http://schemas.microsoft.com/office/drawing/2017/decorative" val="1"/>
              </a:ext>
            </a:extLst>
          </p:cNvPr>
          <p:cNvSpPr/>
          <p:nvPr userDrawn="1"/>
        </p:nvSpPr>
        <p:spPr>
          <a:xfrm>
            <a:off x="6233416" y="1933575"/>
            <a:ext cx="5312664" cy="3661683"/>
          </a:xfrm>
          <a:prstGeom prst="roundRect">
            <a:avLst>
              <a:gd name="adj" fmla="val 9932"/>
            </a:avLst>
          </a:prstGeom>
          <a:solidFill>
            <a:schemeClr val="accent6">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Rounded Corners 27">
            <a:extLst>
              <a:ext uri="{FF2B5EF4-FFF2-40B4-BE49-F238E27FC236}">
                <a16:creationId xmlns:a16="http://schemas.microsoft.com/office/drawing/2014/main" id="{6CA4DA47-F1FE-347F-D205-7E5F76A50351}"/>
              </a:ext>
              <a:ext uri="{C183D7F6-B498-43B3-948B-1728B52AA6E4}">
                <adec:decorative xmlns:adec="http://schemas.microsoft.com/office/drawing/2017/decorative" val="1"/>
              </a:ext>
            </a:extLst>
          </p:cNvPr>
          <p:cNvSpPr/>
          <p:nvPr userDrawn="1"/>
        </p:nvSpPr>
        <p:spPr>
          <a:xfrm>
            <a:off x="641350" y="1933575"/>
            <a:ext cx="5314950" cy="3661683"/>
          </a:xfrm>
          <a:prstGeom prst="roundRect">
            <a:avLst>
              <a:gd name="adj" fmla="val 9932"/>
            </a:avLst>
          </a:prstGeom>
          <a:solidFill>
            <a:schemeClr val="accent5">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7AB85A72-D42C-6248-9886-01A284D0AE4C}"/>
              </a:ext>
            </a:extLst>
          </p:cNvPr>
          <p:cNvSpPr>
            <a:spLocks noGrp="1"/>
          </p:cNvSpPr>
          <p:nvPr>
            <p:ph type="title" hasCustomPrompt="1"/>
          </p:nvPr>
        </p:nvSpPr>
        <p:spPr>
          <a:xfrm>
            <a:off x="641350" y="576292"/>
            <a:ext cx="10907016" cy="922516"/>
          </a:xfrm>
        </p:spPr>
        <p:txBody>
          <a:bodyPr tIns="182880"/>
          <a:lstStyle>
            <a:lvl1pPr algn="l">
              <a:defRPr sz="3200"/>
            </a:lvl1pPr>
          </a:lstStyle>
          <a:p>
            <a:r>
              <a:rPr lang="en-US" dirty="0"/>
              <a:t>Click to add title</a:t>
            </a:r>
          </a:p>
        </p:txBody>
      </p:sp>
      <p:sp>
        <p:nvSpPr>
          <p:cNvPr id="10" name="Rectangle 9">
            <a:extLst>
              <a:ext uri="{FF2B5EF4-FFF2-40B4-BE49-F238E27FC236}">
                <a16:creationId xmlns:a16="http://schemas.microsoft.com/office/drawing/2014/main" id="{A0C8E618-75F9-458D-3A62-1F2682AD94FB}"/>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1A417590-A410-1B88-C23B-74EA0E7EA5A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20C0BEF1-6AFB-D9F2-2B8C-DF15558CAB57}"/>
              </a:ext>
            </a:extLst>
          </p:cNvPr>
          <p:cNvSpPr>
            <a:spLocks noGrp="1"/>
          </p:cNvSpPr>
          <p:nvPr>
            <p:ph sz="half" idx="14" hasCustomPrompt="1"/>
          </p:nvPr>
        </p:nvSpPr>
        <p:spPr>
          <a:xfrm>
            <a:off x="888999" y="2343150"/>
            <a:ext cx="4873446" cy="2994868"/>
          </a:xfrm>
        </p:spPr>
        <p:txBody>
          <a:bodyPr/>
          <a:lstStyle>
            <a:lvl1pPr marL="0" indent="0">
              <a:lnSpc>
                <a:spcPts val="1900"/>
              </a:lnSpc>
              <a:spcBef>
                <a:spcPts val="1000"/>
              </a:spcBef>
              <a:buNone/>
              <a:defRPr sz="1800"/>
            </a:lvl1pPr>
            <a:lvl2pPr marL="228600">
              <a:lnSpc>
                <a:spcPts val="1900"/>
              </a:lnSpc>
              <a:spcBef>
                <a:spcPts val="1000"/>
              </a:spcBef>
              <a:defRPr sz="1800"/>
            </a:lvl2pPr>
            <a:lvl3pPr marL="685800">
              <a:lnSpc>
                <a:spcPts val="1900"/>
              </a:lnSpc>
              <a:spcBef>
                <a:spcPts val="1000"/>
              </a:spcBef>
              <a:defRPr sz="1800"/>
            </a:lvl3pPr>
            <a:lvl4pPr marL="1143000">
              <a:lnSpc>
                <a:spcPts val="1900"/>
              </a:lnSpc>
              <a:spcBef>
                <a:spcPts val="1000"/>
              </a:spcBef>
              <a:defRPr sz="1800"/>
            </a:lvl4pPr>
            <a:lvl5pPr marL="1600200">
              <a:lnSpc>
                <a:spcPts val="19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2">
            <a:extLst>
              <a:ext uri="{FF2B5EF4-FFF2-40B4-BE49-F238E27FC236}">
                <a16:creationId xmlns:a16="http://schemas.microsoft.com/office/drawing/2014/main" id="{F9B32CC6-748C-4CAB-2EAB-F498EBD8B32C}"/>
              </a:ext>
            </a:extLst>
          </p:cNvPr>
          <p:cNvSpPr>
            <a:spLocks noGrp="1"/>
          </p:cNvSpPr>
          <p:nvPr>
            <p:ph sz="half" idx="15" hasCustomPrompt="1"/>
          </p:nvPr>
        </p:nvSpPr>
        <p:spPr>
          <a:xfrm>
            <a:off x="6496321" y="2343150"/>
            <a:ext cx="4873446" cy="2990850"/>
          </a:xfrm>
        </p:spPr>
        <p:txBody>
          <a:bodyPr/>
          <a:lstStyle>
            <a:lvl1pPr marL="0" indent="0">
              <a:lnSpc>
                <a:spcPts val="1900"/>
              </a:lnSpc>
              <a:spcBef>
                <a:spcPts val="1000"/>
              </a:spcBef>
              <a:buNone/>
              <a:defRPr sz="1800"/>
            </a:lvl1pPr>
            <a:lvl2pPr marL="228600">
              <a:lnSpc>
                <a:spcPts val="1900"/>
              </a:lnSpc>
              <a:spcBef>
                <a:spcPts val="1000"/>
              </a:spcBef>
              <a:defRPr sz="1800"/>
            </a:lvl2pPr>
            <a:lvl3pPr marL="685800">
              <a:lnSpc>
                <a:spcPts val="1900"/>
              </a:lnSpc>
              <a:spcBef>
                <a:spcPts val="1000"/>
              </a:spcBef>
              <a:defRPr sz="1800"/>
            </a:lvl3pPr>
            <a:lvl4pPr marL="1143000">
              <a:lnSpc>
                <a:spcPts val="1900"/>
              </a:lnSpc>
              <a:spcBef>
                <a:spcPts val="1000"/>
              </a:spcBef>
              <a:defRPr sz="1800"/>
            </a:lvl4pPr>
            <a:lvl5pPr marL="1600200">
              <a:lnSpc>
                <a:spcPts val="19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3">
            <a:extLst>
              <a:ext uri="{FF2B5EF4-FFF2-40B4-BE49-F238E27FC236}">
                <a16:creationId xmlns:a16="http://schemas.microsoft.com/office/drawing/2014/main" id="{95B39729-974D-AA19-321C-259F9E677498}"/>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1/22/2026</a:t>
            </a:fld>
            <a:endParaRPr lang="en-US" dirty="0"/>
          </a:p>
        </p:txBody>
      </p:sp>
      <p:pic>
        <p:nvPicPr>
          <p:cNvPr id="15" name="Graphic 14">
            <a:extLst>
              <a:ext uri="{FF2B5EF4-FFF2-40B4-BE49-F238E27FC236}">
                <a16:creationId xmlns:a16="http://schemas.microsoft.com/office/drawing/2014/main" id="{D0225ACC-FFD9-6B8F-F487-1D67910EA85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17" name="Graphic 16">
            <a:extLst>
              <a:ext uri="{FF2B5EF4-FFF2-40B4-BE49-F238E27FC236}">
                <a16:creationId xmlns:a16="http://schemas.microsoft.com/office/drawing/2014/main" id="{61D0E68D-DD6F-159D-E995-52C3D7D5EAA7}"/>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8" name="Graphic 17">
            <a:extLst>
              <a:ext uri="{FF2B5EF4-FFF2-40B4-BE49-F238E27FC236}">
                <a16:creationId xmlns:a16="http://schemas.microsoft.com/office/drawing/2014/main" id="{FB0E3525-56EE-84A4-2487-4BBC37B43DF1}"/>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19" name="Slide Number Placeholder 5">
            <a:extLst>
              <a:ext uri="{FF2B5EF4-FFF2-40B4-BE49-F238E27FC236}">
                <a16:creationId xmlns:a16="http://schemas.microsoft.com/office/drawing/2014/main" id="{3F9CA93E-AA01-748E-065E-20F3E1A1A058}"/>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0" name="Rectangle 19">
            <a:extLst>
              <a:ext uri="{FF2B5EF4-FFF2-40B4-BE49-F238E27FC236}">
                <a16:creationId xmlns:a16="http://schemas.microsoft.com/office/drawing/2014/main" id="{0043D476-B609-7D5A-A9DF-7D73B31B13A5}"/>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2430898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7F2D7010-7DD7-3796-25B0-887F020FD7A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FE720C36-0F8D-D8C0-9900-9ABBBFF54324}"/>
              </a:ext>
              <a:ext uri="{C183D7F6-B498-43B3-948B-1728B52AA6E4}">
                <adec:decorative xmlns:adec="http://schemas.microsoft.com/office/drawing/2017/decorative" val="1"/>
              </a:ext>
            </a:extLst>
          </p:cNvPr>
          <p:cNvSpPr/>
          <p:nvPr userDrawn="1"/>
        </p:nvSpPr>
        <p:spPr>
          <a:xfrm>
            <a:off x="8124824" y="1933575"/>
            <a:ext cx="3421255" cy="3661683"/>
          </a:xfrm>
          <a:prstGeom prst="roundRect">
            <a:avLst>
              <a:gd name="adj" fmla="val 9932"/>
            </a:avLst>
          </a:prstGeom>
          <a:solidFill>
            <a:schemeClr val="accent6">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Rounded Corners 27">
            <a:extLst>
              <a:ext uri="{FF2B5EF4-FFF2-40B4-BE49-F238E27FC236}">
                <a16:creationId xmlns:a16="http://schemas.microsoft.com/office/drawing/2014/main" id="{6CA4DA47-F1FE-347F-D205-7E5F76A50351}"/>
              </a:ext>
              <a:ext uri="{C183D7F6-B498-43B3-948B-1728B52AA6E4}">
                <adec:decorative xmlns:adec="http://schemas.microsoft.com/office/drawing/2017/decorative" val="1"/>
              </a:ext>
            </a:extLst>
          </p:cNvPr>
          <p:cNvSpPr/>
          <p:nvPr userDrawn="1"/>
        </p:nvSpPr>
        <p:spPr>
          <a:xfrm>
            <a:off x="641349" y="1933575"/>
            <a:ext cx="7174103" cy="3661683"/>
          </a:xfrm>
          <a:prstGeom prst="roundRect">
            <a:avLst>
              <a:gd name="adj" fmla="val 9932"/>
            </a:avLst>
          </a:prstGeom>
          <a:solidFill>
            <a:schemeClr val="accent3">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a:extLst>
              <a:ext uri="{FF2B5EF4-FFF2-40B4-BE49-F238E27FC236}">
                <a16:creationId xmlns:a16="http://schemas.microsoft.com/office/drawing/2014/main" id="{48533775-BAF7-CC9D-D6AD-AD60D3BA94FD}"/>
              </a:ext>
            </a:extLst>
          </p:cNvPr>
          <p:cNvSpPr>
            <a:spLocks noGrp="1"/>
          </p:cNvSpPr>
          <p:nvPr>
            <p:ph type="title" hasCustomPrompt="1"/>
          </p:nvPr>
        </p:nvSpPr>
        <p:spPr>
          <a:xfrm>
            <a:off x="641350" y="576292"/>
            <a:ext cx="10907016" cy="922516"/>
          </a:xfrm>
        </p:spPr>
        <p:txBody>
          <a:bodyPr tIns="182880"/>
          <a:lstStyle>
            <a:lvl1pPr algn="l">
              <a:defRPr sz="3200"/>
            </a:lvl1pPr>
          </a:lstStyle>
          <a:p>
            <a:r>
              <a:rPr lang="en-US" dirty="0"/>
              <a:t>Click to add title</a:t>
            </a:r>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hasCustomPrompt="1"/>
          </p:nvPr>
        </p:nvSpPr>
        <p:spPr>
          <a:xfrm>
            <a:off x="888998" y="2343150"/>
            <a:ext cx="6762631" cy="2994868"/>
          </a:xfrm>
        </p:spPr>
        <p:txBody>
          <a:bodyPr/>
          <a:lstStyle>
            <a:lvl1pPr marL="0" indent="0">
              <a:lnSpc>
                <a:spcPts val="1900"/>
              </a:lnSpc>
              <a:spcBef>
                <a:spcPts val="1000"/>
              </a:spcBef>
              <a:buNone/>
              <a:defRPr sz="1800"/>
            </a:lvl1pPr>
            <a:lvl2pPr marL="228600">
              <a:lnSpc>
                <a:spcPts val="1900"/>
              </a:lnSpc>
              <a:spcBef>
                <a:spcPts val="1000"/>
              </a:spcBef>
              <a:defRPr sz="1800"/>
            </a:lvl2pPr>
            <a:lvl3pPr marL="685800">
              <a:lnSpc>
                <a:spcPts val="1900"/>
              </a:lnSpc>
              <a:spcBef>
                <a:spcPts val="1000"/>
              </a:spcBef>
              <a:defRPr sz="1800"/>
            </a:lvl3pPr>
            <a:lvl4pPr marL="1143000">
              <a:lnSpc>
                <a:spcPts val="1900"/>
              </a:lnSpc>
              <a:spcBef>
                <a:spcPts val="1000"/>
              </a:spcBef>
              <a:defRPr sz="1800"/>
            </a:lvl4pPr>
            <a:lvl5pPr marL="1600200">
              <a:lnSpc>
                <a:spcPts val="19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a:extLst>
              <a:ext uri="{FF2B5EF4-FFF2-40B4-BE49-F238E27FC236}">
                <a16:creationId xmlns:a16="http://schemas.microsoft.com/office/drawing/2014/main" id="{EEF67B58-AA53-B48D-DD97-72B3116B22D2}"/>
              </a:ext>
            </a:extLst>
          </p:cNvPr>
          <p:cNvSpPr>
            <a:spLocks noGrp="1"/>
          </p:cNvSpPr>
          <p:nvPr>
            <p:ph sz="half" idx="13" hasCustomPrompt="1"/>
          </p:nvPr>
        </p:nvSpPr>
        <p:spPr>
          <a:xfrm>
            <a:off x="8296275" y="2343150"/>
            <a:ext cx="3062967" cy="2990850"/>
          </a:xfrm>
        </p:spPr>
        <p:txBody>
          <a:bodyPr/>
          <a:lstStyle>
            <a:lvl1pPr>
              <a:lnSpc>
                <a:spcPts val="1900"/>
              </a:lnSpc>
              <a:defRPr sz="1800"/>
            </a:lvl1pPr>
            <a:lvl2pPr>
              <a:lnSpc>
                <a:spcPts val="1900"/>
              </a:lnSpc>
              <a:defRPr sz="1800"/>
            </a:lvl2pPr>
            <a:lvl3pPr>
              <a:lnSpc>
                <a:spcPts val="1900"/>
              </a:lnSpc>
              <a:defRPr sz="1800"/>
            </a:lvl3pPr>
            <a:lvl4pPr>
              <a:lnSpc>
                <a:spcPts val="1900"/>
              </a:lnSpc>
              <a:defRPr sz="1800"/>
            </a:lvl4pPr>
            <a:lvl5pPr>
              <a:lnSpc>
                <a:spcPts val="19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a:extLst>
              <a:ext uri="{FF2B5EF4-FFF2-40B4-BE49-F238E27FC236}">
                <a16:creationId xmlns:a16="http://schemas.microsoft.com/office/drawing/2014/main" id="{7E94BBE0-379D-0165-CAC7-1F8B11D76D17}"/>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F202F7C8-DEF9-7613-2C2E-1BE67CDD0A47}"/>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Date Placeholder 3">
            <a:extLst>
              <a:ext uri="{FF2B5EF4-FFF2-40B4-BE49-F238E27FC236}">
                <a16:creationId xmlns:a16="http://schemas.microsoft.com/office/drawing/2014/main" id="{160EE65A-711D-F38D-9188-D4EAE00310C9}"/>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1/22/2026</a:t>
            </a:fld>
            <a:endParaRPr lang="en-US" dirty="0"/>
          </a:p>
        </p:txBody>
      </p:sp>
      <p:pic>
        <p:nvPicPr>
          <p:cNvPr id="18" name="Graphic 17">
            <a:extLst>
              <a:ext uri="{FF2B5EF4-FFF2-40B4-BE49-F238E27FC236}">
                <a16:creationId xmlns:a16="http://schemas.microsoft.com/office/drawing/2014/main" id="{528D3B9C-A39A-B7F4-9EF1-8DACD6392DB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19" name="Graphic 18">
            <a:extLst>
              <a:ext uri="{FF2B5EF4-FFF2-40B4-BE49-F238E27FC236}">
                <a16:creationId xmlns:a16="http://schemas.microsoft.com/office/drawing/2014/main" id="{025BC426-76D2-E6A7-7ACC-B430676DC17A}"/>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20" name="Graphic 19">
            <a:extLst>
              <a:ext uri="{FF2B5EF4-FFF2-40B4-BE49-F238E27FC236}">
                <a16:creationId xmlns:a16="http://schemas.microsoft.com/office/drawing/2014/main" id="{BEC2F84A-080B-721D-C47A-BA27BCE90CA7}"/>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21" name="Slide Number Placeholder 5">
            <a:extLst>
              <a:ext uri="{FF2B5EF4-FFF2-40B4-BE49-F238E27FC236}">
                <a16:creationId xmlns:a16="http://schemas.microsoft.com/office/drawing/2014/main" id="{AEAD915F-02B9-E376-AEE8-C9188A70E1AA}"/>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2" name="Rectangle 21">
            <a:extLst>
              <a:ext uri="{FF2B5EF4-FFF2-40B4-BE49-F238E27FC236}">
                <a16:creationId xmlns:a16="http://schemas.microsoft.com/office/drawing/2014/main" id="{2991E374-28A1-DAB0-74F1-E14DD4733741}"/>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493546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A41A884-237A-64B6-32E7-217992605B3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245F31-81CB-7608-A735-BE1B508EC03F}"/>
              </a:ext>
            </a:extLst>
          </p:cNvPr>
          <p:cNvSpPr>
            <a:spLocks noGrp="1"/>
          </p:cNvSpPr>
          <p:nvPr>
            <p:ph type="title" hasCustomPrompt="1"/>
          </p:nvPr>
        </p:nvSpPr>
        <p:spPr>
          <a:xfrm>
            <a:off x="641349" y="403224"/>
            <a:ext cx="5946389" cy="2219552"/>
          </a:xfrm>
        </p:spPr>
        <p:txBody>
          <a:bodyPr anchor="b"/>
          <a:lstStyle>
            <a:lvl1pPr>
              <a:defRPr sz="3200"/>
            </a:lvl1pPr>
          </a:lstStyle>
          <a:p>
            <a:r>
              <a:rPr lang="en-US" dirty="0"/>
              <a:t>Click to add title</a:t>
            </a:r>
          </a:p>
        </p:txBody>
      </p:sp>
      <p:sp>
        <p:nvSpPr>
          <p:cNvPr id="15" name="Text Placeholder 14">
            <a:extLst>
              <a:ext uri="{FF2B5EF4-FFF2-40B4-BE49-F238E27FC236}">
                <a16:creationId xmlns:a16="http://schemas.microsoft.com/office/drawing/2014/main" id="{25D911D6-AEFE-1CA4-D41D-B9157575E483}"/>
              </a:ext>
            </a:extLst>
          </p:cNvPr>
          <p:cNvSpPr>
            <a:spLocks noGrp="1"/>
          </p:cNvSpPr>
          <p:nvPr>
            <p:ph type="body" sz="quarter" idx="10" hasCustomPrompt="1"/>
          </p:nvPr>
        </p:nvSpPr>
        <p:spPr>
          <a:xfrm>
            <a:off x="641349" y="2884714"/>
            <a:ext cx="5946389" cy="1997530"/>
          </a:xfrm>
        </p:spPr>
        <p:txBody>
          <a:bodyPr/>
          <a:lstStyle>
            <a:lvl1pPr marL="285750" indent="-285750">
              <a:lnSpc>
                <a:spcPts val="1900"/>
              </a:lnSpc>
              <a:buFont typeface="Arial" panose="020B0604020202020204" pitchFamily="34" charset="0"/>
              <a:buChar char="•"/>
              <a:defRPr sz="1800"/>
            </a:lvl1pPr>
            <a:lvl2pPr marL="742950" indent="-285750">
              <a:lnSpc>
                <a:spcPts val="1900"/>
              </a:lnSpc>
              <a:buFont typeface="Arial" panose="020B0604020202020204" pitchFamily="34" charset="0"/>
              <a:buChar char="•"/>
              <a:defRPr sz="1800"/>
            </a:lvl2pPr>
            <a:lvl3pPr marL="1200150" indent="-285750">
              <a:lnSpc>
                <a:spcPts val="1900"/>
              </a:lnSpc>
              <a:buFont typeface="Arial" panose="020B0604020202020204" pitchFamily="34" charset="0"/>
              <a:buChar char="•"/>
              <a:defRPr sz="1800"/>
            </a:lvl3pPr>
            <a:lvl4pPr marL="1657350" indent="-285750">
              <a:lnSpc>
                <a:spcPts val="1900"/>
              </a:lnSpc>
              <a:buFont typeface="Arial" panose="020B0604020202020204" pitchFamily="34" charset="0"/>
              <a:buChar char="•"/>
              <a:defRPr sz="1800"/>
            </a:lvl4pPr>
            <a:lvl5pPr marL="2114550" indent="-285750">
              <a:lnSpc>
                <a:spcPts val="1900"/>
              </a:lnSpc>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6" name="Group 15">
            <a:extLst>
              <a:ext uri="{FF2B5EF4-FFF2-40B4-BE49-F238E27FC236}">
                <a16:creationId xmlns:a16="http://schemas.microsoft.com/office/drawing/2014/main" id="{C9D8C8DC-9BBB-5079-F2BB-7AFCEF6C3AED}"/>
              </a:ext>
              <a:ext uri="{C183D7F6-B498-43B3-948B-1728B52AA6E4}">
                <adec:decorative xmlns:adec="http://schemas.microsoft.com/office/drawing/2017/decorative" val="1"/>
              </a:ext>
            </a:extLst>
          </p:cNvPr>
          <p:cNvGrpSpPr/>
          <p:nvPr userDrawn="1"/>
        </p:nvGrpSpPr>
        <p:grpSpPr>
          <a:xfrm>
            <a:off x="7357061" y="1320978"/>
            <a:ext cx="3550424" cy="3561705"/>
            <a:chOff x="1698171" y="691024"/>
            <a:chExt cx="3550424" cy="3561705"/>
          </a:xfrm>
        </p:grpSpPr>
        <p:grpSp>
          <p:nvGrpSpPr>
            <p:cNvPr id="17" name="Group 16">
              <a:extLst>
                <a:ext uri="{FF2B5EF4-FFF2-40B4-BE49-F238E27FC236}">
                  <a16:creationId xmlns:a16="http://schemas.microsoft.com/office/drawing/2014/main" id="{58853234-6427-C6E9-934B-8E3D20680399}"/>
                </a:ext>
              </a:extLst>
            </p:cNvPr>
            <p:cNvGrpSpPr/>
            <p:nvPr userDrawn="1"/>
          </p:nvGrpSpPr>
          <p:grpSpPr>
            <a:xfrm>
              <a:off x="1698171" y="691024"/>
              <a:ext cx="3550424" cy="3561705"/>
              <a:chOff x="1466850" y="380319"/>
              <a:chExt cx="3737172" cy="3749048"/>
            </a:xfrm>
          </p:grpSpPr>
          <p:sp>
            <p:nvSpPr>
              <p:cNvPr id="22" name="Rectangle 21">
                <a:extLst>
                  <a:ext uri="{FF2B5EF4-FFF2-40B4-BE49-F238E27FC236}">
                    <a16:creationId xmlns:a16="http://schemas.microsoft.com/office/drawing/2014/main" id="{24A333EF-A4E5-C14C-30ED-1D0431BF42BD}"/>
                  </a:ext>
                </a:extLst>
              </p:cNvPr>
              <p:cNvSpPr/>
              <p:nvPr userDrawn="1"/>
            </p:nvSpPr>
            <p:spPr>
              <a:xfrm>
                <a:off x="1466850" y="875621"/>
                <a:ext cx="3737172" cy="325374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E7DA7D0A-FCD9-8D61-7756-4D154DAE693F}"/>
                  </a:ext>
                </a:extLst>
              </p:cNvPr>
              <p:cNvSpPr/>
              <p:nvPr userDrawn="1"/>
            </p:nvSpPr>
            <p:spPr>
              <a:xfrm>
                <a:off x="1466850" y="380320"/>
                <a:ext cx="3737172"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FAAD6121-8E16-380C-3CEE-AA15587ABCCA}"/>
                </a:ext>
              </a:extLst>
            </p:cNvPr>
            <p:cNvGrpSpPr/>
            <p:nvPr userDrawn="1"/>
          </p:nvGrpSpPr>
          <p:grpSpPr>
            <a:xfrm>
              <a:off x="1839686" y="815293"/>
              <a:ext cx="810985" cy="212272"/>
              <a:chOff x="1883229" y="800099"/>
              <a:chExt cx="810985" cy="212272"/>
            </a:xfrm>
          </p:grpSpPr>
          <p:sp>
            <p:nvSpPr>
              <p:cNvPr id="19" name="Oval 18">
                <a:extLst>
                  <a:ext uri="{FF2B5EF4-FFF2-40B4-BE49-F238E27FC236}">
                    <a16:creationId xmlns:a16="http://schemas.microsoft.com/office/drawing/2014/main" id="{FB5606C5-9513-E7A1-2E78-26147F56380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57FCFA69-6517-C9E2-41E5-851F0B39E300}"/>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1DB0373-9CE8-0C17-DC5D-A761A9680A7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9" name="Rectangle 8">
            <a:extLst>
              <a:ext uri="{FF2B5EF4-FFF2-40B4-BE49-F238E27FC236}">
                <a16:creationId xmlns:a16="http://schemas.microsoft.com/office/drawing/2014/main" id="{8208C6DE-C3F7-D9D8-5020-CC917762A357}"/>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BAD6D2E6-00C3-DFC4-E3CC-F7667A4CF42A}"/>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A1250816-70E6-472B-5427-B70F068971C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28" name="Graphic 27">
            <a:extLst>
              <a:ext uri="{FF2B5EF4-FFF2-40B4-BE49-F238E27FC236}">
                <a16:creationId xmlns:a16="http://schemas.microsoft.com/office/drawing/2014/main" id="{843018F2-43DC-265A-AC49-91D41C8BF00C}"/>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29" name="Graphic 28">
            <a:extLst>
              <a:ext uri="{FF2B5EF4-FFF2-40B4-BE49-F238E27FC236}">
                <a16:creationId xmlns:a16="http://schemas.microsoft.com/office/drawing/2014/main" id="{42402DB9-1860-2811-AF1D-2D4273F21768}"/>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5" name="Picture Placeholder 4">
            <a:extLst>
              <a:ext uri="{FF2B5EF4-FFF2-40B4-BE49-F238E27FC236}">
                <a16:creationId xmlns:a16="http://schemas.microsoft.com/office/drawing/2014/main" id="{62D499E7-F68F-77A3-7384-16F7358B1FAF}"/>
              </a:ext>
            </a:extLst>
          </p:cNvPr>
          <p:cNvSpPr>
            <a:spLocks noGrp="1"/>
          </p:cNvSpPr>
          <p:nvPr>
            <p:ph type="pic" sz="quarter" idx="11"/>
          </p:nvPr>
        </p:nvSpPr>
        <p:spPr>
          <a:xfrm>
            <a:off x="7377033" y="1809865"/>
            <a:ext cx="3520440" cy="3063240"/>
          </a:xfrm>
          <a:ln w="38100">
            <a:noFill/>
          </a:ln>
        </p:spPr>
        <p:txBody>
          <a:bodyPr/>
          <a:lstStyle>
            <a:lvl1pPr marL="0" indent="0" algn="ctr">
              <a:buNone/>
              <a:defRPr sz="2000"/>
            </a:lvl1pPr>
          </a:lstStyle>
          <a:p>
            <a:r>
              <a:rPr lang="en-US"/>
              <a:t>Click icon to add picture</a:t>
            </a:r>
            <a:endParaRPr lang="en-US" dirty="0"/>
          </a:p>
        </p:txBody>
      </p:sp>
      <p:sp>
        <p:nvSpPr>
          <p:cNvPr id="12" name="Date Placeholder 3">
            <a:extLst>
              <a:ext uri="{FF2B5EF4-FFF2-40B4-BE49-F238E27FC236}">
                <a16:creationId xmlns:a16="http://schemas.microsoft.com/office/drawing/2014/main" id="{3215DAD2-571F-6D7B-15E5-224268BDE287}"/>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1/22/2026</a:t>
            </a:fld>
            <a:endParaRPr lang="en-US" dirty="0"/>
          </a:p>
        </p:txBody>
      </p:sp>
      <p:sp>
        <p:nvSpPr>
          <p:cNvPr id="31" name="Rectangle 30">
            <a:extLst>
              <a:ext uri="{FF2B5EF4-FFF2-40B4-BE49-F238E27FC236}">
                <a16:creationId xmlns:a16="http://schemas.microsoft.com/office/drawing/2014/main" id="{FE724EE9-07D6-911A-3D7F-82EBAF5605E3}"/>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
        <p:nvSpPr>
          <p:cNvPr id="30" name="Slide Number Placeholder 5">
            <a:extLst>
              <a:ext uri="{FF2B5EF4-FFF2-40B4-BE49-F238E27FC236}">
                <a16:creationId xmlns:a16="http://schemas.microsoft.com/office/drawing/2014/main" id="{6DE1CF9C-D85F-CED5-1FFF-902538AAD6D5}"/>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280362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har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userDrawn="1"/>
        </p:nvGrpSpPr>
        <p:grpSpPr>
          <a:xfrm>
            <a:off x="380999" y="380999"/>
            <a:ext cx="11430000" cy="1643137"/>
            <a:chOff x="1698170" y="691024"/>
            <a:chExt cx="11430000" cy="1643137"/>
          </a:xfrm>
        </p:grpSpPr>
        <p:grpSp>
          <p:nvGrpSpPr>
            <p:cNvPr id="23" name="Group 22">
              <a:extLst>
                <a:ext uri="{FF2B5EF4-FFF2-40B4-BE49-F238E27FC236}">
                  <a16:creationId xmlns:a16="http://schemas.microsoft.com/office/drawing/2014/main" id="{B6302B80-DDF6-B2B7-6559-5B19EDC98763}"/>
                </a:ext>
              </a:extLst>
            </p:cNvPr>
            <p:cNvGrpSpPr/>
            <p:nvPr userDrawn="1"/>
          </p:nvGrpSpPr>
          <p:grpSpPr>
            <a:xfrm>
              <a:off x="1698170" y="691024"/>
              <a:ext cx="11430000" cy="1643137"/>
              <a:chOff x="1466849" y="380320"/>
              <a:chExt cx="12031205" cy="1729565"/>
            </a:xfrm>
          </p:grpSpPr>
          <p:sp>
            <p:nvSpPr>
              <p:cNvPr id="28" name="Rectangle 27">
                <a:extLst>
                  <a:ext uri="{FF2B5EF4-FFF2-40B4-BE49-F238E27FC236}">
                    <a16:creationId xmlns:a16="http://schemas.microsoft.com/office/drawing/2014/main" id="{81CCE774-3C05-A473-EC2B-CC0477DD95B7}"/>
                  </a:ext>
                </a:extLst>
              </p:cNvPr>
              <p:cNvSpPr/>
              <p:nvPr userDrawn="1"/>
            </p:nvSpPr>
            <p:spPr>
              <a:xfrm>
                <a:off x="1466849" y="875621"/>
                <a:ext cx="12031204" cy="123426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F2119DFF-8596-5767-9E16-1F5D2A0890B0}"/>
                  </a:ext>
                </a:extLst>
              </p:cNvPr>
              <p:cNvSpPr/>
              <p:nvPr userDrawn="1"/>
            </p:nvSpPr>
            <p:spPr>
              <a:xfrm>
                <a:off x="1466849" y="380320"/>
                <a:ext cx="12031205"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66202FE4-E23F-5D9F-6685-2591771D5E07}"/>
                </a:ext>
              </a:extLst>
            </p:cNvPr>
            <p:cNvGrpSpPr/>
            <p:nvPr userDrawn="1"/>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75490BAC-795F-B586-F7A7-4DFB64162F77}"/>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F93C3DAB-2ED3-29C3-4C46-70C1FE5C77D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2" name="Group 31">
            <a:extLst>
              <a:ext uri="{FF2B5EF4-FFF2-40B4-BE49-F238E27FC236}">
                <a16:creationId xmlns:a16="http://schemas.microsoft.com/office/drawing/2014/main" id="{723D7900-A764-0B16-7BED-F9EBD836AC98}"/>
              </a:ext>
              <a:ext uri="{C183D7F6-B498-43B3-948B-1728B52AA6E4}">
                <adec:decorative xmlns:adec="http://schemas.microsoft.com/office/drawing/2017/decorative" val="1"/>
              </a:ext>
            </a:extLst>
          </p:cNvPr>
          <p:cNvGrpSpPr/>
          <p:nvPr userDrawn="1"/>
        </p:nvGrpSpPr>
        <p:grpSpPr>
          <a:xfrm>
            <a:off x="380999" y="2252872"/>
            <a:ext cx="11429999" cy="3635330"/>
            <a:chOff x="1698170" y="691024"/>
            <a:chExt cx="11429999" cy="3635330"/>
          </a:xfrm>
        </p:grpSpPr>
        <p:grpSp>
          <p:nvGrpSpPr>
            <p:cNvPr id="33" name="Group 32">
              <a:extLst>
                <a:ext uri="{FF2B5EF4-FFF2-40B4-BE49-F238E27FC236}">
                  <a16:creationId xmlns:a16="http://schemas.microsoft.com/office/drawing/2014/main" id="{C0DAD512-E415-2CBA-7F91-C6B058A5ADBD}"/>
                </a:ext>
              </a:extLst>
            </p:cNvPr>
            <p:cNvGrpSpPr/>
            <p:nvPr userDrawn="1"/>
          </p:nvGrpSpPr>
          <p:grpSpPr>
            <a:xfrm>
              <a:off x="1698170" y="691024"/>
              <a:ext cx="11429999" cy="3635330"/>
              <a:chOff x="1466849" y="380320"/>
              <a:chExt cx="12031203" cy="3826546"/>
            </a:xfrm>
          </p:grpSpPr>
          <p:sp>
            <p:nvSpPr>
              <p:cNvPr id="38" name="Rectangle 37">
                <a:extLst>
                  <a:ext uri="{FF2B5EF4-FFF2-40B4-BE49-F238E27FC236}">
                    <a16:creationId xmlns:a16="http://schemas.microsoft.com/office/drawing/2014/main" id="{921D068B-EDAE-2B09-0C52-3807110CD594}"/>
                  </a:ext>
                </a:extLst>
              </p:cNvPr>
              <p:cNvSpPr/>
              <p:nvPr userDrawn="1"/>
            </p:nvSpPr>
            <p:spPr>
              <a:xfrm>
                <a:off x="1466850" y="875621"/>
                <a:ext cx="12031202" cy="333124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6825F6B8-7F31-9F6F-6F40-4446D62B0C09}"/>
                  </a:ext>
                </a:extLst>
              </p:cNvPr>
              <p:cNvSpPr/>
              <p:nvPr userDrawn="1"/>
            </p:nvSpPr>
            <p:spPr>
              <a:xfrm>
                <a:off x="1466849" y="380320"/>
                <a:ext cx="12031202"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7110B156-7097-18AF-109C-9129C1D27D5C}"/>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868629EE-2788-3490-B87C-FE2A0006988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D13927A-0814-22EA-70B1-CD822828F18E}"/>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7BEDD65C-96D1-E6E2-62CE-14973E1DB1B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8" name="Title 1">
            <a:extLst>
              <a:ext uri="{FF2B5EF4-FFF2-40B4-BE49-F238E27FC236}">
                <a16:creationId xmlns:a16="http://schemas.microsoft.com/office/drawing/2014/main" id="{DD7FB8EE-5B3A-2DFB-6FDF-44E5B3D93935}"/>
              </a:ext>
            </a:extLst>
          </p:cNvPr>
          <p:cNvSpPr>
            <a:spLocks noGrp="1"/>
          </p:cNvSpPr>
          <p:nvPr>
            <p:ph type="title" hasCustomPrompt="1"/>
          </p:nvPr>
        </p:nvSpPr>
        <p:spPr>
          <a:xfrm>
            <a:off x="641350" y="990005"/>
            <a:ext cx="10907016" cy="922516"/>
          </a:xfrm>
        </p:spPr>
        <p:txBody>
          <a:bodyPr tIns="182880"/>
          <a:lstStyle>
            <a:lvl1pPr algn="l">
              <a:defRPr sz="3200"/>
            </a:lvl1pPr>
          </a:lstStyle>
          <a:p>
            <a:r>
              <a:rPr lang="en-US" dirty="0"/>
              <a:t>Click to add title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hasCustomPrompt="1"/>
          </p:nvPr>
        </p:nvSpPr>
        <p:spPr>
          <a:xfrm>
            <a:off x="734786" y="3059961"/>
            <a:ext cx="3961039" cy="2467383"/>
          </a:xfrm>
        </p:spPr>
        <p:txBody>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able Placeholder 8">
            <a:extLst>
              <a:ext uri="{FF2B5EF4-FFF2-40B4-BE49-F238E27FC236}">
                <a16:creationId xmlns:a16="http://schemas.microsoft.com/office/drawing/2014/main" id="{6539386C-EDE8-05CD-6687-DDB57EB0D55D}"/>
              </a:ext>
            </a:extLst>
          </p:cNvPr>
          <p:cNvSpPr>
            <a:spLocks noGrp="1"/>
          </p:cNvSpPr>
          <p:nvPr>
            <p:ph type="tbl" sz="quarter" idx="10" hasCustomPrompt="1"/>
          </p:nvPr>
        </p:nvSpPr>
        <p:spPr>
          <a:xfrm>
            <a:off x="5048250" y="3059960"/>
            <a:ext cx="6500116" cy="2467383"/>
          </a:xfrm>
        </p:spPr>
        <p:txBody>
          <a:bodyPr/>
          <a:lstStyle>
            <a:lvl1pPr>
              <a:defRPr sz="2000"/>
            </a:lvl1pPr>
          </a:lstStyle>
          <a:p>
            <a:pPr lvl="0"/>
            <a:r>
              <a:rPr lang="en-US" dirty="0"/>
              <a:t>Click to add table</a:t>
            </a:r>
          </a:p>
        </p:txBody>
      </p:sp>
      <p:sp>
        <p:nvSpPr>
          <p:cNvPr id="10" name="Rectangle 9">
            <a:extLst>
              <a:ext uri="{FF2B5EF4-FFF2-40B4-BE49-F238E27FC236}">
                <a16:creationId xmlns:a16="http://schemas.microsoft.com/office/drawing/2014/main" id="{1E150A47-3CDE-6A2F-544A-5F98134DFA4F}"/>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50829F0F-DBDF-07B3-7893-FA37927FB30E}"/>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Date Placeholder 3">
            <a:extLst>
              <a:ext uri="{FF2B5EF4-FFF2-40B4-BE49-F238E27FC236}">
                <a16:creationId xmlns:a16="http://schemas.microsoft.com/office/drawing/2014/main" id="{48B8345A-1B48-25C5-67AE-D78987BEF15C}"/>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1/22/2026</a:t>
            </a:fld>
            <a:endParaRPr lang="en-US" dirty="0"/>
          </a:p>
        </p:txBody>
      </p:sp>
      <p:pic>
        <p:nvPicPr>
          <p:cNvPr id="13" name="Graphic 12">
            <a:extLst>
              <a:ext uri="{FF2B5EF4-FFF2-40B4-BE49-F238E27FC236}">
                <a16:creationId xmlns:a16="http://schemas.microsoft.com/office/drawing/2014/main" id="{938A89FC-B8CA-14B7-D2D8-E768D99D86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14" name="Graphic 13">
            <a:extLst>
              <a:ext uri="{FF2B5EF4-FFF2-40B4-BE49-F238E27FC236}">
                <a16:creationId xmlns:a16="http://schemas.microsoft.com/office/drawing/2014/main" id="{3FF78B34-411F-1CA2-E7AE-72EE59FB9109}"/>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9" name="Graphic 18">
            <a:extLst>
              <a:ext uri="{FF2B5EF4-FFF2-40B4-BE49-F238E27FC236}">
                <a16:creationId xmlns:a16="http://schemas.microsoft.com/office/drawing/2014/main" id="{3F0324D9-6571-4E22-7F05-EB7C4C25242C}"/>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20" name="Slide Number Placeholder 5">
            <a:extLst>
              <a:ext uri="{FF2B5EF4-FFF2-40B4-BE49-F238E27FC236}">
                <a16:creationId xmlns:a16="http://schemas.microsoft.com/office/drawing/2014/main" id="{F5AD4638-F38E-56C0-D181-3C9488FAF123}"/>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1" name="Rectangle 20">
            <a:extLst>
              <a:ext uri="{FF2B5EF4-FFF2-40B4-BE49-F238E27FC236}">
                <a16:creationId xmlns:a16="http://schemas.microsoft.com/office/drawing/2014/main" id="{0E8BB575-A42F-625D-F8C0-71BACF904AFE}"/>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3646543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4">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7F2D7010-7DD7-3796-25B0-887F020FD7A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FE720C36-0F8D-D8C0-9900-9ABBBFF54324}"/>
              </a:ext>
              <a:ext uri="{C183D7F6-B498-43B3-948B-1728B52AA6E4}">
                <adec:decorative xmlns:adec="http://schemas.microsoft.com/office/drawing/2017/decorative" val="1"/>
              </a:ext>
            </a:extLst>
          </p:cNvPr>
          <p:cNvSpPr/>
          <p:nvPr userDrawn="1"/>
        </p:nvSpPr>
        <p:spPr>
          <a:xfrm>
            <a:off x="650494" y="1933575"/>
            <a:ext cx="3421255" cy="3661683"/>
          </a:xfrm>
          <a:prstGeom prst="roundRect">
            <a:avLst>
              <a:gd name="adj" fmla="val 9932"/>
            </a:avLst>
          </a:prstGeom>
          <a:solidFill>
            <a:schemeClr val="accent2">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Rounded Corners 27">
            <a:extLst>
              <a:ext uri="{FF2B5EF4-FFF2-40B4-BE49-F238E27FC236}">
                <a16:creationId xmlns:a16="http://schemas.microsoft.com/office/drawing/2014/main" id="{6CA4DA47-F1FE-347F-D205-7E5F76A50351}"/>
              </a:ext>
              <a:ext uri="{C183D7F6-B498-43B3-948B-1728B52AA6E4}">
                <adec:decorative xmlns:adec="http://schemas.microsoft.com/office/drawing/2017/decorative" val="1"/>
              </a:ext>
            </a:extLst>
          </p:cNvPr>
          <p:cNvSpPr/>
          <p:nvPr userDrawn="1"/>
        </p:nvSpPr>
        <p:spPr>
          <a:xfrm>
            <a:off x="4371976" y="1933575"/>
            <a:ext cx="7174103" cy="3661683"/>
          </a:xfrm>
          <a:prstGeom prst="roundRect">
            <a:avLst>
              <a:gd name="adj" fmla="val 9932"/>
            </a:avLst>
          </a:prstGeom>
          <a:solidFill>
            <a:schemeClr val="accent6">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a:extLst>
              <a:ext uri="{FF2B5EF4-FFF2-40B4-BE49-F238E27FC236}">
                <a16:creationId xmlns:a16="http://schemas.microsoft.com/office/drawing/2014/main" id="{038E9543-72F0-3B98-EBDB-95F36BA54FA1}"/>
              </a:ext>
            </a:extLst>
          </p:cNvPr>
          <p:cNvSpPr>
            <a:spLocks noGrp="1"/>
          </p:cNvSpPr>
          <p:nvPr>
            <p:ph type="title" hasCustomPrompt="1"/>
          </p:nvPr>
        </p:nvSpPr>
        <p:spPr>
          <a:xfrm>
            <a:off x="641350" y="576292"/>
            <a:ext cx="10907016" cy="922516"/>
          </a:xfrm>
        </p:spPr>
        <p:txBody>
          <a:bodyPr tIns="182880"/>
          <a:lstStyle>
            <a:lvl1pPr algn="l">
              <a:defRPr sz="3200"/>
            </a:lvl1pPr>
          </a:lstStyle>
          <a:p>
            <a:r>
              <a:rPr lang="en-US" dirty="0"/>
              <a:t>Click to add title</a:t>
            </a:r>
          </a:p>
        </p:txBody>
      </p:sp>
      <p:sp>
        <p:nvSpPr>
          <p:cNvPr id="9" name="Content Placeholder 3">
            <a:extLst>
              <a:ext uri="{FF2B5EF4-FFF2-40B4-BE49-F238E27FC236}">
                <a16:creationId xmlns:a16="http://schemas.microsoft.com/office/drawing/2014/main" id="{EEF67B58-AA53-B48D-DD97-72B3116B22D2}"/>
              </a:ext>
            </a:extLst>
          </p:cNvPr>
          <p:cNvSpPr>
            <a:spLocks noGrp="1"/>
          </p:cNvSpPr>
          <p:nvPr>
            <p:ph sz="half" idx="13" hasCustomPrompt="1"/>
          </p:nvPr>
        </p:nvSpPr>
        <p:spPr>
          <a:xfrm>
            <a:off x="821945" y="2343150"/>
            <a:ext cx="3062967" cy="2990850"/>
          </a:xfrm>
        </p:spPr>
        <p:txBody>
          <a:bodyPr/>
          <a:lstStyle>
            <a:lvl1pPr marL="285750" indent="-285750">
              <a:lnSpc>
                <a:spcPts val="1900"/>
              </a:lnSpc>
              <a:buFont typeface="Arial" panose="020B0604020202020204" pitchFamily="34" charset="0"/>
              <a:buChar char="•"/>
              <a:defRPr sz="1800"/>
            </a:lvl1pPr>
            <a:lvl2pPr marL="742950" indent="-285750">
              <a:lnSpc>
                <a:spcPts val="1900"/>
              </a:lnSpc>
              <a:buFont typeface="Arial" panose="020B0604020202020204" pitchFamily="34" charset="0"/>
              <a:buChar char="•"/>
              <a:defRPr sz="1800"/>
            </a:lvl2pPr>
            <a:lvl3pPr marL="1200150" indent="-285750">
              <a:lnSpc>
                <a:spcPts val="1900"/>
              </a:lnSpc>
              <a:buFont typeface="Arial" panose="020B0604020202020204" pitchFamily="34" charset="0"/>
              <a:buChar char="•"/>
              <a:defRPr sz="1800"/>
            </a:lvl3pPr>
            <a:lvl4pPr marL="1657350" indent="-285750">
              <a:lnSpc>
                <a:spcPts val="1900"/>
              </a:lnSpc>
              <a:buFont typeface="Arial" panose="020B0604020202020204" pitchFamily="34" charset="0"/>
              <a:buChar char="•"/>
              <a:defRPr sz="1800"/>
            </a:lvl4pPr>
            <a:lvl5pPr marL="2114550" indent="-285750">
              <a:lnSpc>
                <a:spcPts val="1900"/>
              </a:lnSpc>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hasCustomPrompt="1"/>
          </p:nvPr>
        </p:nvSpPr>
        <p:spPr>
          <a:xfrm>
            <a:off x="4619626" y="2343150"/>
            <a:ext cx="6626226" cy="2994868"/>
          </a:xfrm>
        </p:spPr>
        <p:txBody>
          <a:bodyPr/>
          <a:lstStyle>
            <a:lvl1pPr marL="0" indent="0">
              <a:lnSpc>
                <a:spcPts val="1900"/>
              </a:lnSpc>
              <a:buNone/>
              <a:defRPr sz="1800"/>
            </a:lvl1pPr>
            <a:lvl2pPr>
              <a:lnSpc>
                <a:spcPts val="1900"/>
              </a:lnSpc>
              <a:defRPr sz="1800"/>
            </a:lvl2pPr>
            <a:lvl3pPr>
              <a:lnSpc>
                <a:spcPts val="1900"/>
              </a:lnSpc>
              <a:defRPr sz="1800"/>
            </a:lvl3pPr>
            <a:lvl4pPr>
              <a:lnSpc>
                <a:spcPts val="1900"/>
              </a:lnSpc>
              <a:defRPr sz="1800"/>
            </a:lvl4pPr>
            <a:lvl5pPr>
              <a:lnSpc>
                <a:spcPts val="19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E0299C66-96F4-78D6-A62C-38668D590AEB}"/>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EC2A6D20-3BBC-4875-E1DD-C75389BF2676}"/>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Date Placeholder 3">
            <a:extLst>
              <a:ext uri="{FF2B5EF4-FFF2-40B4-BE49-F238E27FC236}">
                <a16:creationId xmlns:a16="http://schemas.microsoft.com/office/drawing/2014/main" id="{0375AD72-FEF2-7BD7-B33E-DE98FDD651EC}"/>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1/22/2026</a:t>
            </a:fld>
            <a:endParaRPr lang="en-US" dirty="0"/>
          </a:p>
        </p:txBody>
      </p:sp>
      <p:pic>
        <p:nvPicPr>
          <p:cNvPr id="17" name="Graphic 16">
            <a:extLst>
              <a:ext uri="{FF2B5EF4-FFF2-40B4-BE49-F238E27FC236}">
                <a16:creationId xmlns:a16="http://schemas.microsoft.com/office/drawing/2014/main" id="{45C69E5E-6C22-57DA-0C62-9C6B3203222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18" name="Graphic 17">
            <a:extLst>
              <a:ext uri="{FF2B5EF4-FFF2-40B4-BE49-F238E27FC236}">
                <a16:creationId xmlns:a16="http://schemas.microsoft.com/office/drawing/2014/main" id="{34542827-11B9-15CF-AB8E-86115BEF9FA8}"/>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9" name="Graphic 18">
            <a:extLst>
              <a:ext uri="{FF2B5EF4-FFF2-40B4-BE49-F238E27FC236}">
                <a16:creationId xmlns:a16="http://schemas.microsoft.com/office/drawing/2014/main" id="{BEF1536F-20D9-1950-220E-4E6B881E9E50}"/>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20" name="Slide Number Placeholder 5">
            <a:extLst>
              <a:ext uri="{FF2B5EF4-FFF2-40B4-BE49-F238E27FC236}">
                <a16:creationId xmlns:a16="http://schemas.microsoft.com/office/drawing/2014/main" id="{F8E904D7-AB01-FD2A-6191-37814CBD0829}"/>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1" name="Rectangle 20">
            <a:extLst>
              <a:ext uri="{FF2B5EF4-FFF2-40B4-BE49-F238E27FC236}">
                <a16:creationId xmlns:a16="http://schemas.microsoft.com/office/drawing/2014/main" id="{2E5DD3E5-31DE-DE3C-B506-E5AF1EC658CB}"/>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3630598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grpSp>
        <p:nvGrpSpPr>
          <p:cNvPr id="8" name="Graphic 4">
            <a:extLst>
              <a:ext uri="{FF2B5EF4-FFF2-40B4-BE49-F238E27FC236}">
                <a16:creationId xmlns:a16="http://schemas.microsoft.com/office/drawing/2014/main" id="{5C92998A-0580-8711-F2CD-BA025D3B492D}"/>
              </a:ext>
              <a:ext uri="{C183D7F6-B498-43B3-948B-1728B52AA6E4}">
                <adec:decorative xmlns:adec="http://schemas.microsoft.com/office/drawing/2017/decorative" val="1"/>
              </a:ext>
            </a:extLst>
          </p:cNvPr>
          <p:cNvGrpSpPr/>
          <p:nvPr/>
        </p:nvGrpSpPr>
        <p:grpSpPr>
          <a:xfrm>
            <a:off x="9573457" y="3490004"/>
            <a:ext cx="2760781" cy="2636487"/>
            <a:chOff x="9757762" y="3673334"/>
            <a:chExt cx="2760781" cy="2636487"/>
          </a:xfrm>
          <a:solidFill>
            <a:schemeClr val="bg1">
              <a:alpha val="50000"/>
            </a:schemeClr>
          </a:solidFill>
        </p:grpSpPr>
        <p:sp>
          <p:nvSpPr>
            <p:cNvPr id="9" name="Freeform: Shape 8">
              <a:extLst>
                <a:ext uri="{FF2B5EF4-FFF2-40B4-BE49-F238E27FC236}">
                  <a16:creationId xmlns:a16="http://schemas.microsoft.com/office/drawing/2014/main" id="{309E8E44-AD09-0DCB-79DA-F363143EB715}"/>
                </a:ext>
              </a:extLst>
            </p:cNvPr>
            <p:cNvSpPr/>
            <p:nvPr/>
          </p:nvSpPr>
          <p:spPr>
            <a:xfrm>
              <a:off x="9757762"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F0C32798-3973-1B39-EA92-336F776B7AA7}"/>
                </a:ext>
              </a:extLst>
            </p:cNvPr>
            <p:cNvSpPr/>
            <p:nvPr/>
          </p:nvSpPr>
          <p:spPr>
            <a:xfrm>
              <a:off x="10777316"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6F2D963B-D621-02DD-1619-684F4DC91490}"/>
                </a:ext>
              </a:extLst>
            </p:cNvPr>
            <p:cNvSpPr/>
            <p:nvPr/>
          </p:nvSpPr>
          <p:spPr>
            <a:xfrm>
              <a:off x="11796885"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E491E75D-715D-B554-6983-B8D0F0FF7ECE}"/>
                </a:ext>
              </a:extLst>
            </p:cNvPr>
            <p:cNvSpPr/>
            <p:nvPr/>
          </p:nvSpPr>
          <p:spPr>
            <a:xfrm>
              <a:off x="9757762"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80BE3828-09E2-3B37-DAF2-0F1EF6FBB447}"/>
                </a:ext>
              </a:extLst>
            </p:cNvPr>
            <p:cNvSpPr/>
            <p:nvPr/>
          </p:nvSpPr>
          <p:spPr>
            <a:xfrm>
              <a:off x="10777316"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11BD5FBB-6BCD-9E17-CA4C-DA3621F258BF}"/>
                </a:ext>
              </a:extLst>
            </p:cNvPr>
            <p:cNvSpPr/>
            <p:nvPr/>
          </p:nvSpPr>
          <p:spPr>
            <a:xfrm>
              <a:off x="11796885"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64AD5227-34EB-06BB-7D33-8014F2DE4711}"/>
                </a:ext>
              </a:extLst>
            </p:cNvPr>
            <p:cNvSpPr/>
            <p:nvPr/>
          </p:nvSpPr>
          <p:spPr>
            <a:xfrm>
              <a:off x="9757762" y="5788920"/>
              <a:ext cx="503603" cy="503606"/>
            </a:xfrm>
            <a:custGeom>
              <a:avLst/>
              <a:gdLst>
                <a:gd name="connsiteX0" fmla="*/ 0 w 503603"/>
                <a:gd name="connsiteY0" fmla="*/ 251798 h 503606"/>
                <a:gd name="connsiteX1" fmla="*/ 251802 w 503603"/>
                <a:gd name="connsiteY1" fmla="*/ 0 h 503606"/>
                <a:gd name="connsiteX2" fmla="*/ 503604 w 503603"/>
                <a:gd name="connsiteY2" fmla="*/ 251798 h 503606"/>
                <a:gd name="connsiteX3" fmla="*/ 251802 w 503603"/>
                <a:gd name="connsiteY3" fmla="*/ 503606 h 503606"/>
                <a:gd name="connsiteX4" fmla="*/ 0 w 503603"/>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6">
                  <a:moveTo>
                    <a:pt x="0" y="251798"/>
                  </a:moveTo>
                  <a:cubicBezTo>
                    <a:pt x="0" y="112736"/>
                    <a:pt x="112737" y="0"/>
                    <a:pt x="251802" y="0"/>
                  </a:cubicBezTo>
                  <a:cubicBezTo>
                    <a:pt x="390867" y="0"/>
                    <a:pt x="503604" y="112736"/>
                    <a:pt x="503604" y="251798"/>
                  </a:cubicBezTo>
                  <a:cubicBezTo>
                    <a:pt x="503604" y="390859"/>
                    <a:pt x="390869" y="503606"/>
                    <a:pt x="251802" y="503606"/>
                  </a:cubicBezTo>
                  <a:cubicBezTo>
                    <a:pt x="112734"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8A22BFF6-8FC1-1C45-6065-DDBFC3366BC5}"/>
                </a:ext>
              </a:extLst>
            </p:cNvPr>
            <p:cNvSpPr/>
            <p:nvPr/>
          </p:nvSpPr>
          <p:spPr>
            <a:xfrm>
              <a:off x="10777320"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A146F39A-3BE2-E627-E2A8-097C4BA7329F}"/>
                </a:ext>
              </a:extLst>
            </p:cNvPr>
            <p:cNvSpPr/>
            <p:nvPr/>
          </p:nvSpPr>
          <p:spPr>
            <a:xfrm>
              <a:off x="11796889"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grpSp>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userDrawn="1"/>
        </p:nvGrpSpPr>
        <p:grpSpPr>
          <a:xfrm>
            <a:off x="381000" y="2282879"/>
            <a:ext cx="4269018" cy="3187700"/>
            <a:chOff x="1698171" y="691024"/>
            <a:chExt cx="4269018" cy="3187700"/>
          </a:xfrm>
        </p:grpSpPr>
        <p:grpSp>
          <p:nvGrpSpPr>
            <p:cNvPr id="23" name="Group 22">
              <a:extLst>
                <a:ext uri="{FF2B5EF4-FFF2-40B4-BE49-F238E27FC236}">
                  <a16:creationId xmlns:a16="http://schemas.microsoft.com/office/drawing/2014/main" id="{B6302B80-DDF6-B2B7-6559-5B19EDC98763}"/>
                </a:ext>
              </a:extLst>
            </p:cNvPr>
            <p:cNvGrpSpPr/>
            <p:nvPr userDrawn="1"/>
          </p:nvGrpSpPr>
          <p:grpSpPr>
            <a:xfrm>
              <a:off x="1698171" y="691024"/>
              <a:ext cx="4269018" cy="3187700"/>
              <a:chOff x="1466850" y="380320"/>
              <a:chExt cx="4493564" cy="3355370"/>
            </a:xfrm>
          </p:grpSpPr>
          <p:sp>
            <p:nvSpPr>
              <p:cNvPr id="28" name="Rectangle 27">
                <a:extLst>
                  <a:ext uri="{FF2B5EF4-FFF2-40B4-BE49-F238E27FC236}">
                    <a16:creationId xmlns:a16="http://schemas.microsoft.com/office/drawing/2014/main" id="{81CCE774-3C05-A473-EC2B-CC0477DD95B7}"/>
                  </a:ext>
                </a:extLst>
              </p:cNvPr>
              <p:cNvSpPr/>
              <p:nvPr userDrawn="1"/>
            </p:nvSpPr>
            <p:spPr>
              <a:xfrm>
                <a:off x="1466850" y="875619"/>
                <a:ext cx="4493564" cy="286007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F2119DFF-8596-5767-9E16-1F5D2A0890B0}"/>
                  </a:ext>
                </a:extLst>
              </p:cNvPr>
              <p:cNvSpPr/>
              <p:nvPr userDrawn="1"/>
            </p:nvSpPr>
            <p:spPr>
              <a:xfrm>
                <a:off x="1466850" y="380320"/>
                <a:ext cx="4493564" cy="49530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66202FE4-E23F-5D9F-6685-2591771D5E07}"/>
                </a:ext>
              </a:extLst>
            </p:cNvPr>
            <p:cNvGrpSpPr/>
            <p:nvPr userDrawn="1"/>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75490BAC-795F-B586-F7A7-4DFB64162F77}"/>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F93C3DAB-2ED3-29C3-4C46-70C1FE5C77D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0" name="Title 1">
            <a:extLst>
              <a:ext uri="{FF2B5EF4-FFF2-40B4-BE49-F238E27FC236}">
                <a16:creationId xmlns:a16="http://schemas.microsoft.com/office/drawing/2014/main" id="{85C02728-7F58-1ED1-7B84-326CE837DE29}"/>
              </a:ext>
            </a:extLst>
          </p:cNvPr>
          <p:cNvSpPr>
            <a:spLocks noGrp="1"/>
          </p:cNvSpPr>
          <p:nvPr>
            <p:ph type="title" hasCustomPrompt="1"/>
          </p:nvPr>
        </p:nvSpPr>
        <p:spPr>
          <a:xfrm>
            <a:off x="381000" y="3077710"/>
            <a:ext cx="4269017" cy="2109186"/>
          </a:xfrm>
        </p:spPr>
        <p:txBody>
          <a:bodyPr/>
          <a:lstStyle>
            <a:lvl1pPr algn="ctr">
              <a:defRPr sz="3200"/>
            </a:lvl1pPr>
          </a:lstStyle>
          <a:p>
            <a:r>
              <a:rPr lang="en-US" dirty="0"/>
              <a:t>Click to add title</a:t>
            </a:r>
          </a:p>
        </p:txBody>
      </p:sp>
      <p:grpSp>
        <p:nvGrpSpPr>
          <p:cNvPr id="32" name="Group 31">
            <a:extLst>
              <a:ext uri="{FF2B5EF4-FFF2-40B4-BE49-F238E27FC236}">
                <a16:creationId xmlns:a16="http://schemas.microsoft.com/office/drawing/2014/main" id="{723D7900-A764-0B16-7BED-F9EBD836AC98}"/>
              </a:ext>
              <a:ext uri="{C183D7F6-B498-43B3-948B-1728B52AA6E4}">
                <adec:decorative xmlns:adec="http://schemas.microsoft.com/office/drawing/2017/decorative" val="1"/>
              </a:ext>
            </a:extLst>
          </p:cNvPr>
          <p:cNvGrpSpPr/>
          <p:nvPr userDrawn="1"/>
        </p:nvGrpSpPr>
        <p:grpSpPr>
          <a:xfrm>
            <a:off x="4934496" y="731509"/>
            <a:ext cx="6876503" cy="4739070"/>
            <a:chOff x="1698171" y="691024"/>
            <a:chExt cx="6876503" cy="4739070"/>
          </a:xfrm>
        </p:grpSpPr>
        <p:grpSp>
          <p:nvGrpSpPr>
            <p:cNvPr id="33" name="Group 32">
              <a:extLst>
                <a:ext uri="{FF2B5EF4-FFF2-40B4-BE49-F238E27FC236}">
                  <a16:creationId xmlns:a16="http://schemas.microsoft.com/office/drawing/2014/main" id="{C0DAD512-E415-2CBA-7F91-C6B058A5ADBD}"/>
                </a:ext>
              </a:extLst>
            </p:cNvPr>
            <p:cNvGrpSpPr/>
            <p:nvPr userDrawn="1"/>
          </p:nvGrpSpPr>
          <p:grpSpPr>
            <a:xfrm>
              <a:off x="1698171" y="691024"/>
              <a:ext cx="6876503" cy="4739070"/>
              <a:chOff x="1466850" y="380320"/>
              <a:chExt cx="7238199" cy="4988342"/>
            </a:xfrm>
          </p:grpSpPr>
          <p:sp>
            <p:nvSpPr>
              <p:cNvPr id="38" name="Rectangle 37">
                <a:extLst>
                  <a:ext uri="{FF2B5EF4-FFF2-40B4-BE49-F238E27FC236}">
                    <a16:creationId xmlns:a16="http://schemas.microsoft.com/office/drawing/2014/main" id="{921D068B-EDAE-2B09-0C52-3807110CD594}"/>
                  </a:ext>
                </a:extLst>
              </p:cNvPr>
              <p:cNvSpPr/>
              <p:nvPr userDrawn="1"/>
            </p:nvSpPr>
            <p:spPr>
              <a:xfrm>
                <a:off x="1466850" y="875621"/>
                <a:ext cx="7238199" cy="449304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6825F6B8-7F31-9F6F-6F40-4446D62B0C09}"/>
                  </a:ext>
                </a:extLst>
              </p:cNvPr>
              <p:cNvSpPr/>
              <p:nvPr userDrawn="1"/>
            </p:nvSpPr>
            <p:spPr>
              <a:xfrm>
                <a:off x="1466850" y="380320"/>
                <a:ext cx="7238199"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7110B156-7097-18AF-109C-9129C1D27D5C}"/>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868629EE-2788-3490-B87C-FE2A0006988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D13927A-0814-22EA-70B1-CD822828F18E}"/>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7BEDD65C-96D1-E6E2-62CE-14973E1DB1B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4" name="Table Placeholder 3">
            <a:extLst>
              <a:ext uri="{FF2B5EF4-FFF2-40B4-BE49-F238E27FC236}">
                <a16:creationId xmlns:a16="http://schemas.microsoft.com/office/drawing/2014/main" id="{18AADC3C-8146-4144-3ABA-28E1B1F4AADD}"/>
              </a:ext>
            </a:extLst>
          </p:cNvPr>
          <p:cNvSpPr>
            <a:spLocks noGrp="1"/>
          </p:cNvSpPr>
          <p:nvPr>
            <p:ph type="tbl" sz="quarter" idx="10"/>
          </p:nvPr>
        </p:nvSpPr>
        <p:spPr>
          <a:xfrm>
            <a:off x="4934493" y="1202058"/>
            <a:ext cx="6876504" cy="4270248"/>
          </a:xfrm>
        </p:spPr>
        <p:txBody>
          <a:bodyPr/>
          <a:lstStyle/>
          <a:p>
            <a:r>
              <a:rPr lang="en-US"/>
              <a:t>Click icon to add table</a:t>
            </a:r>
            <a:endParaRPr lang="en-US" dirty="0"/>
          </a:p>
        </p:txBody>
      </p:sp>
      <p:pic>
        <p:nvPicPr>
          <p:cNvPr id="6" name="Graphic 5">
            <a:extLst>
              <a:ext uri="{FF2B5EF4-FFF2-40B4-BE49-F238E27FC236}">
                <a16:creationId xmlns:a16="http://schemas.microsoft.com/office/drawing/2014/main" id="{C6DD2ED3-A6F4-FD7E-59F8-1FAE8FBBAC17}"/>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r="15256"/>
          <a:stretch/>
        </p:blipFill>
        <p:spPr>
          <a:xfrm rot="16200000">
            <a:off x="1495710" y="-1028662"/>
            <a:ext cx="2029124" cy="4086444"/>
          </a:xfrm>
          <a:prstGeom prst="rect">
            <a:avLst/>
          </a:prstGeom>
        </p:spPr>
      </p:pic>
      <p:sp>
        <p:nvSpPr>
          <p:cNvPr id="40" name="Rectangle 39">
            <a:extLst>
              <a:ext uri="{FF2B5EF4-FFF2-40B4-BE49-F238E27FC236}">
                <a16:creationId xmlns:a16="http://schemas.microsoft.com/office/drawing/2014/main" id="{8D3D389B-1A71-78E3-E524-47DEFE36F4F5}"/>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1" name="Straight Connector 40">
            <a:extLst>
              <a:ext uri="{FF2B5EF4-FFF2-40B4-BE49-F238E27FC236}">
                <a16:creationId xmlns:a16="http://schemas.microsoft.com/office/drawing/2014/main" id="{63E7AF89-C0F4-4BB7-8B68-933CBF0B383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Date Placeholder 3">
            <a:extLst>
              <a:ext uri="{FF2B5EF4-FFF2-40B4-BE49-F238E27FC236}">
                <a16:creationId xmlns:a16="http://schemas.microsoft.com/office/drawing/2014/main" id="{17933C8A-8E9F-F250-DAB7-5B1C82537C7F}"/>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1/22/2026</a:t>
            </a:fld>
            <a:endParaRPr lang="en-US" dirty="0"/>
          </a:p>
        </p:txBody>
      </p:sp>
      <p:pic>
        <p:nvPicPr>
          <p:cNvPr id="43" name="Graphic 42">
            <a:extLst>
              <a:ext uri="{FF2B5EF4-FFF2-40B4-BE49-F238E27FC236}">
                <a16:creationId xmlns:a16="http://schemas.microsoft.com/office/drawing/2014/main" id="{824FC607-995F-898A-B4E2-47161383123B}"/>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542011" y="6405154"/>
            <a:ext cx="274320" cy="274320"/>
          </a:xfrm>
          <a:prstGeom prst="rect">
            <a:avLst/>
          </a:prstGeom>
        </p:spPr>
      </p:pic>
      <p:pic>
        <p:nvPicPr>
          <p:cNvPr id="44" name="Graphic 43">
            <a:extLst>
              <a:ext uri="{FF2B5EF4-FFF2-40B4-BE49-F238E27FC236}">
                <a16:creationId xmlns:a16="http://schemas.microsoft.com/office/drawing/2014/main" id="{2D6615CA-D60B-84EA-CBF6-70186E3CF675}"/>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9168948" y="6405154"/>
            <a:ext cx="274320" cy="274320"/>
          </a:xfrm>
          <a:prstGeom prst="rect">
            <a:avLst/>
          </a:prstGeom>
        </p:spPr>
      </p:pic>
      <p:pic>
        <p:nvPicPr>
          <p:cNvPr id="45" name="Graphic 44">
            <a:extLst>
              <a:ext uri="{FF2B5EF4-FFF2-40B4-BE49-F238E27FC236}">
                <a16:creationId xmlns:a16="http://schemas.microsoft.com/office/drawing/2014/main" id="{88C02DF0-EBE4-4C6F-CE9A-61B39F1F7A18}"/>
              </a:ext>
              <a:ext uri="{C183D7F6-B498-43B3-948B-1728B52AA6E4}">
                <adec:decorative xmlns:adec="http://schemas.microsoft.com/office/drawing/2017/decorative" val="1"/>
              </a:ext>
            </a:extLst>
          </p:cNvPr>
          <p:cNvPicPr>
            <a:picLocks noChangeAspect="1"/>
          </p:cNvPicPr>
          <p:nvPr userDrawn="1"/>
        </p:nvPicPr>
        <p:blipFill rotWithShape="1">
          <a:blip r:embed="rId8" cstate="hqprint">
            <a:extLst>
              <a:ext uri="{28A0092B-C50C-407E-A947-70E740481C1C}">
                <a14:useLocalDpi xmlns:a14="http://schemas.microsoft.com/office/drawing/2010/main"/>
              </a:ext>
              <a:ext uri="{96DAC541-7B7A-43D3-8B79-37D633B846F1}">
                <asvg:svgBlip xmlns:asvg="http://schemas.microsoft.com/office/drawing/2016/SVG/main" r:embed="rId9"/>
              </a:ext>
            </a:extLst>
          </a:blip>
          <a:srcRect l="13558" t="13558" r="13558" b="13558"/>
          <a:stretch/>
        </p:blipFill>
        <p:spPr>
          <a:xfrm>
            <a:off x="8795884" y="6405154"/>
            <a:ext cx="274320" cy="274320"/>
          </a:xfrm>
          <a:prstGeom prst="rect">
            <a:avLst/>
          </a:prstGeom>
        </p:spPr>
      </p:pic>
      <p:sp>
        <p:nvSpPr>
          <p:cNvPr id="46" name="Slide Number Placeholder 5">
            <a:extLst>
              <a:ext uri="{FF2B5EF4-FFF2-40B4-BE49-F238E27FC236}">
                <a16:creationId xmlns:a16="http://schemas.microsoft.com/office/drawing/2014/main" id="{AFEE4071-4B5B-AFB4-B178-D09387257FA2}"/>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47" name="Rectangle 46">
            <a:extLst>
              <a:ext uri="{FF2B5EF4-FFF2-40B4-BE49-F238E27FC236}">
                <a16:creationId xmlns:a16="http://schemas.microsoft.com/office/drawing/2014/main" id="{F3023153-9A4E-D9D3-6DE0-2D3EA610BB11}"/>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42275210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
    <p:spTree>
      <p:nvGrpSpPr>
        <p:cNvPr id="1" name=""/>
        <p:cNvGrpSpPr/>
        <p:nvPr/>
      </p:nvGrpSpPr>
      <p:grpSpPr>
        <a:xfrm>
          <a:off x="0" y="0"/>
          <a:ext cx="0" cy="0"/>
          <a:chOff x="0" y="0"/>
          <a:chExt cx="0" cy="0"/>
        </a:xfrm>
      </p:grpSpPr>
      <p:sp>
        <p:nvSpPr>
          <p:cNvPr id="61" name="Rectangle: Rounded Corners 60">
            <a:extLst>
              <a:ext uri="{FF2B5EF4-FFF2-40B4-BE49-F238E27FC236}">
                <a16:creationId xmlns:a16="http://schemas.microsoft.com/office/drawing/2014/main" id="{85477807-ECB9-BBC9-E832-2FE89AC328DD}"/>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964746" y="327023"/>
            <a:ext cx="5931354" cy="5561465"/>
          </a:xfrm>
        </p:spPr>
        <p:txBody>
          <a:bodyPr vert="horz" lIns="91440" tIns="45720" rIns="91440" bIns="45720" rtlCol="0" anchor="ctr">
            <a:noAutofit/>
          </a:bodyPr>
          <a:lstStyle>
            <a:lvl1pPr algn="ctr">
              <a:defRPr lang="en-US" sz="6000" dirty="0"/>
            </a:lvl1pPr>
          </a:lstStyle>
          <a:p>
            <a:pPr lvl="0" algn="ctr"/>
            <a:r>
              <a:rPr lang="en-US" dirty="0"/>
              <a:t>Click to add title</a:t>
            </a:r>
          </a:p>
        </p:txBody>
      </p:sp>
      <p:grpSp>
        <p:nvGrpSpPr>
          <p:cNvPr id="5" name="Group 4">
            <a:extLst>
              <a:ext uri="{FF2B5EF4-FFF2-40B4-BE49-F238E27FC236}">
                <a16:creationId xmlns:a16="http://schemas.microsoft.com/office/drawing/2014/main" id="{FB66CFD9-87C8-0968-9FB0-CF7AE4F612F0}"/>
              </a:ext>
              <a:ext uri="{C183D7F6-B498-43B3-948B-1728B52AA6E4}">
                <adec:decorative xmlns:adec="http://schemas.microsoft.com/office/drawing/2017/decorative" val="1"/>
              </a:ext>
            </a:extLst>
          </p:cNvPr>
          <p:cNvGrpSpPr/>
          <p:nvPr userDrawn="1"/>
        </p:nvGrpSpPr>
        <p:grpSpPr>
          <a:xfrm>
            <a:off x="7575684" y="1200589"/>
            <a:ext cx="3365366" cy="3804114"/>
            <a:chOff x="1698171" y="691024"/>
            <a:chExt cx="3365366" cy="3804114"/>
          </a:xfrm>
        </p:grpSpPr>
        <p:grpSp>
          <p:nvGrpSpPr>
            <p:cNvPr id="7" name="Group 6">
              <a:extLst>
                <a:ext uri="{FF2B5EF4-FFF2-40B4-BE49-F238E27FC236}">
                  <a16:creationId xmlns:a16="http://schemas.microsoft.com/office/drawing/2014/main" id="{5571AD75-22F7-E387-8455-0EE6231C2AA8}"/>
                </a:ext>
              </a:extLst>
            </p:cNvPr>
            <p:cNvGrpSpPr/>
            <p:nvPr userDrawn="1"/>
          </p:nvGrpSpPr>
          <p:grpSpPr>
            <a:xfrm>
              <a:off x="1698171" y="691024"/>
              <a:ext cx="3365366" cy="3804114"/>
              <a:chOff x="1466850" y="380320"/>
              <a:chExt cx="3542380" cy="4004209"/>
            </a:xfrm>
          </p:grpSpPr>
          <p:sp>
            <p:nvSpPr>
              <p:cNvPr id="25" name="Rectangle 24">
                <a:extLst>
                  <a:ext uri="{FF2B5EF4-FFF2-40B4-BE49-F238E27FC236}">
                    <a16:creationId xmlns:a16="http://schemas.microsoft.com/office/drawing/2014/main" id="{14EBD37B-479C-8610-9921-3DD1D3B53203}"/>
                  </a:ext>
                </a:extLst>
              </p:cNvPr>
              <p:cNvSpPr/>
              <p:nvPr userDrawn="1"/>
            </p:nvSpPr>
            <p:spPr>
              <a:xfrm>
                <a:off x="1466850" y="875620"/>
                <a:ext cx="3542380" cy="3508909"/>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EE9DA007-4D12-4E50-8A2A-BFEB557D2755}"/>
                  </a:ext>
                </a:extLst>
              </p:cNvPr>
              <p:cNvSpPr/>
              <p:nvPr userDrawn="1"/>
            </p:nvSpPr>
            <p:spPr>
              <a:xfrm>
                <a:off x="1466850" y="380320"/>
                <a:ext cx="3542380"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9" name="Group 8">
              <a:extLst>
                <a:ext uri="{FF2B5EF4-FFF2-40B4-BE49-F238E27FC236}">
                  <a16:creationId xmlns:a16="http://schemas.microsoft.com/office/drawing/2014/main" id="{43696F41-7A57-6A71-48E0-57DC0FD1F45D}"/>
                </a:ext>
              </a:extLst>
            </p:cNvPr>
            <p:cNvGrpSpPr/>
            <p:nvPr userDrawn="1"/>
          </p:nvGrpSpPr>
          <p:grpSpPr>
            <a:xfrm>
              <a:off x="1839686" y="815293"/>
              <a:ext cx="810985" cy="212272"/>
              <a:chOff x="1883229" y="800099"/>
              <a:chExt cx="810985" cy="212272"/>
            </a:xfrm>
          </p:grpSpPr>
          <p:sp>
            <p:nvSpPr>
              <p:cNvPr id="10" name="Oval 9">
                <a:extLst>
                  <a:ext uri="{FF2B5EF4-FFF2-40B4-BE49-F238E27FC236}">
                    <a16:creationId xmlns:a16="http://schemas.microsoft.com/office/drawing/2014/main" id="{29B518BB-BA01-734C-8F35-C569614E32E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20CA477C-B13C-EF0B-F67F-CF0F4D703D69}"/>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5ADDCC6C-0428-0F66-95AF-F34D60323CEB}"/>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7717199" y="1788339"/>
            <a:ext cx="3103201" cy="3092539"/>
          </a:xfrm>
        </p:spPr>
        <p:txBody>
          <a:bodyPr tIns="0" bIns="0" anchor="ctr"/>
          <a:lstStyle>
            <a:lvl1pPr marL="342900" indent="-342900">
              <a:lnSpc>
                <a:spcPct val="150000"/>
              </a:lnSpc>
              <a:buFont typeface="Arial" panose="020B0604020202020204" pitchFamily="34" charset="0"/>
              <a:buChar char="•"/>
              <a:defRPr sz="18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en-US"/>
              <a:t>Click to edit Master text styles</a:t>
            </a:r>
          </a:p>
        </p:txBody>
      </p:sp>
      <p:sp>
        <p:nvSpPr>
          <p:cNvPr id="4" name="Rectangle 3">
            <a:extLst>
              <a:ext uri="{FF2B5EF4-FFF2-40B4-BE49-F238E27FC236}">
                <a16:creationId xmlns:a16="http://schemas.microsoft.com/office/drawing/2014/main" id="{5B5DDDB5-9047-790A-C8B0-D67E44B72323}"/>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E29A5963-0FEC-D9BF-54CB-A3D6D118AF4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ate Placeholder 3">
            <a:extLst>
              <a:ext uri="{FF2B5EF4-FFF2-40B4-BE49-F238E27FC236}">
                <a16:creationId xmlns:a16="http://schemas.microsoft.com/office/drawing/2014/main" id="{427DBEC2-F0F7-1E8A-EDBA-2EB379509666}"/>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1/22/2026</a:t>
            </a:fld>
            <a:endParaRPr lang="en-US" dirty="0"/>
          </a:p>
        </p:txBody>
      </p:sp>
      <p:pic>
        <p:nvPicPr>
          <p:cNvPr id="11" name="Graphic 10">
            <a:extLst>
              <a:ext uri="{FF2B5EF4-FFF2-40B4-BE49-F238E27FC236}">
                <a16:creationId xmlns:a16="http://schemas.microsoft.com/office/drawing/2014/main" id="{3947C04A-7458-C36D-EE89-0C1F41AF32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12" name="Graphic 11">
            <a:extLst>
              <a:ext uri="{FF2B5EF4-FFF2-40B4-BE49-F238E27FC236}">
                <a16:creationId xmlns:a16="http://schemas.microsoft.com/office/drawing/2014/main" id="{CC13B35D-F747-92EE-37C0-27E1CA8B587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3" name="Graphic 12">
            <a:extLst>
              <a:ext uri="{FF2B5EF4-FFF2-40B4-BE49-F238E27FC236}">
                <a16:creationId xmlns:a16="http://schemas.microsoft.com/office/drawing/2014/main" id="{5DD40548-01E2-C4C3-74D5-E53F4A1C3942}"/>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14" name="Slide Number Placeholder 5">
            <a:extLst>
              <a:ext uri="{FF2B5EF4-FFF2-40B4-BE49-F238E27FC236}">
                <a16:creationId xmlns:a16="http://schemas.microsoft.com/office/drawing/2014/main" id="{F021946D-D90D-3F7E-3E92-78C7E120AFF5}"/>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7" name="Rectangle 26">
            <a:extLst>
              <a:ext uri="{FF2B5EF4-FFF2-40B4-BE49-F238E27FC236}">
                <a16:creationId xmlns:a16="http://schemas.microsoft.com/office/drawing/2014/main" id="{3797D881-DBBF-010E-A63C-99B4B0D412AA}"/>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40920577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8" name="Graphic 4">
            <a:extLst>
              <a:ext uri="{FF2B5EF4-FFF2-40B4-BE49-F238E27FC236}">
                <a16:creationId xmlns:a16="http://schemas.microsoft.com/office/drawing/2014/main" id="{5C92998A-0580-8711-F2CD-BA025D3B492D}"/>
              </a:ext>
              <a:ext uri="{C183D7F6-B498-43B3-948B-1728B52AA6E4}">
                <adec:decorative xmlns:adec="http://schemas.microsoft.com/office/drawing/2017/decorative" val="1"/>
              </a:ext>
            </a:extLst>
          </p:cNvPr>
          <p:cNvGrpSpPr/>
          <p:nvPr/>
        </p:nvGrpSpPr>
        <p:grpSpPr>
          <a:xfrm>
            <a:off x="9573457" y="3490004"/>
            <a:ext cx="2760781" cy="2636487"/>
            <a:chOff x="9757762" y="3673334"/>
            <a:chExt cx="2760781" cy="2636487"/>
          </a:xfrm>
          <a:solidFill>
            <a:schemeClr val="bg1">
              <a:alpha val="50000"/>
            </a:schemeClr>
          </a:solidFill>
        </p:grpSpPr>
        <p:sp>
          <p:nvSpPr>
            <p:cNvPr id="9" name="Freeform: Shape 8">
              <a:extLst>
                <a:ext uri="{FF2B5EF4-FFF2-40B4-BE49-F238E27FC236}">
                  <a16:creationId xmlns:a16="http://schemas.microsoft.com/office/drawing/2014/main" id="{309E8E44-AD09-0DCB-79DA-F363143EB715}"/>
                </a:ext>
              </a:extLst>
            </p:cNvPr>
            <p:cNvSpPr/>
            <p:nvPr/>
          </p:nvSpPr>
          <p:spPr>
            <a:xfrm>
              <a:off x="9757762"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F0C32798-3973-1B39-EA92-336F776B7AA7}"/>
                </a:ext>
              </a:extLst>
            </p:cNvPr>
            <p:cNvSpPr/>
            <p:nvPr/>
          </p:nvSpPr>
          <p:spPr>
            <a:xfrm>
              <a:off x="10777316"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6F2D963B-D621-02DD-1619-684F4DC91490}"/>
                </a:ext>
              </a:extLst>
            </p:cNvPr>
            <p:cNvSpPr/>
            <p:nvPr/>
          </p:nvSpPr>
          <p:spPr>
            <a:xfrm>
              <a:off x="11796885"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E491E75D-715D-B554-6983-B8D0F0FF7ECE}"/>
                </a:ext>
              </a:extLst>
            </p:cNvPr>
            <p:cNvSpPr/>
            <p:nvPr/>
          </p:nvSpPr>
          <p:spPr>
            <a:xfrm>
              <a:off x="9757762"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80BE3828-09E2-3B37-DAF2-0F1EF6FBB447}"/>
                </a:ext>
              </a:extLst>
            </p:cNvPr>
            <p:cNvSpPr/>
            <p:nvPr/>
          </p:nvSpPr>
          <p:spPr>
            <a:xfrm>
              <a:off x="10777316"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11BD5FBB-6BCD-9E17-CA4C-DA3621F258BF}"/>
                </a:ext>
              </a:extLst>
            </p:cNvPr>
            <p:cNvSpPr/>
            <p:nvPr/>
          </p:nvSpPr>
          <p:spPr>
            <a:xfrm>
              <a:off x="11796885"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64AD5227-34EB-06BB-7D33-8014F2DE4711}"/>
                </a:ext>
              </a:extLst>
            </p:cNvPr>
            <p:cNvSpPr/>
            <p:nvPr/>
          </p:nvSpPr>
          <p:spPr>
            <a:xfrm>
              <a:off x="9757762" y="5788920"/>
              <a:ext cx="503603" cy="503606"/>
            </a:xfrm>
            <a:custGeom>
              <a:avLst/>
              <a:gdLst>
                <a:gd name="connsiteX0" fmla="*/ 0 w 503603"/>
                <a:gd name="connsiteY0" fmla="*/ 251798 h 503606"/>
                <a:gd name="connsiteX1" fmla="*/ 251802 w 503603"/>
                <a:gd name="connsiteY1" fmla="*/ 0 h 503606"/>
                <a:gd name="connsiteX2" fmla="*/ 503604 w 503603"/>
                <a:gd name="connsiteY2" fmla="*/ 251798 h 503606"/>
                <a:gd name="connsiteX3" fmla="*/ 251802 w 503603"/>
                <a:gd name="connsiteY3" fmla="*/ 503606 h 503606"/>
                <a:gd name="connsiteX4" fmla="*/ 0 w 503603"/>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6">
                  <a:moveTo>
                    <a:pt x="0" y="251798"/>
                  </a:moveTo>
                  <a:cubicBezTo>
                    <a:pt x="0" y="112736"/>
                    <a:pt x="112737" y="0"/>
                    <a:pt x="251802" y="0"/>
                  </a:cubicBezTo>
                  <a:cubicBezTo>
                    <a:pt x="390867" y="0"/>
                    <a:pt x="503604" y="112736"/>
                    <a:pt x="503604" y="251798"/>
                  </a:cubicBezTo>
                  <a:cubicBezTo>
                    <a:pt x="503604" y="390859"/>
                    <a:pt x="390869" y="503606"/>
                    <a:pt x="251802" y="503606"/>
                  </a:cubicBezTo>
                  <a:cubicBezTo>
                    <a:pt x="112734"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8A22BFF6-8FC1-1C45-6065-DDBFC3366BC5}"/>
                </a:ext>
              </a:extLst>
            </p:cNvPr>
            <p:cNvSpPr/>
            <p:nvPr/>
          </p:nvSpPr>
          <p:spPr>
            <a:xfrm>
              <a:off x="10777320"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A146F39A-3BE2-E627-E2A8-097C4BA7329F}"/>
                </a:ext>
              </a:extLst>
            </p:cNvPr>
            <p:cNvSpPr/>
            <p:nvPr/>
          </p:nvSpPr>
          <p:spPr>
            <a:xfrm>
              <a:off x="11796889"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grpSp>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userDrawn="1"/>
        </p:nvGrpSpPr>
        <p:grpSpPr>
          <a:xfrm>
            <a:off x="381000" y="2282879"/>
            <a:ext cx="4269018" cy="3187700"/>
            <a:chOff x="1698171" y="691024"/>
            <a:chExt cx="4269018" cy="3187700"/>
          </a:xfrm>
        </p:grpSpPr>
        <p:grpSp>
          <p:nvGrpSpPr>
            <p:cNvPr id="23" name="Group 22">
              <a:extLst>
                <a:ext uri="{FF2B5EF4-FFF2-40B4-BE49-F238E27FC236}">
                  <a16:creationId xmlns:a16="http://schemas.microsoft.com/office/drawing/2014/main" id="{B6302B80-DDF6-B2B7-6559-5B19EDC98763}"/>
                </a:ext>
              </a:extLst>
            </p:cNvPr>
            <p:cNvGrpSpPr/>
            <p:nvPr userDrawn="1"/>
          </p:nvGrpSpPr>
          <p:grpSpPr>
            <a:xfrm>
              <a:off x="1698171" y="691024"/>
              <a:ext cx="4269018" cy="3187700"/>
              <a:chOff x="1466850" y="380320"/>
              <a:chExt cx="4493564" cy="3355370"/>
            </a:xfrm>
          </p:grpSpPr>
          <p:sp>
            <p:nvSpPr>
              <p:cNvPr id="28" name="Rectangle 27">
                <a:extLst>
                  <a:ext uri="{FF2B5EF4-FFF2-40B4-BE49-F238E27FC236}">
                    <a16:creationId xmlns:a16="http://schemas.microsoft.com/office/drawing/2014/main" id="{81CCE774-3C05-A473-EC2B-CC0477DD95B7}"/>
                  </a:ext>
                </a:extLst>
              </p:cNvPr>
              <p:cNvSpPr/>
              <p:nvPr userDrawn="1"/>
            </p:nvSpPr>
            <p:spPr>
              <a:xfrm>
                <a:off x="1466850" y="875619"/>
                <a:ext cx="4493564" cy="286007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F2119DFF-8596-5767-9E16-1F5D2A0890B0}"/>
                  </a:ext>
                </a:extLst>
              </p:cNvPr>
              <p:cNvSpPr/>
              <p:nvPr userDrawn="1"/>
            </p:nvSpPr>
            <p:spPr>
              <a:xfrm>
                <a:off x="1466850" y="380320"/>
                <a:ext cx="4493564" cy="49530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66202FE4-E23F-5D9F-6685-2591771D5E07}"/>
                </a:ext>
              </a:extLst>
            </p:cNvPr>
            <p:cNvGrpSpPr/>
            <p:nvPr userDrawn="1"/>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75490BAC-795F-B586-F7A7-4DFB64162F77}"/>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F93C3DAB-2ED3-29C3-4C46-70C1FE5C77D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0" name="Title 1">
            <a:extLst>
              <a:ext uri="{FF2B5EF4-FFF2-40B4-BE49-F238E27FC236}">
                <a16:creationId xmlns:a16="http://schemas.microsoft.com/office/drawing/2014/main" id="{85C02728-7F58-1ED1-7B84-326CE837DE29}"/>
              </a:ext>
            </a:extLst>
          </p:cNvPr>
          <p:cNvSpPr>
            <a:spLocks noGrp="1"/>
          </p:cNvSpPr>
          <p:nvPr>
            <p:ph type="title" hasCustomPrompt="1"/>
          </p:nvPr>
        </p:nvSpPr>
        <p:spPr>
          <a:xfrm>
            <a:off x="381000" y="3077710"/>
            <a:ext cx="4269017" cy="2109186"/>
          </a:xfrm>
        </p:spPr>
        <p:txBody>
          <a:bodyPr/>
          <a:lstStyle>
            <a:lvl1pPr algn="ctr">
              <a:defRPr sz="3200"/>
            </a:lvl1pPr>
          </a:lstStyle>
          <a:p>
            <a:r>
              <a:rPr lang="en-US" dirty="0"/>
              <a:t>Click to add title</a:t>
            </a:r>
          </a:p>
        </p:txBody>
      </p:sp>
      <p:grpSp>
        <p:nvGrpSpPr>
          <p:cNvPr id="32" name="Group 31">
            <a:extLst>
              <a:ext uri="{FF2B5EF4-FFF2-40B4-BE49-F238E27FC236}">
                <a16:creationId xmlns:a16="http://schemas.microsoft.com/office/drawing/2014/main" id="{723D7900-A764-0B16-7BED-F9EBD836AC98}"/>
              </a:ext>
              <a:ext uri="{C183D7F6-B498-43B3-948B-1728B52AA6E4}">
                <adec:decorative xmlns:adec="http://schemas.microsoft.com/office/drawing/2017/decorative" val="1"/>
              </a:ext>
            </a:extLst>
          </p:cNvPr>
          <p:cNvGrpSpPr/>
          <p:nvPr userDrawn="1"/>
        </p:nvGrpSpPr>
        <p:grpSpPr>
          <a:xfrm>
            <a:off x="4934496" y="731509"/>
            <a:ext cx="6876503" cy="4739070"/>
            <a:chOff x="1698171" y="691024"/>
            <a:chExt cx="6876503" cy="4739070"/>
          </a:xfrm>
        </p:grpSpPr>
        <p:grpSp>
          <p:nvGrpSpPr>
            <p:cNvPr id="33" name="Group 32">
              <a:extLst>
                <a:ext uri="{FF2B5EF4-FFF2-40B4-BE49-F238E27FC236}">
                  <a16:creationId xmlns:a16="http://schemas.microsoft.com/office/drawing/2014/main" id="{C0DAD512-E415-2CBA-7F91-C6B058A5ADBD}"/>
                </a:ext>
              </a:extLst>
            </p:cNvPr>
            <p:cNvGrpSpPr/>
            <p:nvPr userDrawn="1"/>
          </p:nvGrpSpPr>
          <p:grpSpPr>
            <a:xfrm>
              <a:off x="1698171" y="691024"/>
              <a:ext cx="6876503" cy="4739070"/>
              <a:chOff x="1466850" y="380320"/>
              <a:chExt cx="7238199" cy="4988342"/>
            </a:xfrm>
          </p:grpSpPr>
          <p:sp>
            <p:nvSpPr>
              <p:cNvPr id="38" name="Rectangle 37">
                <a:extLst>
                  <a:ext uri="{FF2B5EF4-FFF2-40B4-BE49-F238E27FC236}">
                    <a16:creationId xmlns:a16="http://schemas.microsoft.com/office/drawing/2014/main" id="{921D068B-EDAE-2B09-0C52-3807110CD594}"/>
                  </a:ext>
                </a:extLst>
              </p:cNvPr>
              <p:cNvSpPr/>
              <p:nvPr userDrawn="1"/>
            </p:nvSpPr>
            <p:spPr>
              <a:xfrm>
                <a:off x="1466850" y="875621"/>
                <a:ext cx="7238199" cy="449304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6825F6B8-7F31-9F6F-6F40-4446D62B0C09}"/>
                  </a:ext>
                </a:extLst>
              </p:cNvPr>
              <p:cNvSpPr/>
              <p:nvPr userDrawn="1"/>
            </p:nvSpPr>
            <p:spPr>
              <a:xfrm>
                <a:off x="1466850" y="380320"/>
                <a:ext cx="7238199"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7110B156-7097-18AF-109C-9129C1D27D5C}"/>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868629EE-2788-3490-B87C-FE2A0006988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D13927A-0814-22EA-70B1-CD822828F18E}"/>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7BEDD65C-96D1-E6E2-62CE-14973E1DB1B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 name="Content Placeholder 2">
            <a:extLst>
              <a:ext uri="{FF2B5EF4-FFF2-40B4-BE49-F238E27FC236}">
                <a16:creationId xmlns:a16="http://schemas.microsoft.com/office/drawing/2014/main" id="{4C3F06A0-63CE-4272-B90E-4F20296BFBEB}"/>
              </a:ext>
            </a:extLst>
          </p:cNvPr>
          <p:cNvSpPr>
            <a:spLocks noGrp="1"/>
          </p:cNvSpPr>
          <p:nvPr>
            <p:ph idx="1" hasCustomPrompt="1"/>
          </p:nvPr>
        </p:nvSpPr>
        <p:spPr>
          <a:xfrm>
            <a:off x="4934495" y="1202058"/>
            <a:ext cx="6876502" cy="426852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Graphic 5">
            <a:extLst>
              <a:ext uri="{FF2B5EF4-FFF2-40B4-BE49-F238E27FC236}">
                <a16:creationId xmlns:a16="http://schemas.microsoft.com/office/drawing/2014/main" id="{C6DD2ED3-A6F4-FD7E-59F8-1FAE8FBBAC17}"/>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r="15256"/>
          <a:stretch/>
        </p:blipFill>
        <p:spPr>
          <a:xfrm rot="16200000">
            <a:off x="1495710" y="-1028662"/>
            <a:ext cx="2029124" cy="4086444"/>
          </a:xfrm>
          <a:prstGeom prst="rect">
            <a:avLst/>
          </a:prstGeom>
        </p:spPr>
      </p:pic>
      <p:sp>
        <p:nvSpPr>
          <p:cNvPr id="40" name="Rectangle 39">
            <a:extLst>
              <a:ext uri="{FF2B5EF4-FFF2-40B4-BE49-F238E27FC236}">
                <a16:creationId xmlns:a16="http://schemas.microsoft.com/office/drawing/2014/main" id="{8D3D389B-1A71-78E3-E524-47DEFE36F4F5}"/>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1" name="Straight Connector 40">
            <a:extLst>
              <a:ext uri="{FF2B5EF4-FFF2-40B4-BE49-F238E27FC236}">
                <a16:creationId xmlns:a16="http://schemas.microsoft.com/office/drawing/2014/main" id="{63E7AF89-C0F4-4BB7-8B68-933CBF0B383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Date Placeholder 3">
            <a:extLst>
              <a:ext uri="{FF2B5EF4-FFF2-40B4-BE49-F238E27FC236}">
                <a16:creationId xmlns:a16="http://schemas.microsoft.com/office/drawing/2014/main" id="{17933C8A-8E9F-F250-DAB7-5B1C82537C7F}"/>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1/22/2026</a:t>
            </a:fld>
            <a:endParaRPr lang="en-US" dirty="0"/>
          </a:p>
        </p:txBody>
      </p:sp>
      <p:pic>
        <p:nvPicPr>
          <p:cNvPr id="43" name="Graphic 42">
            <a:extLst>
              <a:ext uri="{FF2B5EF4-FFF2-40B4-BE49-F238E27FC236}">
                <a16:creationId xmlns:a16="http://schemas.microsoft.com/office/drawing/2014/main" id="{824FC607-995F-898A-B4E2-47161383123B}"/>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542011" y="6405154"/>
            <a:ext cx="274320" cy="274320"/>
          </a:xfrm>
          <a:prstGeom prst="rect">
            <a:avLst/>
          </a:prstGeom>
        </p:spPr>
      </p:pic>
      <p:pic>
        <p:nvPicPr>
          <p:cNvPr id="44" name="Graphic 43">
            <a:extLst>
              <a:ext uri="{FF2B5EF4-FFF2-40B4-BE49-F238E27FC236}">
                <a16:creationId xmlns:a16="http://schemas.microsoft.com/office/drawing/2014/main" id="{2D6615CA-D60B-84EA-CBF6-70186E3CF675}"/>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9168948" y="6405154"/>
            <a:ext cx="274320" cy="274320"/>
          </a:xfrm>
          <a:prstGeom prst="rect">
            <a:avLst/>
          </a:prstGeom>
        </p:spPr>
      </p:pic>
      <p:pic>
        <p:nvPicPr>
          <p:cNvPr id="45" name="Graphic 44">
            <a:extLst>
              <a:ext uri="{FF2B5EF4-FFF2-40B4-BE49-F238E27FC236}">
                <a16:creationId xmlns:a16="http://schemas.microsoft.com/office/drawing/2014/main" id="{88C02DF0-EBE4-4C6F-CE9A-61B39F1F7A18}"/>
              </a:ext>
              <a:ext uri="{C183D7F6-B498-43B3-948B-1728B52AA6E4}">
                <adec:decorative xmlns:adec="http://schemas.microsoft.com/office/drawing/2017/decorative" val="1"/>
              </a:ext>
            </a:extLst>
          </p:cNvPr>
          <p:cNvPicPr>
            <a:picLocks noChangeAspect="1"/>
          </p:cNvPicPr>
          <p:nvPr userDrawn="1"/>
        </p:nvPicPr>
        <p:blipFill rotWithShape="1">
          <a:blip r:embed="rId8" cstate="hqprint">
            <a:extLst>
              <a:ext uri="{28A0092B-C50C-407E-A947-70E740481C1C}">
                <a14:useLocalDpi xmlns:a14="http://schemas.microsoft.com/office/drawing/2010/main"/>
              </a:ext>
              <a:ext uri="{96DAC541-7B7A-43D3-8B79-37D633B846F1}">
                <asvg:svgBlip xmlns:asvg="http://schemas.microsoft.com/office/drawing/2016/SVG/main" r:embed="rId9"/>
              </a:ext>
            </a:extLst>
          </a:blip>
          <a:srcRect l="13558" t="13558" r="13558" b="13558"/>
          <a:stretch/>
        </p:blipFill>
        <p:spPr>
          <a:xfrm>
            <a:off x="8795884" y="6405154"/>
            <a:ext cx="274320" cy="274320"/>
          </a:xfrm>
          <a:prstGeom prst="rect">
            <a:avLst/>
          </a:prstGeom>
        </p:spPr>
      </p:pic>
      <p:sp>
        <p:nvSpPr>
          <p:cNvPr id="46" name="Slide Number Placeholder 5">
            <a:extLst>
              <a:ext uri="{FF2B5EF4-FFF2-40B4-BE49-F238E27FC236}">
                <a16:creationId xmlns:a16="http://schemas.microsoft.com/office/drawing/2014/main" id="{AFEE4071-4B5B-AFB4-B178-D09387257FA2}"/>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47" name="Rectangle 46">
            <a:extLst>
              <a:ext uri="{FF2B5EF4-FFF2-40B4-BE49-F238E27FC236}">
                <a16:creationId xmlns:a16="http://schemas.microsoft.com/office/drawing/2014/main" id="{F3023153-9A4E-D9D3-6DE0-2D3EA610BB11}"/>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29071520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DD1964D-F9CA-9278-BD33-03FD979E6627}"/>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AB9857CF-1C39-27BB-9B6B-6A0C1DD02B04}"/>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Date Placeholder 3">
            <a:extLst>
              <a:ext uri="{FF2B5EF4-FFF2-40B4-BE49-F238E27FC236}">
                <a16:creationId xmlns:a16="http://schemas.microsoft.com/office/drawing/2014/main" id="{F8B31A7E-FD72-B42E-26A8-319F776C10E0}"/>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1/22/2026</a:t>
            </a:fld>
            <a:endParaRPr lang="en-US" dirty="0"/>
          </a:p>
        </p:txBody>
      </p:sp>
      <p:pic>
        <p:nvPicPr>
          <p:cNvPr id="8" name="Graphic 7">
            <a:extLst>
              <a:ext uri="{FF2B5EF4-FFF2-40B4-BE49-F238E27FC236}">
                <a16:creationId xmlns:a16="http://schemas.microsoft.com/office/drawing/2014/main" id="{92487FC0-E254-7086-CC55-D7BFCEACEF0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9" name="Graphic 8">
            <a:extLst>
              <a:ext uri="{FF2B5EF4-FFF2-40B4-BE49-F238E27FC236}">
                <a16:creationId xmlns:a16="http://schemas.microsoft.com/office/drawing/2014/main" id="{2F41C3E4-FF61-A611-F912-98F344213661}"/>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0" name="Graphic 9">
            <a:extLst>
              <a:ext uri="{FF2B5EF4-FFF2-40B4-BE49-F238E27FC236}">
                <a16:creationId xmlns:a16="http://schemas.microsoft.com/office/drawing/2014/main" id="{0B15F18C-70F5-E214-E8DA-4CFAE27FE301}"/>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11" name="Slide Number Placeholder 5">
            <a:extLst>
              <a:ext uri="{FF2B5EF4-FFF2-40B4-BE49-F238E27FC236}">
                <a16:creationId xmlns:a16="http://schemas.microsoft.com/office/drawing/2014/main" id="{7A727095-DB42-91AA-4BB8-1CE63D89BCA2}"/>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17" name="Rectangle 16">
            <a:extLst>
              <a:ext uri="{FF2B5EF4-FFF2-40B4-BE49-F238E27FC236}">
                <a16:creationId xmlns:a16="http://schemas.microsoft.com/office/drawing/2014/main" id="{6E89DC3C-8238-2625-2CBD-974CA4F819FE}"/>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2875107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4D8EA3-B846-4160-95E9-486302147031}" type="datetime1">
              <a:rPr lang="en-US" smtClean="0"/>
              <a:t>1/22/2026</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4A09A9-5501-47C1-A89A-A340965A2BE2}" type="slidenum">
              <a:rPr lang="en-US" smtClean="0"/>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71" r:id="rId1"/>
    <p:sldLayoutId id="2147483680" r:id="rId2"/>
    <p:sldLayoutId id="2147483672" r:id="rId3"/>
    <p:sldLayoutId id="2147483673" r:id="rId4"/>
    <p:sldLayoutId id="2147483674" r:id="rId5"/>
    <p:sldLayoutId id="2147483649" r:id="rId6"/>
    <p:sldLayoutId id="2147483675" r:id="rId7"/>
    <p:sldLayoutId id="2147483676" r:id="rId8"/>
    <p:sldLayoutId id="2147483664" r:id="rId9"/>
    <p:sldLayoutId id="2147483677" r:id="rId10"/>
    <p:sldLayoutId id="2147483678" r:id="rId11"/>
    <p:sldLayoutId id="2147483681" r:id="rId12"/>
    <p:sldLayoutId id="2147483679" r:id="rId13"/>
    <p:sldLayoutId id="2147483662" r:id="rId14"/>
    <p:sldLayoutId id="2147483655" r:id="rId15"/>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17.jpg"/></Relationships>
</file>

<file path=ppt/slides/_rels/slide3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image" Target="../media/image21.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D247FE1-D44D-5F1F-34EE-42415EFA0A71}"/>
              </a:ext>
            </a:extLst>
          </p:cNvPr>
          <p:cNvSpPr>
            <a:spLocks noGrp="1"/>
          </p:cNvSpPr>
          <p:nvPr>
            <p:ph type="title"/>
          </p:nvPr>
        </p:nvSpPr>
        <p:spPr>
          <a:xfrm>
            <a:off x="1809751" y="3077710"/>
            <a:ext cx="3201763" cy="2109186"/>
          </a:xfrm>
        </p:spPr>
        <p:txBody>
          <a:bodyPr anchor="ctr">
            <a:normAutofit/>
          </a:bodyPr>
          <a:lstStyle/>
          <a:p>
            <a:r>
              <a:rPr lang="en-US" dirty="0"/>
              <a:t>Agenda</a:t>
            </a:r>
          </a:p>
        </p:txBody>
      </p:sp>
      <p:graphicFrame>
        <p:nvGraphicFramePr>
          <p:cNvPr id="9" name="Content Placeholder 6">
            <a:extLst>
              <a:ext uri="{FF2B5EF4-FFF2-40B4-BE49-F238E27FC236}">
                <a16:creationId xmlns:a16="http://schemas.microsoft.com/office/drawing/2014/main" id="{3C00A5B1-06F9-CF03-0ED6-81B2B57E9657}"/>
              </a:ext>
            </a:extLst>
          </p:cNvPr>
          <p:cNvGraphicFramePr>
            <a:graphicFrameLocks noGrp="1"/>
          </p:cNvGraphicFramePr>
          <p:nvPr>
            <p:ph type="tbl" sz="quarter" idx="10"/>
            <p:extLst>
              <p:ext uri="{D42A27DB-BD31-4B8C-83A1-F6EECF244321}">
                <p14:modId xmlns:p14="http://schemas.microsoft.com/office/powerpoint/2010/main" val="2470512607"/>
              </p:ext>
            </p:extLst>
          </p:nvPr>
        </p:nvGraphicFramePr>
        <p:xfrm>
          <a:off x="5224870" y="1202058"/>
          <a:ext cx="5157378" cy="42702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41792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539F6E6-38FE-0DDA-170A-27D2CDEB32FB}"/>
              </a:ext>
            </a:extLst>
          </p:cNvPr>
          <p:cNvSpPr>
            <a:spLocks noGrp="1"/>
          </p:cNvSpPr>
          <p:nvPr>
            <p:ph type="sldNum" sz="quarter" idx="4"/>
          </p:nvPr>
        </p:nvSpPr>
        <p:spPr/>
        <p:txBody>
          <a:bodyPr/>
          <a:lstStyle/>
          <a:p>
            <a:fld id="{294A09A9-5501-47C1-A89A-A340965A2BE2}" type="slidenum">
              <a:rPr lang="en-US" smtClean="0"/>
              <a:pPr/>
              <a:t>2</a:t>
            </a:fld>
            <a:endParaRPr lang="en-US" dirty="0"/>
          </a:p>
        </p:txBody>
      </p:sp>
      <p:sp>
        <p:nvSpPr>
          <p:cNvPr id="8" name="Title 2">
            <a:extLst>
              <a:ext uri="{FF2B5EF4-FFF2-40B4-BE49-F238E27FC236}">
                <a16:creationId xmlns:a16="http://schemas.microsoft.com/office/drawing/2014/main" id="{87FE3359-73F5-ADDF-6176-C038ED1A6DD4}"/>
              </a:ext>
            </a:extLst>
          </p:cNvPr>
          <p:cNvSpPr txBox="1">
            <a:spLocks/>
          </p:cNvSpPr>
          <p:nvPr/>
        </p:nvSpPr>
        <p:spPr>
          <a:xfrm>
            <a:off x="1324047" y="2769465"/>
            <a:ext cx="8062912" cy="65953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Psychological Research</a:t>
            </a:r>
          </a:p>
        </p:txBody>
      </p:sp>
    </p:spTree>
    <p:extLst>
      <p:ext uri="{BB962C8B-B14F-4D97-AF65-F5344CB8AC3E}">
        <p14:creationId xmlns:p14="http://schemas.microsoft.com/office/powerpoint/2010/main" val="1193684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2C374E8-C94C-C0C1-5A32-7CB372088221}"/>
              </a:ext>
            </a:extLst>
          </p:cNvPr>
          <p:cNvSpPr>
            <a:spLocks noGrp="1"/>
          </p:cNvSpPr>
          <p:nvPr>
            <p:ph type="title"/>
          </p:nvPr>
        </p:nvSpPr>
        <p:spPr/>
        <p:txBody>
          <a:bodyPr/>
          <a:lstStyle/>
          <a:p>
            <a:r>
              <a:rPr lang="en-US" dirty="0"/>
              <a:t>The Science of Psychology </a:t>
            </a:r>
          </a:p>
        </p:txBody>
      </p:sp>
      <p:sp>
        <p:nvSpPr>
          <p:cNvPr id="8" name="Text Placeholder 7">
            <a:extLst>
              <a:ext uri="{FF2B5EF4-FFF2-40B4-BE49-F238E27FC236}">
                <a16:creationId xmlns:a16="http://schemas.microsoft.com/office/drawing/2014/main" id="{FB0F8805-0366-55F5-2B5A-EB6EC74B7647}"/>
              </a:ext>
            </a:extLst>
          </p:cNvPr>
          <p:cNvSpPr>
            <a:spLocks noGrp="1"/>
          </p:cNvSpPr>
          <p:nvPr>
            <p:ph type="body" sz="quarter" idx="10"/>
          </p:nvPr>
        </p:nvSpPr>
        <p:spPr/>
        <p:txBody>
          <a:bodyPr/>
          <a:lstStyle/>
          <a:p>
            <a:r>
              <a:rPr lang="en-US" dirty="0"/>
              <a:t>What makes psychology a science?</a:t>
            </a:r>
          </a:p>
          <a:p>
            <a:pPr lvl="1"/>
            <a:r>
              <a:rPr lang="en-US" dirty="0"/>
              <a:t>We collect evidence that we can repeatedly measure to build knowledge on the reasons (cognitive or physiological) behind behavior</a:t>
            </a:r>
          </a:p>
          <a:p>
            <a:endParaRPr lang="en-US" dirty="0"/>
          </a:p>
          <a:p>
            <a:r>
              <a:rPr lang="en-US" dirty="0"/>
              <a:t>What makes approaching psychology as a science difficult?</a:t>
            </a:r>
          </a:p>
          <a:p>
            <a:pPr lvl="1"/>
            <a:r>
              <a:rPr lang="en-US" dirty="0"/>
              <a:t>We can observe and measure behavior, but we cannot directly observe or measure the mind</a:t>
            </a:r>
          </a:p>
          <a:p>
            <a:endParaRPr lang="en-US" dirty="0"/>
          </a:p>
          <a:p>
            <a:r>
              <a:rPr lang="en-US" dirty="0"/>
              <a:t>Why is it important that psychology is a science rather than an opinion-based debate? What consequences might there be if we didn’t treat psychology as a science?</a:t>
            </a:r>
          </a:p>
          <a:p>
            <a:endParaRPr lang="en-US" dirty="0"/>
          </a:p>
        </p:txBody>
      </p:sp>
      <p:sp>
        <p:nvSpPr>
          <p:cNvPr id="6" name="Slide Number Placeholder 5">
            <a:extLst>
              <a:ext uri="{FF2B5EF4-FFF2-40B4-BE49-F238E27FC236}">
                <a16:creationId xmlns:a16="http://schemas.microsoft.com/office/drawing/2014/main" id="{210D744E-1B90-7CDA-C690-6763BC17E434}"/>
              </a:ext>
            </a:extLst>
          </p:cNvPr>
          <p:cNvSpPr>
            <a:spLocks noGrp="1"/>
          </p:cNvSpPr>
          <p:nvPr>
            <p:ph type="sldNum" sz="quarter" idx="4"/>
          </p:nvPr>
        </p:nvSpPr>
        <p:spPr/>
        <p:txBody>
          <a:bodyPr/>
          <a:lstStyle/>
          <a:p>
            <a:fld id="{294A09A9-5501-47C1-A89A-A340965A2BE2}" type="slidenum">
              <a:rPr lang="en-US" smtClean="0"/>
              <a:pPr/>
              <a:t>3</a:t>
            </a:fld>
            <a:endParaRPr lang="en-US" dirty="0"/>
          </a:p>
        </p:txBody>
      </p:sp>
    </p:spTree>
    <p:extLst>
      <p:ext uri="{BB962C8B-B14F-4D97-AF65-F5344CB8AC3E}">
        <p14:creationId xmlns:p14="http://schemas.microsoft.com/office/powerpoint/2010/main" val="899610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95468-B857-52A3-E4D7-16B283B06F32}"/>
              </a:ext>
            </a:extLst>
          </p:cNvPr>
          <p:cNvSpPr>
            <a:spLocks noGrp="1"/>
          </p:cNvSpPr>
          <p:nvPr>
            <p:ph type="title"/>
          </p:nvPr>
        </p:nvSpPr>
        <p:spPr/>
        <p:txBody>
          <a:bodyPr/>
          <a:lstStyle/>
          <a:p>
            <a:r>
              <a:rPr lang="en-US" dirty="0"/>
              <a:t>Types of Reasoning</a:t>
            </a:r>
          </a:p>
        </p:txBody>
      </p:sp>
      <p:sp>
        <p:nvSpPr>
          <p:cNvPr id="7" name="Content Placeholder 6">
            <a:extLst>
              <a:ext uri="{FF2B5EF4-FFF2-40B4-BE49-F238E27FC236}">
                <a16:creationId xmlns:a16="http://schemas.microsoft.com/office/drawing/2014/main" id="{16029108-57A3-4DFD-4368-394AD36AD6DE}"/>
              </a:ext>
            </a:extLst>
          </p:cNvPr>
          <p:cNvSpPr>
            <a:spLocks noGrp="1"/>
          </p:cNvSpPr>
          <p:nvPr>
            <p:ph sz="half" idx="15"/>
          </p:nvPr>
        </p:nvSpPr>
        <p:spPr>
          <a:xfrm>
            <a:off x="6496321" y="2029641"/>
            <a:ext cx="4873446" cy="3413216"/>
          </a:xfrm>
        </p:spPr>
        <p:txBody>
          <a:bodyPr/>
          <a:lstStyle/>
          <a:p>
            <a:pPr marL="285750" indent="-285750">
              <a:buFont typeface="Arial" panose="020B0604020202020204" pitchFamily="34" charset="0"/>
              <a:buChar char="•"/>
            </a:pPr>
            <a:r>
              <a:rPr lang="en-US" b="1" dirty="0"/>
              <a:t>Deductive reasoning</a:t>
            </a:r>
            <a:r>
              <a:rPr lang="en-US" dirty="0"/>
              <a:t>: Start with a rule, apply it to a specific case</a:t>
            </a:r>
          </a:p>
          <a:p>
            <a:pPr marL="514350" lvl="1" indent="-285750"/>
            <a:r>
              <a:rPr lang="en-US" dirty="0"/>
              <a:t>Ex: All triangles have 3 sides -&gt; this shape has 3 sides -&gt; this is a triangle</a:t>
            </a:r>
          </a:p>
          <a:p>
            <a:pPr marL="285750" indent="-285750">
              <a:buFont typeface="Arial" panose="020B0604020202020204" pitchFamily="34" charset="0"/>
              <a:buChar char="•"/>
            </a:pPr>
            <a:r>
              <a:rPr lang="en-US" b="1" dirty="0"/>
              <a:t>Inductive reasoning</a:t>
            </a:r>
            <a:r>
              <a:rPr lang="en-US" dirty="0"/>
              <a:t>: Start with observations, create a rule to explain them</a:t>
            </a:r>
          </a:p>
          <a:p>
            <a:pPr marL="514350" lvl="1" indent="-285750"/>
            <a:r>
              <a:rPr lang="en-US" dirty="0"/>
              <a:t>Ex: 3 friends like books by SJM &amp; 2 coworkers like books by SJM -&gt; SJM’s books must be good</a:t>
            </a:r>
          </a:p>
          <a:p>
            <a:endParaRPr lang="en-US" dirty="0"/>
          </a:p>
        </p:txBody>
      </p:sp>
      <p:sp>
        <p:nvSpPr>
          <p:cNvPr id="5" name="Slide Number Placeholder 4">
            <a:extLst>
              <a:ext uri="{FF2B5EF4-FFF2-40B4-BE49-F238E27FC236}">
                <a16:creationId xmlns:a16="http://schemas.microsoft.com/office/drawing/2014/main" id="{7F119B07-A507-16FF-B202-97A97A844462}"/>
              </a:ext>
            </a:extLst>
          </p:cNvPr>
          <p:cNvSpPr>
            <a:spLocks noGrp="1"/>
          </p:cNvSpPr>
          <p:nvPr>
            <p:ph type="sldNum" sz="quarter" idx="4"/>
          </p:nvPr>
        </p:nvSpPr>
        <p:spPr/>
        <p:txBody>
          <a:bodyPr/>
          <a:lstStyle/>
          <a:p>
            <a:fld id="{294A09A9-5501-47C1-A89A-A340965A2BE2}" type="slidenum">
              <a:rPr lang="en-US" smtClean="0"/>
              <a:pPr/>
              <a:t>4</a:t>
            </a:fld>
            <a:endParaRPr lang="en-US" dirty="0"/>
          </a:p>
        </p:txBody>
      </p:sp>
      <p:pic>
        <p:nvPicPr>
          <p:cNvPr id="8" name="Picture 2" descr="A diagram has a box at the top labeled “hypothesis or general premise” and a box at the bottom labeled “empirical observations.” On the left, an arrow labeled “inductive reasoning” goes from the bottom to top box. On the right, an arrow labeled “deductive reasoning” goes from the top to the bottom box.">
            <a:extLst>
              <a:ext uri="{FF2B5EF4-FFF2-40B4-BE49-F238E27FC236}">
                <a16:creationId xmlns:a16="http://schemas.microsoft.com/office/drawing/2014/main" id="{031123F4-B32A-9A36-2ABA-3BA0225E5C7E}"/>
              </a:ext>
            </a:extLst>
          </p:cNvPr>
          <p:cNvPicPr>
            <a:picLocks noGrp="1" noChangeAspect="1" noChangeArrowheads="1"/>
          </p:cNvPicPr>
          <p:nvPr>
            <p:ph sz="half" idx="14"/>
          </p:nvPr>
        </p:nvPicPr>
        <p:blipFill>
          <a:blip r:embed="rId3">
            <a:extLst>
              <a:ext uri="{28A0092B-C50C-407E-A947-70E740481C1C}">
                <a14:useLocalDpi xmlns:a14="http://schemas.microsoft.com/office/drawing/2010/main" val="0"/>
              </a:ext>
            </a:extLst>
          </a:blip>
          <a:stretch>
            <a:fillRect/>
          </a:stretch>
        </p:blipFill>
        <p:spPr bwMode="auto">
          <a:xfrm>
            <a:off x="822233" y="2478132"/>
            <a:ext cx="4988379" cy="269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9112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AD4239F-A733-47BA-E59E-43230BCECDC2}"/>
              </a:ext>
            </a:extLst>
          </p:cNvPr>
          <p:cNvSpPr>
            <a:spLocks noGrp="1"/>
          </p:cNvSpPr>
          <p:nvPr>
            <p:ph type="title"/>
          </p:nvPr>
        </p:nvSpPr>
        <p:spPr/>
        <p:txBody>
          <a:bodyPr/>
          <a:lstStyle/>
          <a:p>
            <a:r>
              <a:rPr lang="en-US" dirty="0"/>
              <a:t>The Scientific Process</a:t>
            </a:r>
          </a:p>
        </p:txBody>
      </p:sp>
      <p:sp>
        <p:nvSpPr>
          <p:cNvPr id="9" name="Content Placeholder 8">
            <a:extLst>
              <a:ext uri="{FF2B5EF4-FFF2-40B4-BE49-F238E27FC236}">
                <a16:creationId xmlns:a16="http://schemas.microsoft.com/office/drawing/2014/main" id="{09B8353E-E180-558F-2288-FD0D0D5EFE2A}"/>
              </a:ext>
            </a:extLst>
          </p:cNvPr>
          <p:cNvSpPr>
            <a:spLocks noGrp="1"/>
          </p:cNvSpPr>
          <p:nvPr>
            <p:ph sz="half" idx="13"/>
          </p:nvPr>
        </p:nvSpPr>
        <p:spPr/>
        <p:txBody>
          <a:bodyPr/>
          <a:lstStyle/>
          <a:p>
            <a:r>
              <a:rPr lang="en-US" b="1" dirty="0"/>
              <a:t>Theory</a:t>
            </a:r>
            <a:r>
              <a:rPr lang="en-US" dirty="0"/>
              <a:t>: a well-developed set of ideas that propose an explanation for observed phenomena </a:t>
            </a:r>
          </a:p>
          <a:p>
            <a:r>
              <a:rPr lang="en-US" b="1" dirty="0"/>
              <a:t>Hypothesis</a:t>
            </a:r>
            <a:r>
              <a:rPr lang="en-US" dirty="0"/>
              <a:t>: a testable prediction about our idea, usually presented as an if-then statement</a:t>
            </a:r>
          </a:p>
          <a:p>
            <a:endParaRPr lang="en-US" dirty="0"/>
          </a:p>
        </p:txBody>
      </p:sp>
      <p:sp>
        <p:nvSpPr>
          <p:cNvPr id="6" name="Slide Number Placeholder 5">
            <a:extLst>
              <a:ext uri="{FF2B5EF4-FFF2-40B4-BE49-F238E27FC236}">
                <a16:creationId xmlns:a16="http://schemas.microsoft.com/office/drawing/2014/main" id="{90744C87-F36A-490B-D825-D9FA98D5C5F3}"/>
              </a:ext>
            </a:extLst>
          </p:cNvPr>
          <p:cNvSpPr>
            <a:spLocks noGrp="1"/>
          </p:cNvSpPr>
          <p:nvPr>
            <p:ph type="sldNum" sz="quarter" idx="4"/>
          </p:nvPr>
        </p:nvSpPr>
        <p:spPr/>
        <p:txBody>
          <a:bodyPr/>
          <a:lstStyle/>
          <a:p>
            <a:fld id="{294A09A9-5501-47C1-A89A-A340965A2BE2}" type="slidenum">
              <a:rPr lang="en-US" smtClean="0"/>
              <a:pPr/>
              <a:t>5</a:t>
            </a:fld>
            <a:endParaRPr lang="en-US" dirty="0"/>
          </a:p>
        </p:txBody>
      </p:sp>
      <p:pic>
        <p:nvPicPr>
          <p:cNvPr id="10" name="Picture 2" descr="A diagram has seven labeled boxes with arrows to show the progression in the flow chart. The chart starts at “Theory” and moves to “Generate hypothesis,” “Collect data,” “Analyze data,” and “Summarize data and report findings.” There are two arrows coming from “Summarize data and report findings” to show two options. The first arrow points to “Confirm theory.” The second arrow points to “Modify theory,” which has an arrow that points back to “Generate hypothesis.”">
            <a:extLst>
              <a:ext uri="{FF2B5EF4-FFF2-40B4-BE49-F238E27FC236}">
                <a16:creationId xmlns:a16="http://schemas.microsoft.com/office/drawing/2014/main" id="{E5E2674A-5E96-A805-7542-0E6BFCD9B929}"/>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tretch>
            <a:fillRect/>
          </a:stretch>
        </p:blipFill>
        <p:spPr bwMode="auto">
          <a:xfrm>
            <a:off x="4785836" y="2114091"/>
            <a:ext cx="6262001" cy="3320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7248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D63AD-8850-8438-D817-4117EFE9960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1459B8F-2904-8EE3-D539-03470A7722ED}"/>
              </a:ext>
            </a:extLst>
          </p:cNvPr>
          <p:cNvSpPr>
            <a:spLocks noGrp="1"/>
          </p:cNvSpPr>
          <p:nvPr>
            <p:ph type="sldNum" sz="quarter" idx="4"/>
          </p:nvPr>
        </p:nvSpPr>
        <p:spPr/>
        <p:txBody>
          <a:bodyPr/>
          <a:lstStyle/>
          <a:p>
            <a:fld id="{294A09A9-5501-47C1-A89A-A340965A2BE2}" type="slidenum">
              <a:rPr lang="en-US" smtClean="0"/>
              <a:pPr/>
              <a:t>6</a:t>
            </a:fld>
            <a:endParaRPr lang="en-US" dirty="0"/>
          </a:p>
        </p:txBody>
      </p:sp>
      <p:sp>
        <p:nvSpPr>
          <p:cNvPr id="8" name="Title 2">
            <a:extLst>
              <a:ext uri="{FF2B5EF4-FFF2-40B4-BE49-F238E27FC236}">
                <a16:creationId xmlns:a16="http://schemas.microsoft.com/office/drawing/2014/main" id="{1A4C0DEB-5876-04E0-E00D-33593A5C8D4A}"/>
              </a:ext>
            </a:extLst>
          </p:cNvPr>
          <p:cNvSpPr txBox="1">
            <a:spLocks/>
          </p:cNvSpPr>
          <p:nvPr/>
        </p:nvSpPr>
        <p:spPr>
          <a:xfrm>
            <a:off x="1324047" y="2769465"/>
            <a:ext cx="8062912" cy="65953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Scientific Experiments</a:t>
            </a:r>
          </a:p>
        </p:txBody>
      </p:sp>
    </p:spTree>
    <p:extLst>
      <p:ext uri="{BB962C8B-B14F-4D97-AF65-F5344CB8AC3E}">
        <p14:creationId xmlns:p14="http://schemas.microsoft.com/office/powerpoint/2010/main" val="3061844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2EBA0-407A-F11D-C24B-5A19CC383510}"/>
              </a:ext>
            </a:extLst>
          </p:cNvPr>
          <p:cNvSpPr>
            <a:spLocks noGrp="1"/>
          </p:cNvSpPr>
          <p:nvPr>
            <p:ph type="title"/>
          </p:nvPr>
        </p:nvSpPr>
        <p:spPr/>
        <p:txBody>
          <a:bodyPr/>
          <a:lstStyle/>
          <a:p>
            <a:r>
              <a:rPr lang="en-US" dirty="0"/>
              <a:t>Conducting an Experiment</a:t>
            </a:r>
          </a:p>
        </p:txBody>
      </p:sp>
      <p:sp>
        <p:nvSpPr>
          <p:cNvPr id="5" name="Slide Number Placeholder 4">
            <a:extLst>
              <a:ext uri="{FF2B5EF4-FFF2-40B4-BE49-F238E27FC236}">
                <a16:creationId xmlns:a16="http://schemas.microsoft.com/office/drawing/2014/main" id="{EAE1C538-5566-8665-A832-5C18C81C3802}"/>
              </a:ext>
            </a:extLst>
          </p:cNvPr>
          <p:cNvSpPr>
            <a:spLocks noGrp="1"/>
          </p:cNvSpPr>
          <p:nvPr>
            <p:ph type="sldNum" sz="quarter" idx="4"/>
          </p:nvPr>
        </p:nvSpPr>
        <p:spPr/>
        <p:txBody>
          <a:bodyPr/>
          <a:lstStyle/>
          <a:p>
            <a:fld id="{294A09A9-5501-47C1-A89A-A340965A2BE2}" type="slidenum">
              <a:rPr lang="en-US" smtClean="0"/>
              <a:pPr/>
              <a:t>7</a:t>
            </a:fld>
            <a:endParaRPr lang="en-US" dirty="0"/>
          </a:p>
        </p:txBody>
      </p:sp>
      <p:graphicFrame>
        <p:nvGraphicFramePr>
          <p:cNvPr id="6" name="Content Placeholder 2">
            <a:extLst>
              <a:ext uri="{FF2B5EF4-FFF2-40B4-BE49-F238E27FC236}">
                <a16:creationId xmlns:a16="http://schemas.microsoft.com/office/drawing/2014/main" id="{779239CA-B817-F0DA-8C87-CBFF04A48136}"/>
              </a:ext>
            </a:extLst>
          </p:cNvPr>
          <p:cNvGraphicFramePr/>
          <p:nvPr/>
        </p:nvGraphicFramePr>
        <p:xfrm>
          <a:off x="641350" y="2001259"/>
          <a:ext cx="10905066" cy="32948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29301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70092-8FBC-C5CF-238E-988D1E42BF6D}"/>
              </a:ext>
            </a:extLst>
          </p:cNvPr>
          <p:cNvSpPr>
            <a:spLocks noGrp="1"/>
          </p:cNvSpPr>
          <p:nvPr>
            <p:ph type="title"/>
          </p:nvPr>
        </p:nvSpPr>
        <p:spPr/>
        <p:txBody>
          <a:bodyPr/>
          <a:lstStyle/>
          <a:p>
            <a:r>
              <a:rPr lang="en-US" dirty="0"/>
              <a:t>Creating the Hypotheses</a:t>
            </a:r>
          </a:p>
        </p:txBody>
      </p:sp>
      <p:sp>
        <p:nvSpPr>
          <p:cNvPr id="3" name="Text Placeholder 2">
            <a:extLst>
              <a:ext uri="{FF2B5EF4-FFF2-40B4-BE49-F238E27FC236}">
                <a16:creationId xmlns:a16="http://schemas.microsoft.com/office/drawing/2014/main" id="{84E5A507-656A-B1BB-7F78-ACDBA30E17DD}"/>
              </a:ext>
            </a:extLst>
          </p:cNvPr>
          <p:cNvSpPr>
            <a:spLocks noGrp="1"/>
          </p:cNvSpPr>
          <p:nvPr>
            <p:ph type="body" sz="quarter" idx="10"/>
          </p:nvPr>
        </p:nvSpPr>
        <p:spPr/>
        <p:txBody>
          <a:bodyPr/>
          <a:lstStyle/>
          <a:p>
            <a:r>
              <a:rPr lang="en-US" b="1" dirty="0"/>
              <a:t>Null hypothesis</a:t>
            </a:r>
            <a:r>
              <a:rPr lang="en-US" dirty="0"/>
              <a:t>: the hypothesis stating that there is no relationship between variables </a:t>
            </a:r>
          </a:p>
          <a:p>
            <a:pPr lvl="1"/>
            <a:r>
              <a:rPr lang="en-US" dirty="0"/>
              <a:t>Consider this hypothesis ground zero</a:t>
            </a:r>
          </a:p>
          <a:p>
            <a:pPr lvl="1"/>
            <a:r>
              <a:rPr lang="en-US" dirty="0"/>
              <a:t>Ex: “Sleep does not improve mood ratings”</a:t>
            </a:r>
          </a:p>
          <a:p>
            <a:r>
              <a:rPr lang="en-US" b="1" dirty="0"/>
              <a:t>Alternative hypothesis</a:t>
            </a:r>
            <a:r>
              <a:rPr lang="en-US" dirty="0"/>
              <a:t>: the alternative to the null; the hypothesis stating that there is a relationship </a:t>
            </a:r>
          </a:p>
          <a:p>
            <a:pPr lvl="1"/>
            <a:r>
              <a:rPr lang="en-US" dirty="0"/>
              <a:t>Ex: “Sleep increases ratings on a mood scale” (Short version)</a:t>
            </a:r>
          </a:p>
          <a:p>
            <a:r>
              <a:rPr lang="en-US" dirty="0"/>
              <a:t>What makes a good hypothesis?</a:t>
            </a:r>
          </a:p>
          <a:p>
            <a:pPr lvl="1"/>
            <a:r>
              <a:rPr lang="en-US" dirty="0"/>
              <a:t>It is testable/ measurable</a:t>
            </a:r>
          </a:p>
          <a:p>
            <a:pPr lvl="1"/>
            <a:r>
              <a:rPr lang="en-US" dirty="0"/>
              <a:t>It is clear and concise</a:t>
            </a:r>
          </a:p>
          <a:p>
            <a:r>
              <a:rPr lang="en-US" dirty="0"/>
              <a:t>Bad Alternative Hypothesis: “College students are more stressed”</a:t>
            </a:r>
          </a:p>
          <a:p>
            <a:r>
              <a:rPr lang="en-US" dirty="0"/>
              <a:t>Good Alternative Hypothesis: “College students will score at least 10 points higher on the Perceived Stress Scale than individuals of the same age in the work force.”</a:t>
            </a:r>
          </a:p>
          <a:p>
            <a:endParaRPr lang="en-US" dirty="0"/>
          </a:p>
        </p:txBody>
      </p:sp>
      <p:sp>
        <p:nvSpPr>
          <p:cNvPr id="5" name="Slide Number Placeholder 4">
            <a:extLst>
              <a:ext uri="{FF2B5EF4-FFF2-40B4-BE49-F238E27FC236}">
                <a16:creationId xmlns:a16="http://schemas.microsoft.com/office/drawing/2014/main" id="{DA37FE5E-93E7-4D81-C193-A3BDBF73C07C}"/>
              </a:ext>
            </a:extLst>
          </p:cNvPr>
          <p:cNvSpPr>
            <a:spLocks noGrp="1"/>
          </p:cNvSpPr>
          <p:nvPr>
            <p:ph type="sldNum" sz="quarter" idx="4"/>
          </p:nvPr>
        </p:nvSpPr>
        <p:spPr/>
        <p:txBody>
          <a:bodyPr/>
          <a:lstStyle/>
          <a:p>
            <a:fld id="{294A09A9-5501-47C1-A89A-A340965A2BE2}" type="slidenum">
              <a:rPr lang="en-US" smtClean="0"/>
              <a:pPr/>
              <a:t>8</a:t>
            </a:fld>
            <a:endParaRPr lang="en-US" dirty="0"/>
          </a:p>
        </p:txBody>
      </p:sp>
    </p:spTree>
    <p:extLst>
      <p:ext uri="{BB962C8B-B14F-4D97-AF65-F5344CB8AC3E}">
        <p14:creationId xmlns:p14="http://schemas.microsoft.com/office/powerpoint/2010/main" val="1407467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6652E-A332-B542-FFBA-256CA6C1F2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8ED4C9-5D25-0EC3-A7C2-24BDC21AC538}"/>
              </a:ext>
            </a:extLst>
          </p:cNvPr>
          <p:cNvSpPr>
            <a:spLocks noGrp="1"/>
          </p:cNvSpPr>
          <p:nvPr>
            <p:ph type="title"/>
          </p:nvPr>
        </p:nvSpPr>
        <p:spPr/>
        <p:txBody>
          <a:bodyPr/>
          <a:lstStyle/>
          <a:p>
            <a:r>
              <a:rPr lang="en-US" dirty="0"/>
              <a:t>Defining the Variables</a:t>
            </a:r>
          </a:p>
        </p:txBody>
      </p:sp>
      <p:sp>
        <p:nvSpPr>
          <p:cNvPr id="3" name="Text Placeholder 2">
            <a:extLst>
              <a:ext uri="{FF2B5EF4-FFF2-40B4-BE49-F238E27FC236}">
                <a16:creationId xmlns:a16="http://schemas.microsoft.com/office/drawing/2014/main" id="{CDA3CC10-77FC-64EF-F59D-C45AF96760A5}"/>
              </a:ext>
            </a:extLst>
          </p:cNvPr>
          <p:cNvSpPr>
            <a:spLocks noGrp="1"/>
          </p:cNvSpPr>
          <p:nvPr>
            <p:ph type="body" sz="quarter" idx="10"/>
          </p:nvPr>
        </p:nvSpPr>
        <p:spPr/>
        <p:txBody>
          <a:bodyPr/>
          <a:lstStyle/>
          <a:p>
            <a:r>
              <a:rPr lang="en-US" b="1" dirty="0"/>
              <a:t>Independent variable</a:t>
            </a:r>
            <a:r>
              <a:rPr lang="en-US" dirty="0"/>
              <a:t>: the variable manipulated or controlled by the experimenter</a:t>
            </a:r>
          </a:p>
          <a:p>
            <a:r>
              <a:rPr lang="en-US" b="1" dirty="0"/>
              <a:t>Dependent variable</a:t>
            </a:r>
            <a:r>
              <a:rPr lang="en-US" dirty="0"/>
              <a:t>: the variable that is impacted by the independent variable. This is the variable you will measure. </a:t>
            </a:r>
          </a:p>
          <a:p>
            <a:r>
              <a:rPr lang="en-US" b="1" dirty="0"/>
              <a:t>Operational definition</a:t>
            </a:r>
            <a:r>
              <a:rPr lang="en-US" dirty="0"/>
              <a:t>: the specific description of what each variable is, and specifically how you can measure it </a:t>
            </a:r>
          </a:p>
          <a:p>
            <a:r>
              <a:rPr lang="en-US" dirty="0"/>
              <a:t>One way of manipulating independent variables to look for a relationship is to split the participants into two groups:</a:t>
            </a:r>
          </a:p>
          <a:p>
            <a:pPr lvl="1"/>
            <a:r>
              <a:rPr lang="en-US" b="1" dirty="0"/>
              <a:t>Experimental group</a:t>
            </a:r>
            <a:r>
              <a:rPr lang="en-US" dirty="0"/>
              <a:t>: receives the treatment being test</a:t>
            </a:r>
          </a:p>
          <a:p>
            <a:pPr lvl="1"/>
            <a:r>
              <a:rPr lang="en-US" b="1" dirty="0"/>
              <a:t>Control group</a:t>
            </a:r>
            <a:r>
              <a:rPr lang="en-US" dirty="0"/>
              <a:t>: does not receive the treatment (sometimes receives a </a:t>
            </a:r>
            <a:r>
              <a:rPr lang="en-US" b="1" dirty="0"/>
              <a:t>placebo</a:t>
            </a:r>
            <a:r>
              <a:rPr lang="en-US" dirty="0"/>
              <a:t>)</a:t>
            </a:r>
          </a:p>
          <a:p>
            <a:r>
              <a:rPr lang="en-US" b="1" dirty="0"/>
              <a:t>Quasi-experiment</a:t>
            </a:r>
            <a:r>
              <a:rPr lang="en-US" dirty="0"/>
              <a:t>: when a participant is separated into a group based on a characteristic, rather than by assignment (e.g., smoker versus non-smokers)</a:t>
            </a:r>
          </a:p>
          <a:p>
            <a:endParaRPr lang="en-US" dirty="0"/>
          </a:p>
        </p:txBody>
      </p:sp>
      <p:sp>
        <p:nvSpPr>
          <p:cNvPr id="5" name="Slide Number Placeholder 4">
            <a:extLst>
              <a:ext uri="{FF2B5EF4-FFF2-40B4-BE49-F238E27FC236}">
                <a16:creationId xmlns:a16="http://schemas.microsoft.com/office/drawing/2014/main" id="{56BE09E9-DB34-9FA3-A263-322C798DDCCF}"/>
              </a:ext>
            </a:extLst>
          </p:cNvPr>
          <p:cNvSpPr>
            <a:spLocks noGrp="1"/>
          </p:cNvSpPr>
          <p:nvPr>
            <p:ph type="sldNum" sz="quarter" idx="4"/>
          </p:nvPr>
        </p:nvSpPr>
        <p:spPr/>
        <p:txBody>
          <a:bodyPr/>
          <a:lstStyle/>
          <a:p>
            <a:fld id="{294A09A9-5501-47C1-A89A-A340965A2BE2}" type="slidenum">
              <a:rPr lang="en-US" smtClean="0"/>
              <a:pPr/>
              <a:t>9</a:t>
            </a:fld>
            <a:endParaRPr lang="en-US" dirty="0"/>
          </a:p>
        </p:txBody>
      </p:sp>
    </p:spTree>
    <p:extLst>
      <p:ext uri="{BB962C8B-B14F-4D97-AF65-F5344CB8AC3E}">
        <p14:creationId xmlns:p14="http://schemas.microsoft.com/office/powerpoint/2010/main" val="4027525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E1986-B09E-80A6-C5A7-88634299E232}"/>
              </a:ext>
            </a:extLst>
          </p:cNvPr>
          <p:cNvSpPr>
            <a:spLocks noGrp="1"/>
          </p:cNvSpPr>
          <p:nvPr>
            <p:ph type="title"/>
          </p:nvPr>
        </p:nvSpPr>
        <p:spPr/>
        <p:txBody>
          <a:bodyPr/>
          <a:lstStyle/>
          <a:p>
            <a:r>
              <a:rPr lang="en-US" dirty="0"/>
              <a:t>Designing the Experiment</a:t>
            </a:r>
          </a:p>
        </p:txBody>
      </p:sp>
      <p:sp>
        <p:nvSpPr>
          <p:cNvPr id="3" name="Text Placeholder 2">
            <a:extLst>
              <a:ext uri="{FF2B5EF4-FFF2-40B4-BE49-F238E27FC236}">
                <a16:creationId xmlns:a16="http://schemas.microsoft.com/office/drawing/2014/main" id="{189F74B6-73D9-F123-2563-B546AAA5AF37}"/>
              </a:ext>
            </a:extLst>
          </p:cNvPr>
          <p:cNvSpPr>
            <a:spLocks noGrp="1"/>
          </p:cNvSpPr>
          <p:nvPr>
            <p:ph type="body" sz="quarter" idx="10"/>
          </p:nvPr>
        </p:nvSpPr>
        <p:spPr>
          <a:xfrm>
            <a:off x="641350" y="1917700"/>
            <a:ext cx="10907016" cy="3831459"/>
          </a:xfrm>
        </p:spPr>
        <p:txBody>
          <a:bodyPr/>
          <a:lstStyle/>
          <a:p>
            <a:r>
              <a:rPr lang="en-US" dirty="0"/>
              <a:t>Are you interested in differences between groups, change over time, or both?</a:t>
            </a:r>
          </a:p>
          <a:p>
            <a:r>
              <a:rPr lang="en-US" dirty="0"/>
              <a:t>How can you control one variable while measuring changes in the other?</a:t>
            </a:r>
          </a:p>
          <a:p>
            <a:r>
              <a:rPr lang="en-US" dirty="0"/>
              <a:t>Are there any other variables that could drive the changes you’re predicting?</a:t>
            </a:r>
          </a:p>
          <a:p>
            <a:r>
              <a:rPr lang="en-US" dirty="0"/>
              <a:t>Where will the study take place? Who will be there to help?</a:t>
            </a:r>
          </a:p>
          <a:p>
            <a:r>
              <a:rPr lang="en-US" dirty="0"/>
              <a:t>What materials will you need?</a:t>
            </a:r>
          </a:p>
          <a:p>
            <a:r>
              <a:rPr lang="en-US" dirty="0"/>
              <a:t>How will you gather participants? What are the inclusion/ exclusion criteria?</a:t>
            </a:r>
          </a:p>
          <a:p>
            <a:r>
              <a:rPr lang="en-US" dirty="0"/>
              <a:t>What analyses will you run? What are your cut-offs for if there was a change?</a:t>
            </a:r>
          </a:p>
          <a:p>
            <a:r>
              <a:rPr lang="en-US" dirty="0"/>
              <a:t>What results do you plan to report? </a:t>
            </a:r>
          </a:p>
          <a:p>
            <a:endParaRPr lang="en-US" dirty="0"/>
          </a:p>
        </p:txBody>
      </p:sp>
      <p:sp>
        <p:nvSpPr>
          <p:cNvPr id="5" name="Slide Number Placeholder 4">
            <a:extLst>
              <a:ext uri="{FF2B5EF4-FFF2-40B4-BE49-F238E27FC236}">
                <a16:creationId xmlns:a16="http://schemas.microsoft.com/office/drawing/2014/main" id="{CAFC597A-BC21-996B-C0F6-8F241FD8B72E}"/>
              </a:ext>
            </a:extLst>
          </p:cNvPr>
          <p:cNvSpPr>
            <a:spLocks noGrp="1"/>
          </p:cNvSpPr>
          <p:nvPr>
            <p:ph type="sldNum" sz="quarter" idx="4"/>
          </p:nvPr>
        </p:nvSpPr>
        <p:spPr/>
        <p:txBody>
          <a:bodyPr/>
          <a:lstStyle/>
          <a:p>
            <a:fld id="{294A09A9-5501-47C1-A89A-A340965A2BE2}" type="slidenum">
              <a:rPr lang="en-US" smtClean="0"/>
              <a:pPr/>
              <a:t>10</a:t>
            </a:fld>
            <a:endParaRPr lang="en-US" dirty="0"/>
          </a:p>
        </p:txBody>
      </p:sp>
    </p:spTree>
    <p:extLst>
      <p:ext uri="{BB962C8B-B14F-4D97-AF65-F5344CB8AC3E}">
        <p14:creationId xmlns:p14="http://schemas.microsoft.com/office/powerpoint/2010/main" val="4171874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D41F9-C13C-3184-62E8-7FA04EE34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409420-F3F5-C968-D746-0D0F867BBAE3}"/>
              </a:ext>
            </a:extLst>
          </p:cNvPr>
          <p:cNvSpPr>
            <a:spLocks noGrp="1"/>
          </p:cNvSpPr>
          <p:nvPr>
            <p:ph type="title"/>
          </p:nvPr>
        </p:nvSpPr>
        <p:spPr/>
        <p:txBody>
          <a:bodyPr/>
          <a:lstStyle/>
          <a:p>
            <a:r>
              <a:rPr lang="en-US" dirty="0"/>
              <a:t>Considerations When Designing the Experiment</a:t>
            </a:r>
          </a:p>
        </p:txBody>
      </p:sp>
      <p:sp>
        <p:nvSpPr>
          <p:cNvPr id="3" name="Text Placeholder 2">
            <a:extLst>
              <a:ext uri="{FF2B5EF4-FFF2-40B4-BE49-F238E27FC236}">
                <a16:creationId xmlns:a16="http://schemas.microsoft.com/office/drawing/2014/main" id="{5C073E4B-010C-EE93-0BF8-7A1236EE84E7}"/>
              </a:ext>
            </a:extLst>
          </p:cNvPr>
          <p:cNvSpPr>
            <a:spLocks noGrp="1"/>
          </p:cNvSpPr>
          <p:nvPr>
            <p:ph type="body" sz="quarter" idx="10"/>
          </p:nvPr>
        </p:nvSpPr>
        <p:spPr/>
        <p:txBody>
          <a:bodyPr/>
          <a:lstStyle/>
          <a:p>
            <a:r>
              <a:rPr lang="en-US" b="1" dirty="0"/>
              <a:t>Experimenter bias</a:t>
            </a:r>
            <a:r>
              <a:rPr lang="en-US" dirty="0"/>
              <a:t>: the researcher’s expectations skewing the results of the study</a:t>
            </a:r>
          </a:p>
          <a:p>
            <a:r>
              <a:rPr lang="en-US" b="1" dirty="0"/>
              <a:t>Placebo effect</a:t>
            </a:r>
            <a:r>
              <a:rPr lang="en-US" dirty="0"/>
              <a:t>: when someone’s expectations determine their experience rather than being an impact of the variable</a:t>
            </a:r>
          </a:p>
          <a:p>
            <a:r>
              <a:rPr lang="en-US" dirty="0"/>
              <a:t>What are some designs that can help mitigate possible problems? </a:t>
            </a:r>
          </a:p>
          <a:p>
            <a:r>
              <a:rPr lang="en-US" b="1" dirty="0"/>
              <a:t>Single-blind study</a:t>
            </a:r>
            <a:r>
              <a:rPr lang="en-US" dirty="0"/>
              <a:t>: the researcher knows which group each participant is in, but the participant does not</a:t>
            </a:r>
          </a:p>
          <a:p>
            <a:r>
              <a:rPr lang="en-US" b="1" dirty="0"/>
              <a:t>Double-blind study</a:t>
            </a:r>
            <a:r>
              <a:rPr lang="en-US" dirty="0"/>
              <a:t>: both the researcher and the participants are blind to group assignments</a:t>
            </a:r>
          </a:p>
          <a:p>
            <a:endParaRPr lang="en-US" dirty="0"/>
          </a:p>
        </p:txBody>
      </p:sp>
      <p:sp>
        <p:nvSpPr>
          <p:cNvPr id="5" name="Slide Number Placeholder 4">
            <a:extLst>
              <a:ext uri="{FF2B5EF4-FFF2-40B4-BE49-F238E27FC236}">
                <a16:creationId xmlns:a16="http://schemas.microsoft.com/office/drawing/2014/main" id="{9D2A7E51-1D45-0BFB-2D45-5492E19C7DF4}"/>
              </a:ext>
            </a:extLst>
          </p:cNvPr>
          <p:cNvSpPr>
            <a:spLocks noGrp="1"/>
          </p:cNvSpPr>
          <p:nvPr>
            <p:ph type="sldNum" sz="quarter" idx="4"/>
          </p:nvPr>
        </p:nvSpPr>
        <p:spPr/>
        <p:txBody>
          <a:bodyPr/>
          <a:lstStyle/>
          <a:p>
            <a:fld id="{294A09A9-5501-47C1-A89A-A340965A2BE2}" type="slidenum">
              <a:rPr lang="en-US" smtClean="0"/>
              <a:pPr/>
              <a:t>11</a:t>
            </a:fld>
            <a:endParaRPr lang="en-US" dirty="0"/>
          </a:p>
        </p:txBody>
      </p:sp>
    </p:spTree>
    <p:extLst>
      <p:ext uri="{BB962C8B-B14F-4D97-AF65-F5344CB8AC3E}">
        <p14:creationId xmlns:p14="http://schemas.microsoft.com/office/powerpoint/2010/main" val="3781175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88F58-5DD7-F1B9-394D-5904C52F9A9C}"/>
              </a:ext>
            </a:extLst>
          </p:cNvPr>
          <p:cNvSpPr>
            <a:spLocks noGrp="1"/>
          </p:cNvSpPr>
          <p:nvPr>
            <p:ph type="title"/>
          </p:nvPr>
        </p:nvSpPr>
        <p:spPr/>
        <p:txBody>
          <a:bodyPr/>
          <a:lstStyle/>
          <a:p>
            <a:r>
              <a:rPr lang="en-US" dirty="0"/>
              <a:t>Gathering Participants</a:t>
            </a:r>
          </a:p>
        </p:txBody>
      </p:sp>
      <p:sp>
        <p:nvSpPr>
          <p:cNvPr id="3" name="Text Placeholder 2">
            <a:extLst>
              <a:ext uri="{FF2B5EF4-FFF2-40B4-BE49-F238E27FC236}">
                <a16:creationId xmlns:a16="http://schemas.microsoft.com/office/drawing/2014/main" id="{8D8A9B35-9B18-6C41-574D-F44246D5AE0D}"/>
              </a:ext>
            </a:extLst>
          </p:cNvPr>
          <p:cNvSpPr>
            <a:spLocks noGrp="1"/>
          </p:cNvSpPr>
          <p:nvPr>
            <p:ph type="body" sz="quarter" idx="10"/>
          </p:nvPr>
        </p:nvSpPr>
        <p:spPr/>
        <p:txBody>
          <a:bodyPr/>
          <a:lstStyle/>
          <a:p>
            <a:r>
              <a:rPr lang="en-US" dirty="0"/>
              <a:t>It is important that the sample of participants adequately represents the population and its variety of characteristics. How can the researcher insure this happens?</a:t>
            </a:r>
          </a:p>
          <a:p>
            <a:pPr lvl="1"/>
            <a:r>
              <a:rPr lang="en-US" b="1" dirty="0"/>
              <a:t>Random sampling</a:t>
            </a:r>
            <a:r>
              <a:rPr lang="en-US" dirty="0"/>
              <a:t>: selecting individuals at random so all differences have an equal chance of being selected</a:t>
            </a:r>
          </a:p>
          <a:p>
            <a:r>
              <a:rPr lang="en-US" dirty="0"/>
              <a:t>It is also important that the researcher does not incorrectly arrive at a conclusion by filling groups in a way that would force the desired results (e.g., putting the entire math team in one group when the test is supposed to be comparing algebra grades between face-to-face and online attendance). How do we prevent this?</a:t>
            </a:r>
          </a:p>
          <a:p>
            <a:pPr lvl="1"/>
            <a:r>
              <a:rPr lang="en-US" b="1" dirty="0"/>
              <a:t>Random assignment</a:t>
            </a:r>
            <a:r>
              <a:rPr lang="en-US" dirty="0"/>
              <a:t>: randomly assigning participants to each group, so there is an equal chance of being in either group </a:t>
            </a:r>
          </a:p>
          <a:p>
            <a:endParaRPr lang="en-US" dirty="0"/>
          </a:p>
        </p:txBody>
      </p:sp>
      <p:sp>
        <p:nvSpPr>
          <p:cNvPr id="5" name="Slide Number Placeholder 4">
            <a:extLst>
              <a:ext uri="{FF2B5EF4-FFF2-40B4-BE49-F238E27FC236}">
                <a16:creationId xmlns:a16="http://schemas.microsoft.com/office/drawing/2014/main" id="{86CD7AB6-B613-815D-F865-249D7FF9EE31}"/>
              </a:ext>
            </a:extLst>
          </p:cNvPr>
          <p:cNvSpPr>
            <a:spLocks noGrp="1"/>
          </p:cNvSpPr>
          <p:nvPr>
            <p:ph type="sldNum" sz="quarter" idx="4"/>
          </p:nvPr>
        </p:nvSpPr>
        <p:spPr/>
        <p:txBody>
          <a:bodyPr/>
          <a:lstStyle/>
          <a:p>
            <a:fld id="{294A09A9-5501-47C1-A89A-A340965A2BE2}" type="slidenum">
              <a:rPr lang="en-US" smtClean="0"/>
              <a:pPr/>
              <a:t>12</a:t>
            </a:fld>
            <a:endParaRPr lang="en-US" dirty="0"/>
          </a:p>
        </p:txBody>
      </p:sp>
    </p:spTree>
    <p:extLst>
      <p:ext uri="{BB962C8B-B14F-4D97-AF65-F5344CB8AC3E}">
        <p14:creationId xmlns:p14="http://schemas.microsoft.com/office/powerpoint/2010/main" val="2851589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051C7-C307-00BA-091A-4FC6FDCE53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873C8A-A33E-DCE1-9E29-25C6116C8909}"/>
              </a:ext>
            </a:extLst>
          </p:cNvPr>
          <p:cNvSpPr>
            <a:spLocks noGrp="1"/>
          </p:cNvSpPr>
          <p:nvPr>
            <p:ph type="title"/>
          </p:nvPr>
        </p:nvSpPr>
        <p:spPr/>
        <p:txBody>
          <a:bodyPr/>
          <a:lstStyle/>
          <a:p>
            <a:r>
              <a:rPr lang="en-US" dirty="0"/>
              <a:t>Collecting &amp; Analyzing Results</a:t>
            </a:r>
          </a:p>
        </p:txBody>
      </p:sp>
      <p:sp>
        <p:nvSpPr>
          <p:cNvPr id="3" name="Text Placeholder 2">
            <a:extLst>
              <a:ext uri="{FF2B5EF4-FFF2-40B4-BE49-F238E27FC236}">
                <a16:creationId xmlns:a16="http://schemas.microsoft.com/office/drawing/2014/main" id="{E397734F-1682-135D-468D-97BEE10CDAC3}"/>
              </a:ext>
            </a:extLst>
          </p:cNvPr>
          <p:cNvSpPr>
            <a:spLocks noGrp="1"/>
          </p:cNvSpPr>
          <p:nvPr>
            <p:ph type="body" sz="quarter" idx="10"/>
          </p:nvPr>
        </p:nvSpPr>
        <p:spPr/>
        <p:txBody>
          <a:bodyPr/>
          <a:lstStyle/>
          <a:p>
            <a:r>
              <a:rPr lang="en-US" dirty="0"/>
              <a:t>Once the design is complete, you can start collecting data. After you have reached your goal number of participants, you will stop the experiment and analyze your data. </a:t>
            </a:r>
          </a:p>
          <a:p>
            <a:r>
              <a:rPr lang="en-US" dirty="0"/>
              <a:t>Were there any differences between your groups, indicating an impact from the independent variable? What are the chances that difference would have happened by accident?</a:t>
            </a:r>
          </a:p>
          <a:p>
            <a:pPr lvl="1"/>
            <a:r>
              <a:rPr lang="en-US" dirty="0"/>
              <a:t>Typically, most psychology researchers only allow a 5% chance of a false positive</a:t>
            </a:r>
          </a:p>
        </p:txBody>
      </p:sp>
      <p:sp>
        <p:nvSpPr>
          <p:cNvPr id="5" name="Slide Number Placeholder 4">
            <a:extLst>
              <a:ext uri="{FF2B5EF4-FFF2-40B4-BE49-F238E27FC236}">
                <a16:creationId xmlns:a16="http://schemas.microsoft.com/office/drawing/2014/main" id="{EB4B97C4-1D95-8685-6CA3-EA38A603A47C}"/>
              </a:ext>
            </a:extLst>
          </p:cNvPr>
          <p:cNvSpPr>
            <a:spLocks noGrp="1"/>
          </p:cNvSpPr>
          <p:nvPr>
            <p:ph type="sldNum" sz="quarter" idx="4"/>
          </p:nvPr>
        </p:nvSpPr>
        <p:spPr/>
        <p:txBody>
          <a:bodyPr/>
          <a:lstStyle/>
          <a:p>
            <a:fld id="{294A09A9-5501-47C1-A89A-A340965A2BE2}" type="slidenum">
              <a:rPr lang="en-US" smtClean="0"/>
              <a:pPr/>
              <a:t>13</a:t>
            </a:fld>
            <a:endParaRPr lang="en-US" dirty="0"/>
          </a:p>
        </p:txBody>
      </p:sp>
    </p:spTree>
    <p:extLst>
      <p:ext uri="{BB962C8B-B14F-4D97-AF65-F5344CB8AC3E}">
        <p14:creationId xmlns:p14="http://schemas.microsoft.com/office/powerpoint/2010/main" val="4140690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295CC-13AF-1AE1-4B0E-EF2748004844}"/>
              </a:ext>
            </a:extLst>
          </p:cNvPr>
          <p:cNvSpPr>
            <a:spLocks noGrp="1"/>
          </p:cNvSpPr>
          <p:nvPr>
            <p:ph type="title"/>
          </p:nvPr>
        </p:nvSpPr>
        <p:spPr/>
        <p:txBody>
          <a:bodyPr/>
          <a:lstStyle/>
          <a:p>
            <a:r>
              <a:rPr lang="en-US" dirty="0"/>
              <a:t>Reporting Results</a:t>
            </a:r>
          </a:p>
        </p:txBody>
      </p:sp>
      <p:sp>
        <p:nvSpPr>
          <p:cNvPr id="3" name="Text Placeholder 2">
            <a:extLst>
              <a:ext uri="{FF2B5EF4-FFF2-40B4-BE49-F238E27FC236}">
                <a16:creationId xmlns:a16="http://schemas.microsoft.com/office/drawing/2014/main" id="{1E0F393E-3043-2A0D-B638-F0A915A7B17C}"/>
              </a:ext>
            </a:extLst>
          </p:cNvPr>
          <p:cNvSpPr>
            <a:spLocks noGrp="1"/>
          </p:cNvSpPr>
          <p:nvPr>
            <p:ph type="body" sz="quarter" idx="10"/>
          </p:nvPr>
        </p:nvSpPr>
        <p:spPr/>
        <p:txBody>
          <a:bodyPr/>
          <a:lstStyle/>
          <a:p>
            <a:r>
              <a:rPr lang="en-US" dirty="0"/>
              <a:t>After completion of the experiment, the researcher can write a paper on their experiment with all the details necessary for someone else to be able to repeat the experiment by following the paper’s instructions. What good could repeating an experiment accomplish?</a:t>
            </a:r>
          </a:p>
          <a:p>
            <a:pPr lvl="1"/>
            <a:r>
              <a:rPr lang="en-US" b="1" dirty="0"/>
              <a:t>Reliability</a:t>
            </a:r>
            <a:r>
              <a:rPr lang="en-US" dirty="0"/>
              <a:t>: the ability to consistently get the same results </a:t>
            </a:r>
          </a:p>
          <a:p>
            <a:pPr lvl="1"/>
            <a:r>
              <a:rPr lang="en-US" b="1" dirty="0"/>
              <a:t>Validity</a:t>
            </a:r>
            <a:r>
              <a:rPr lang="en-US" dirty="0"/>
              <a:t>: the accuracy of the results</a:t>
            </a:r>
          </a:p>
          <a:p>
            <a:r>
              <a:rPr lang="en-US" dirty="0"/>
              <a:t>The researcher’s paper is submitted to a peer-reviewed journal where experts in the field can provide feedback before the paper is finally published</a:t>
            </a:r>
          </a:p>
          <a:p>
            <a:pPr lvl="1"/>
            <a:r>
              <a:rPr lang="en-US" b="1" dirty="0"/>
              <a:t>Peer-reviewed journal article</a:t>
            </a:r>
            <a:r>
              <a:rPr lang="en-US" dirty="0"/>
              <a:t>: article read by several other scientists (usually anonymously) with expertise in the subject matter, who provide feedback regarding the quality of the manuscript before it is accepted for publication</a:t>
            </a:r>
          </a:p>
          <a:p>
            <a:endParaRPr lang="en-US" dirty="0"/>
          </a:p>
        </p:txBody>
      </p:sp>
      <p:sp>
        <p:nvSpPr>
          <p:cNvPr id="5" name="Slide Number Placeholder 4">
            <a:extLst>
              <a:ext uri="{FF2B5EF4-FFF2-40B4-BE49-F238E27FC236}">
                <a16:creationId xmlns:a16="http://schemas.microsoft.com/office/drawing/2014/main" id="{24195EAD-4603-EA6F-DCE5-6C4E9C014166}"/>
              </a:ext>
            </a:extLst>
          </p:cNvPr>
          <p:cNvSpPr>
            <a:spLocks noGrp="1"/>
          </p:cNvSpPr>
          <p:nvPr>
            <p:ph type="sldNum" sz="quarter" idx="4"/>
          </p:nvPr>
        </p:nvSpPr>
        <p:spPr/>
        <p:txBody>
          <a:bodyPr/>
          <a:lstStyle/>
          <a:p>
            <a:fld id="{294A09A9-5501-47C1-A89A-A340965A2BE2}" type="slidenum">
              <a:rPr lang="en-US" smtClean="0"/>
              <a:pPr/>
              <a:t>14</a:t>
            </a:fld>
            <a:endParaRPr lang="en-US" dirty="0"/>
          </a:p>
        </p:txBody>
      </p:sp>
    </p:spTree>
    <p:extLst>
      <p:ext uri="{BB962C8B-B14F-4D97-AF65-F5344CB8AC3E}">
        <p14:creationId xmlns:p14="http://schemas.microsoft.com/office/powerpoint/2010/main" val="2548627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C1BD7E0-BC1C-0BAE-C48B-3E1A972F8457}"/>
              </a:ext>
            </a:extLst>
          </p:cNvPr>
          <p:cNvSpPr>
            <a:spLocks noGrp="1"/>
          </p:cNvSpPr>
          <p:nvPr>
            <p:ph type="title"/>
          </p:nvPr>
        </p:nvSpPr>
        <p:spPr/>
        <p:txBody>
          <a:bodyPr/>
          <a:lstStyle/>
          <a:p>
            <a:r>
              <a:rPr lang="en-US" dirty="0"/>
              <a:t>But Wait…</a:t>
            </a:r>
          </a:p>
        </p:txBody>
      </p:sp>
      <p:sp>
        <p:nvSpPr>
          <p:cNvPr id="7" name="Content Placeholder 6">
            <a:extLst>
              <a:ext uri="{FF2B5EF4-FFF2-40B4-BE49-F238E27FC236}">
                <a16:creationId xmlns:a16="http://schemas.microsoft.com/office/drawing/2014/main" id="{AF092820-AD46-0771-E34D-0E7268A5903C}"/>
              </a:ext>
            </a:extLst>
          </p:cNvPr>
          <p:cNvSpPr>
            <a:spLocks noGrp="1"/>
          </p:cNvSpPr>
          <p:nvPr>
            <p:ph sz="half" idx="14"/>
          </p:nvPr>
        </p:nvSpPr>
        <p:spPr/>
        <p:txBody>
          <a:bodyPr/>
          <a:lstStyle/>
          <a:p>
            <a:pPr>
              <a:lnSpc>
                <a:spcPct val="150000"/>
              </a:lnSpc>
            </a:pPr>
            <a:r>
              <a:rPr lang="en-US" sz="2400" dirty="0"/>
              <a:t>This process was explained to look at cause-and-effect. What if we want to see if things change in relation to one another instead?</a:t>
            </a:r>
          </a:p>
        </p:txBody>
      </p:sp>
      <p:sp>
        <p:nvSpPr>
          <p:cNvPr id="8" name="Content Placeholder 7">
            <a:extLst>
              <a:ext uri="{FF2B5EF4-FFF2-40B4-BE49-F238E27FC236}">
                <a16:creationId xmlns:a16="http://schemas.microsoft.com/office/drawing/2014/main" id="{F52A0937-DCDB-5441-4ED3-A9C66A895042}"/>
              </a:ext>
            </a:extLst>
          </p:cNvPr>
          <p:cNvSpPr>
            <a:spLocks noGrp="1"/>
          </p:cNvSpPr>
          <p:nvPr>
            <p:ph sz="half" idx="15"/>
          </p:nvPr>
        </p:nvSpPr>
        <p:spPr/>
        <p:txBody>
          <a:bodyPr/>
          <a:lstStyle/>
          <a:p>
            <a:r>
              <a:rPr lang="en-US" sz="2400" dirty="0"/>
              <a:t>Then we look at correlations!</a:t>
            </a:r>
          </a:p>
        </p:txBody>
      </p:sp>
      <p:sp>
        <p:nvSpPr>
          <p:cNvPr id="4" name="Date Placeholder 3">
            <a:extLst>
              <a:ext uri="{FF2B5EF4-FFF2-40B4-BE49-F238E27FC236}">
                <a16:creationId xmlns:a16="http://schemas.microsoft.com/office/drawing/2014/main" id="{28F3C8F7-9027-B483-D1E0-A79DE36A5B0B}"/>
              </a:ext>
            </a:extLst>
          </p:cNvPr>
          <p:cNvSpPr>
            <a:spLocks noGrp="1"/>
          </p:cNvSpPr>
          <p:nvPr>
            <p:ph type="dt" sz="half" idx="2"/>
          </p:nvPr>
        </p:nvSpPr>
        <p:spPr/>
        <p:txBody>
          <a:bodyPr/>
          <a:lstStyle/>
          <a:p>
            <a:fld id="{72B8B865-6043-45BC-B48D-1676CB43D17A}" type="datetime1">
              <a:rPr lang="en-US" smtClean="0"/>
              <a:pPr/>
              <a:t>1/22/2026</a:t>
            </a:fld>
            <a:endParaRPr lang="en-US" dirty="0"/>
          </a:p>
        </p:txBody>
      </p:sp>
      <p:sp>
        <p:nvSpPr>
          <p:cNvPr id="5" name="Slide Number Placeholder 4">
            <a:extLst>
              <a:ext uri="{FF2B5EF4-FFF2-40B4-BE49-F238E27FC236}">
                <a16:creationId xmlns:a16="http://schemas.microsoft.com/office/drawing/2014/main" id="{ED73F42F-205E-22B9-9EF5-05A68ABFB1B0}"/>
              </a:ext>
            </a:extLst>
          </p:cNvPr>
          <p:cNvSpPr>
            <a:spLocks noGrp="1"/>
          </p:cNvSpPr>
          <p:nvPr>
            <p:ph type="sldNum" sz="quarter" idx="4"/>
          </p:nvPr>
        </p:nvSpPr>
        <p:spPr/>
        <p:txBody>
          <a:bodyPr/>
          <a:lstStyle/>
          <a:p>
            <a:fld id="{294A09A9-5501-47C1-A89A-A340965A2BE2}" type="slidenum">
              <a:rPr lang="en-US" smtClean="0"/>
              <a:pPr/>
              <a:t>15</a:t>
            </a:fld>
            <a:endParaRPr lang="en-US" dirty="0"/>
          </a:p>
        </p:txBody>
      </p:sp>
    </p:spTree>
    <p:extLst>
      <p:ext uri="{BB962C8B-B14F-4D97-AF65-F5344CB8AC3E}">
        <p14:creationId xmlns:p14="http://schemas.microsoft.com/office/powerpoint/2010/main" val="3470976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47FA7-F2BE-5C60-5BBF-AEA72BA0A4AF}"/>
              </a:ext>
            </a:extLst>
          </p:cNvPr>
          <p:cNvSpPr>
            <a:spLocks noGrp="1"/>
          </p:cNvSpPr>
          <p:nvPr>
            <p:ph type="title"/>
          </p:nvPr>
        </p:nvSpPr>
        <p:spPr/>
        <p:txBody>
          <a:bodyPr/>
          <a:lstStyle/>
          <a:p>
            <a:r>
              <a:rPr lang="en-US" dirty="0"/>
              <a:t>Correlation at a Glance</a:t>
            </a:r>
          </a:p>
        </p:txBody>
      </p:sp>
      <p:sp>
        <p:nvSpPr>
          <p:cNvPr id="5" name="Slide Number Placeholder 4">
            <a:extLst>
              <a:ext uri="{FF2B5EF4-FFF2-40B4-BE49-F238E27FC236}">
                <a16:creationId xmlns:a16="http://schemas.microsoft.com/office/drawing/2014/main" id="{D9B0A7C0-F2C5-4041-0EE3-1F9EDE24FD63}"/>
              </a:ext>
            </a:extLst>
          </p:cNvPr>
          <p:cNvSpPr>
            <a:spLocks noGrp="1"/>
          </p:cNvSpPr>
          <p:nvPr>
            <p:ph type="sldNum" sz="quarter" idx="4"/>
          </p:nvPr>
        </p:nvSpPr>
        <p:spPr/>
        <p:txBody>
          <a:bodyPr/>
          <a:lstStyle/>
          <a:p>
            <a:fld id="{294A09A9-5501-47C1-A89A-A340965A2BE2}" type="slidenum">
              <a:rPr lang="en-US" smtClean="0"/>
              <a:pPr/>
              <a:t>16</a:t>
            </a:fld>
            <a:endParaRPr lang="en-US" dirty="0"/>
          </a:p>
        </p:txBody>
      </p:sp>
      <p:pic>
        <p:nvPicPr>
          <p:cNvPr id="6" name="Picture 2" descr="Three scatterplots are shown. Scatterplot (a) is labeled “positive correlation” and shows scattered dots forming a rough line from the bottom left to the top right; the x-axis is labeled “weight” and the y-axis is labeled “height.” Scatterplot (b) is labeled “negative correlation” and shows scattered dots forming a rough line from the top left to the bottom right; the x-axis is labeled “tiredness” and the y-axis is labeled “hours of sleep.” Scatterplot (c) is labeled “no correlation” and shows scattered dots having no pattern; the x-axis is labeled “shoe size” and the y-axis is labeled “hours of sleep.”">
            <a:extLst>
              <a:ext uri="{FF2B5EF4-FFF2-40B4-BE49-F238E27FC236}">
                <a16:creationId xmlns:a16="http://schemas.microsoft.com/office/drawing/2014/main" id="{F43E8B71-042D-C222-4D9D-33A51196AC6D}"/>
              </a:ext>
            </a:extLst>
          </p:cNvPr>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tretch>
            <a:fillRect/>
          </a:stretch>
        </p:blipFill>
        <p:spPr bwMode="auto">
          <a:xfrm>
            <a:off x="641350" y="1917700"/>
            <a:ext cx="10785330" cy="3316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8648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9797E-7D43-DE9D-6FA2-52BD1101D3C8}"/>
              </a:ext>
            </a:extLst>
          </p:cNvPr>
          <p:cNvSpPr>
            <a:spLocks noGrp="1"/>
          </p:cNvSpPr>
          <p:nvPr>
            <p:ph type="title"/>
          </p:nvPr>
        </p:nvSpPr>
        <p:spPr/>
        <p:txBody>
          <a:bodyPr/>
          <a:lstStyle/>
          <a:p>
            <a:r>
              <a:rPr lang="en-US" dirty="0"/>
              <a:t>Measuring Correlation</a:t>
            </a:r>
          </a:p>
        </p:txBody>
      </p:sp>
      <p:sp>
        <p:nvSpPr>
          <p:cNvPr id="3" name="Text Placeholder 2">
            <a:extLst>
              <a:ext uri="{FF2B5EF4-FFF2-40B4-BE49-F238E27FC236}">
                <a16:creationId xmlns:a16="http://schemas.microsoft.com/office/drawing/2014/main" id="{65CEA307-1309-DE85-87F5-5A42A603546C}"/>
              </a:ext>
            </a:extLst>
          </p:cNvPr>
          <p:cNvSpPr>
            <a:spLocks noGrp="1"/>
          </p:cNvSpPr>
          <p:nvPr>
            <p:ph type="body" sz="quarter" idx="10"/>
          </p:nvPr>
        </p:nvSpPr>
        <p:spPr/>
        <p:txBody>
          <a:bodyPr/>
          <a:lstStyle/>
          <a:p>
            <a:r>
              <a:rPr lang="en-US" dirty="0"/>
              <a:t>As a reminder, correlation is a pattern in data where a change in one variable relates to a change in the second variable</a:t>
            </a:r>
          </a:p>
          <a:p>
            <a:r>
              <a:rPr lang="en-US" dirty="0"/>
              <a:t>We measure correlation with the correlation coefficient (usually represented by r) </a:t>
            </a:r>
          </a:p>
          <a:p>
            <a:r>
              <a:rPr lang="en-US" dirty="0"/>
              <a:t>The correlation coefficient is measured on a scale from -1 to +1</a:t>
            </a:r>
          </a:p>
          <a:p>
            <a:pPr lvl="1"/>
            <a:r>
              <a:rPr lang="en-US" dirty="0"/>
              <a:t>A </a:t>
            </a:r>
            <a:r>
              <a:rPr lang="en-US" b="1" dirty="0"/>
              <a:t>positive </a:t>
            </a:r>
            <a:r>
              <a:rPr lang="en-US" b="1" i="1" dirty="0"/>
              <a:t>r </a:t>
            </a:r>
            <a:r>
              <a:rPr lang="en-US" dirty="0"/>
              <a:t>represents a relationship where an increase in one variable correlates with an </a:t>
            </a:r>
            <a:r>
              <a:rPr lang="en-US" u="sng" dirty="0"/>
              <a:t>increase</a:t>
            </a:r>
            <a:r>
              <a:rPr lang="en-US" dirty="0"/>
              <a:t> in the second variable</a:t>
            </a:r>
          </a:p>
          <a:p>
            <a:pPr lvl="1"/>
            <a:r>
              <a:rPr lang="en-US" dirty="0"/>
              <a:t>A </a:t>
            </a:r>
            <a:r>
              <a:rPr lang="en-US" b="1" dirty="0"/>
              <a:t>negative </a:t>
            </a:r>
            <a:r>
              <a:rPr lang="en-US" b="1" i="1" dirty="0"/>
              <a:t>r</a:t>
            </a:r>
            <a:r>
              <a:rPr lang="en-US" dirty="0"/>
              <a:t> represents a relationship where an increase in one variable correlates with a </a:t>
            </a:r>
            <a:r>
              <a:rPr lang="en-US" u="sng" dirty="0"/>
              <a:t>decrease</a:t>
            </a:r>
            <a:r>
              <a:rPr lang="en-US" dirty="0"/>
              <a:t> in the second variable</a:t>
            </a:r>
          </a:p>
          <a:p>
            <a:pPr lvl="1"/>
            <a:r>
              <a:rPr lang="en-US" dirty="0"/>
              <a:t>Scores closer to one (positive or negative) represent a stronger relationship, whereas scores closer to zero represent a weak relationship</a:t>
            </a:r>
          </a:p>
          <a:p>
            <a:endParaRPr lang="en-US" dirty="0"/>
          </a:p>
        </p:txBody>
      </p:sp>
      <p:sp>
        <p:nvSpPr>
          <p:cNvPr id="5" name="Slide Number Placeholder 4">
            <a:extLst>
              <a:ext uri="{FF2B5EF4-FFF2-40B4-BE49-F238E27FC236}">
                <a16:creationId xmlns:a16="http://schemas.microsoft.com/office/drawing/2014/main" id="{2282DC3F-FD7A-0E95-ABFC-DD73B71FF1F4}"/>
              </a:ext>
            </a:extLst>
          </p:cNvPr>
          <p:cNvSpPr>
            <a:spLocks noGrp="1"/>
          </p:cNvSpPr>
          <p:nvPr>
            <p:ph type="sldNum" sz="quarter" idx="4"/>
          </p:nvPr>
        </p:nvSpPr>
        <p:spPr/>
        <p:txBody>
          <a:bodyPr/>
          <a:lstStyle/>
          <a:p>
            <a:fld id="{294A09A9-5501-47C1-A89A-A340965A2BE2}" type="slidenum">
              <a:rPr lang="en-US" smtClean="0"/>
              <a:pPr/>
              <a:t>17</a:t>
            </a:fld>
            <a:endParaRPr lang="en-US" dirty="0"/>
          </a:p>
        </p:txBody>
      </p:sp>
    </p:spTree>
    <p:extLst>
      <p:ext uri="{BB962C8B-B14F-4D97-AF65-F5344CB8AC3E}">
        <p14:creationId xmlns:p14="http://schemas.microsoft.com/office/powerpoint/2010/main" val="26808227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50DFB-F3E5-7FF1-119A-C7DA99842D84}"/>
              </a:ext>
            </a:extLst>
          </p:cNvPr>
          <p:cNvSpPr>
            <a:spLocks noGrp="1"/>
          </p:cNvSpPr>
          <p:nvPr>
            <p:ph type="title"/>
          </p:nvPr>
        </p:nvSpPr>
        <p:spPr/>
        <p:txBody>
          <a:bodyPr/>
          <a:lstStyle/>
          <a:p>
            <a:r>
              <a:rPr lang="en-US" dirty="0"/>
              <a:t>Limitations of a Correlation Study</a:t>
            </a:r>
          </a:p>
        </p:txBody>
      </p:sp>
      <p:sp>
        <p:nvSpPr>
          <p:cNvPr id="3" name="Text Placeholder 2">
            <a:extLst>
              <a:ext uri="{FF2B5EF4-FFF2-40B4-BE49-F238E27FC236}">
                <a16:creationId xmlns:a16="http://schemas.microsoft.com/office/drawing/2014/main" id="{66909310-176A-63EF-ED8E-947A24384E42}"/>
              </a:ext>
            </a:extLst>
          </p:cNvPr>
          <p:cNvSpPr>
            <a:spLocks noGrp="1"/>
          </p:cNvSpPr>
          <p:nvPr>
            <p:ph type="body" sz="quarter" idx="10"/>
          </p:nvPr>
        </p:nvSpPr>
        <p:spPr>
          <a:xfrm>
            <a:off x="641350" y="1917700"/>
            <a:ext cx="10907016" cy="3829957"/>
          </a:xfrm>
        </p:spPr>
        <p:txBody>
          <a:bodyPr/>
          <a:lstStyle/>
          <a:p>
            <a:r>
              <a:rPr lang="en-US" b="1" dirty="0"/>
              <a:t>Correlation DOES NOT EQUAL causation</a:t>
            </a:r>
          </a:p>
          <a:p>
            <a:pPr lvl="1"/>
            <a:r>
              <a:rPr lang="en-US" dirty="0"/>
              <a:t>Just because there is a trend between two variables, it does not mean that one variable causes the other to occur</a:t>
            </a:r>
          </a:p>
          <a:p>
            <a:r>
              <a:rPr lang="en-US" b="1" dirty="0"/>
              <a:t>Confounding variable</a:t>
            </a:r>
            <a:r>
              <a:rPr lang="en-US" dirty="0"/>
              <a:t>: a separate factor that causes the relationship between two variables</a:t>
            </a:r>
          </a:p>
          <a:p>
            <a:pPr lvl="1"/>
            <a:r>
              <a:rPr lang="en-US" dirty="0"/>
              <a:t>For example, while there may be a correlation between the time of day and the amount a mother yells, the confounding variable is the teenager refusing to get out of bed</a:t>
            </a:r>
          </a:p>
          <a:p>
            <a:r>
              <a:rPr lang="en-US" b="1" dirty="0"/>
              <a:t>Illusory correlations</a:t>
            </a:r>
            <a:r>
              <a:rPr lang="en-US" dirty="0"/>
              <a:t>: false correlations, where people incorrectly believe a relationship exists</a:t>
            </a:r>
          </a:p>
          <a:p>
            <a:pPr lvl="1"/>
            <a:r>
              <a:rPr lang="en-US" dirty="0"/>
              <a:t>For example, believing that the phase of the moon determines human behavior</a:t>
            </a:r>
          </a:p>
          <a:p>
            <a:r>
              <a:rPr lang="en-US" b="1" dirty="0"/>
              <a:t>Confirmation bias</a:t>
            </a:r>
            <a:r>
              <a:rPr lang="en-US" dirty="0"/>
              <a:t>: only believing information (even false information) that confirms a preconceived notion, and ignoring contradicting information </a:t>
            </a:r>
          </a:p>
          <a:p>
            <a:pPr lvl="1"/>
            <a:r>
              <a:rPr lang="en-US" dirty="0"/>
              <a:t>For example, Johnny believing that Jane must like him because she talked to him in the hallway, ignoring that she was annoyed with him</a:t>
            </a:r>
          </a:p>
          <a:p>
            <a:endParaRPr lang="en-US" dirty="0"/>
          </a:p>
        </p:txBody>
      </p:sp>
      <p:sp>
        <p:nvSpPr>
          <p:cNvPr id="5" name="Slide Number Placeholder 4">
            <a:extLst>
              <a:ext uri="{FF2B5EF4-FFF2-40B4-BE49-F238E27FC236}">
                <a16:creationId xmlns:a16="http://schemas.microsoft.com/office/drawing/2014/main" id="{4AFDEBB5-F14A-3484-401B-B58E798BEF14}"/>
              </a:ext>
            </a:extLst>
          </p:cNvPr>
          <p:cNvSpPr>
            <a:spLocks noGrp="1"/>
          </p:cNvSpPr>
          <p:nvPr>
            <p:ph type="sldNum" sz="quarter" idx="4"/>
          </p:nvPr>
        </p:nvSpPr>
        <p:spPr/>
        <p:txBody>
          <a:bodyPr/>
          <a:lstStyle/>
          <a:p>
            <a:fld id="{294A09A9-5501-47C1-A89A-A340965A2BE2}" type="slidenum">
              <a:rPr lang="en-US" smtClean="0"/>
              <a:pPr/>
              <a:t>18</a:t>
            </a:fld>
            <a:endParaRPr lang="en-US" dirty="0"/>
          </a:p>
        </p:txBody>
      </p:sp>
    </p:spTree>
    <p:extLst>
      <p:ext uri="{BB962C8B-B14F-4D97-AF65-F5344CB8AC3E}">
        <p14:creationId xmlns:p14="http://schemas.microsoft.com/office/powerpoint/2010/main" val="192091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FB49E-6878-4557-193D-E3F017416E4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CA26A66-F93D-EAAD-AC8C-2BC9FD8CC273}"/>
              </a:ext>
            </a:extLst>
          </p:cNvPr>
          <p:cNvSpPr>
            <a:spLocks noGrp="1"/>
          </p:cNvSpPr>
          <p:nvPr>
            <p:ph type="sldNum" sz="quarter" idx="4"/>
          </p:nvPr>
        </p:nvSpPr>
        <p:spPr/>
        <p:txBody>
          <a:bodyPr/>
          <a:lstStyle/>
          <a:p>
            <a:fld id="{294A09A9-5501-47C1-A89A-A340965A2BE2}" type="slidenum">
              <a:rPr lang="en-US" smtClean="0"/>
              <a:pPr/>
              <a:t>19</a:t>
            </a:fld>
            <a:endParaRPr lang="en-US" dirty="0"/>
          </a:p>
        </p:txBody>
      </p:sp>
      <p:sp>
        <p:nvSpPr>
          <p:cNvPr id="8" name="Title 2">
            <a:extLst>
              <a:ext uri="{FF2B5EF4-FFF2-40B4-BE49-F238E27FC236}">
                <a16:creationId xmlns:a16="http://schemas.microsoft.com/office/drawing/2014/main" id="{BF2A1203-3AFB-19D4-F94B-A28FFE1C350F}"/>
              </a:ext>
            </a:extLst>
          </p:cNvPr>
          <p:cNvSpPr txBox="1">
            <a:spLocks/>
          </p:cNvSpPr>
          <p:nvPr/>
        </p:nvSpPr>
        <p:spPr>
          <a:xfrm>
            <a:off x="1324047" y="2769465"/>
            <a:ext cx="8062912" cy="65953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Research Designs</a:t>
            </a:r>
          </a:p>
        </p:txBody>
      </p:sp>
    </p:spTree>
    <p:extLst>
      <p:ext uri="{BB962C8B-B14F-4D97-AF65-F5344CB8AC3E}">
        <p14:creationId xmlns:p14="http://schemas.microsoft.com/office/powerpoint/2010/main" val="17151699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B9898CB-AC22-E03D-E60C-AC0EC6D52D04}"/>
              </a:ext>
            </a:extLst>
          </p:cNvPr>
          <p:cNvSpPr>
            <a:spLocks noGrp="1"/>
          </p:cNvSpPr>
          <p:nvPr>
            <p:ph type="title"/>
          </p:nvPr>
        </p:nvSpPr>
        <p:spPr/>
        <p:txBody>
          <a:bodyPr/>
          <a:lstStyle/>
          <a:p>
            <a:r>
              <a:rPr lang="en-US" dirty="0"/>
              <a:t>Correlational vs Experimental Designs</a:t>
            </a:r>
          </a:p>
        </p:txBody>
      </p:sp>
      <p:sp>
        <p:nvSpPr>
          <p:cNvPr id="8" name="Content Placeholder 7">
            <a:extLst>
              <a:ext uri="{FF2B5EF4-FFF2-40B4-BE49-F238E27FC236}">
                <a16:creationId xmlns:a16="http://schemas.microsoft.com/office/drawing/2014/main" id="{2EA38A93-A10E-7C7C-EEF5-389786CE7840}"/>
              </a:ext>
            </a:extLst>
          </p:cNvPr>
          <p:cNvSpPr>
            <a:spLocks noGrp="1"/>
          </p:cNvSpPr>
          <p:nvPr>
            <p:ph sz="half" idx="14"/>
          </p:nvPr>
        </p:nvSpPr>
        <p:spPr>
          <a:xfrm>
            <a:off x="888999" y="2272937"/>
            <a:ext cx="4873446" cy="3065081"/>
          </a:xfrm>
        </p:spPr>
        <p:txBody>
          <a:bodyPr/>
          <a:lstStyle/>
          <a:p>
            <a:r>
              <a:rPr lang="en-US" sz="2400" b="1" dirty="0"/>
              <a:t>Correlational Research</a:t>
            </a:r>
          </a:p>
          <a:p>
            <a:pPr marL="285750" indent="-285750">
              <a:buFont typeface="Arial" panose="020B0604020202020204" pitchFamily="34" charset="0"/>
              <a:buChar char="•"/>
            </a:pPr>
            <a:r>
              <a:rPr lang="en-US" dirty="0"/>
              <a:t>Measures two or more variables, looking for trends or patterns</a:t>
            </a:r>
          </a:p>
          <a:p>
            <a:pPr marL="285750" indent="-285750">
              <a:buFont typeface="Arial" panose="020B0604020202020204" pitchFamily="34" charset="0"/>
              <a:buChar char="•"/>
            </a:pPr>
            <a:r>
              <a:rPr lang="en-US" dirty="0"/>
              <a:t>Ex: Observing that there is a trend that as the temperature rises, so does ice cream consumption </a:t>
            </a:r>
          </a:p>
          <a:p>
            <a:endParaRPr lang="en-US" dirty="0"/>
          </a:p>
        </p:txBody>
      </p:sp>
      <p:sp>
        <p:nvSpPr>
          <p:cNvPr id="9" name="Content Placeholder 8">
            <a:extLst>
              <a:ext uri="{FF2B5EF4-FFF2-40B4-BE49-F238E27FC236}">
                <a16:creationId xmlns:a16="http://schemas.microsoft.com/office/drawing/2014/main" id="{A2454E87-5CBC-ABFF-31B2-56D9B57B77CC}"/>
              </a:ext>
            </a:extLst>
          </p:cNvPr>
          <p:cNvSpPr>
            <a:spLocks noGrp="1"/>
          </p:cNvSpPr>
          <p:nvPr>
            <p:ph sz="half" idx="15"/>
          </p:nvPr>
        </p:nvSpPr>
        <p:spPr>
          <a:xfrm>
            <a:off x="6496321" y="2268919"/>
            <a:ext cx="4873446" cy="3065081"/>
          </a:xfrm>
        </p:spPr>
        <p:txBody>
          <a:bodyPr/>
          <a:lstStyle/>
          <a:p>
            <a:r>
              <a:rPr lang="en-US" sz="2400" b="1" dirty="0"/>
              <a:t>Experimental Research</a:t>
            </a:r>
          </a:p>
          <a:p>
            <a:pPr marL="285750" indent="-285750">
              <a:buFont typeface="Arial" panose="020B0604020202020204" pitchFamily="34" charset="0"/>
              <a:buChar char="•"/>
            </a:pPr>
            <a:r>
              <a:rPr lang="en-US" dirty="0"/>
              <a:t>Measures at least one variable, while manipulating another variable (or variables)</a:t>
            </a:r>
          </a:p>
          <a:p>
            <a:pPr marL="285750" indent="-285750">
              <a:buFont typeface="Arial" panose="020B0604020202020204" pitchFamily="34" charset="0"/>
              <a:buChar char="•"/>
            </a:pPr>
            <a:r>
              <a:rPr lang="en-US" dirty="0"/>
              <a:t>Ex: A researcher gives caffeine to one group of rats while giving another group of rats a placebo, then measures how long each group spends running on a wheel</a:t>
            </a:r>
          </a:p>
          <a:p>
            <a:endParaRPr lang="en-US" dirty="0"/>
          </a:p>
        </p:txBody>
      </p:sp>
      <p:sp>
        <p:nvSpPr>
          <p:cNvPr id="6" name="Slide Number Placeholder 5">
            <a:extLst>
              <a:ext uri="{FF2B5EF4-FFF2-40B4-BE49-F238E27FC236}">
                <a16:creationId xmlns:a16="http://schemas.microsoft.com/office/drawing/2014/main" id="{3F9DC3A4-564B-2B04-F4BD-01B7DB900F00}"/>
              </a:ext>
            </a:extLst>
          </p:cNvPr>
          <p:cNvSpPr>
            <a:spLocks noGrp="1"/>
          </p:cNvSpPr>
          <p:nvPr>
            <p:ph type="sldNum" sz="quarter" idx="4"/>
          </p:nvPr>
        </p:nvSpPr>
        <p:spPr/>
        <p:txBody>
          <a:bodyPr/>
          <a:lstStyle/>
          <a:p>
            <a:fld id="{294A09A9-5501-47C1-A89A-A340965A2BE2}" type="slidenum">
              <a:rPr lang="en-US" smtClean="0"/>
              <a:pPr/>
              <a:t>20</a:t>
            </a:fld>
            <a:endParaRPr lang="en-US" dirty="0"/>
          </a:p>
        </p:txBody>
      </p:sp>
    </p:spTree>
    <p:extLst>
      <p:ext uri="{BB962C8B-B14F-4D97-AF65-F5344CB8AC3E}">
        <p14:creationId xmlns:p14="http://schemas.microsoft.com/office/powerpoint/2010/main" val="842893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823FC-7E54-F13B-E99C-88647332F9C6}"/>
              </a:ext>
            </a:extLst>
          </p:cNvPr>
          <p:cNvSpPr>
            <a:spLocks noGrp="1"/>
          </p:cNvSpPr>
          <p:nvPr>
            <p:ph type="title"/>
          </p:nvPr>
        </p:nvSpPr>
        <p:spPr/>
        <p:txBody>
          <a:bodyPr/>
          <a:lstStyle/>
          <a:p>
            <a:r>
              <a:rPr lang="en-US" dirty="0"/>
              <a:t>Case Studies</a:t>
            </a:r>
          </a:p>
        </p:txBody>
      </p:sp>
      <p:sp>
        <p:nvSpPr>
          <p:cNvPr id="3" name="Content Placeholder 2">
            <a:extLst>
              <a:ext uri="{FF2B5EF4-FFF2-40B4-BE49-F238E27FC236}">
                <a16:creationId xmlns:a16="http://schemas.microsoft.com/office/drawing/2014/main" id="{8687BB2B-06C8-F96A-52A0-30AD8BD8EFB0}"/>
              </a:ext>
            </a:extLst>
          </p:cNvPr>
          <p:cNvSpPr>
            <a:spLocks noGrp="1"/>
          </p:cNvSpPr>
          <p:nvPr>
            <p:ph sz="half" idx="13"/>
          </p:nvPr>
        </p:nvSpPr>
        <p:spPr>
          <a:xfrm>
            <a:off x="766353" y="2037806"/>
            <a:ext cx="3283133" cy="3296194"/>
          </a:xfrm>
        </p:spPr>
        <p:txBody>
          <a:bodyPr/>
          <a:lstStyle/>
          <a:p>
            <a:pPr marL="0" indent="0">
              <a:buNone/>
            </a:pPr>
            <a:r>
              <a:rPr lang="en-US" b="1" dirty="0"/>
              <a:t>Important Terms:</a:t>
            </a:r>
          </a:p>
          <a:p>
            <a:r>
              <a:rPr lang="en-US" sz="1600" b="1" dirty="0"/>
              <a:t>Generalizing</a:t>
            </a:r>
            <a:r>
              <a:rPr lang="en-US" sz="1600" dirty="0"/>
              <a:t>: applying information gained from a study to other people in the population. For example, a study looking at the impact of drinking water could make the generalization that drinking water has health benefits for everyone.</a:t>
            </a:r>
          </a:p>
          <a:p>
            <a:endParaRPr lang="en-US" dirty="0"/>
          </a:p>
        </p:txBody>
      </p:sp>
      <p:graphicFrame>
        <p:nvGraphicFramePr>
          <p:cNvPr id="7" name="Content Placeholder 6">
            <a:extLst>
              <a:ext uri="{FF2B5EF4-FFF2-40B4-BE49-F238E27FC236}">
                <a16:creationId xmlns:a16="http://schemas.microsoft.com/office/drawing/2014/main" id="{B33626A6-0F4A-871E-D88B-7A2EA04A934F}"/>
              </a:ext>
            </a:extLst>
          </p:cNvPr>
          <p:cNvGraphicFramePr>
            <a:graphicFrameLocks noGrp="1"/>
          </p:cNvGraphicFramePr>
          <p:nvPr>
            <p:ph sz="half" idx="1"/>
            <p:extLst>
              <p:ext uri="{D42A27DB-BD31-4B8C-83A1-F6EECF244321}">
                <p14:modId xmlns:p14="http://schemas.microsoft.com/office/powerpoint/2010/main" val="4235078753"/>
              </p:ext>
            </p:extLst>
          </p:nvPr>
        </p:nvGraphicFramePr>
        <p:xfrm>
          <a:off x="4637042" y="2037806"/>
          <a:ext cx="6626223" cy="3205480"/>
        </p:xfrm>
        <a:graphic>
          <a:graphicData uri="http://schemas.openxmlformats.org/drawingml/2006/table">
            <a:tbl>
              <a:tblPr firstRow="1" bandRow="1">
                <a:tableStyleId>{EB9631B5-78F2-41C9-869B-9F39066F8104}</a:tableStyleId>
              </a:tblPr>
              <a:tblGrid>
                <a:gridCol w="2904581">
                  <a:extLst>
                    <a:ext uri="{9D8B030D-6E8A-4147-A177-3AD203B41FA5}">
                      <a16:colId xmlns:a16="http://schemas.microsoft.com/office/drawing/2014/main" val="977083971"/>
                    </a:ext>
                  </a:extLst>
                </a:gridCol>
                <a:gridCol w="1898468">
                  <a:extLst>
                    <a:ext uri="{9D8B030D-6E8A-4147-A177-3AD203B41FA5}">
                      <a16:colId xmlns:a16="http://schemas.microsoft.com/office/drawing/2014/main" val="2251871649"/>
                    </a:ext>
                  </a:extLst>
                </a:gridCol>
                <a:gridCol w="1823174">
                  <a:extLst>
                    <a:ext uri="{9D8B030D-6E8A-4147-A177-3AD203B41FA5}">
                      <a16:colId xmlns:a16="http://schemas.microsoft.com/office/drawing/2014/main" val="2950985248"/>
                    </a:ext>
                  </a:extLst>
                </a:gridCol>
              </a:tblGrid>
              <a:tr h="370840">
                <a:tc>
                  <a:txBody>
                    <a:bodyPr/>
                    <a:lstStyle/>
                    <a:p>
                      <a:r>
                        <a:rPr lang="en-US" dirty="0">
                          <a:solidFill>
                            <a:schemeClr val="tx1"/>
                          </a:solidFill>
                        </a:rPr>
                        <a:t>Example</a:t>
                      </a:r>
                    </a:p>
                  </a:txBody>
                  <a:tcPr/>
                </a:tc>
                <a:tc>
                  <a:txBody>
                    <a:bodyPr/>
                    <a:lstStyle/>
                    <a:p>
                      <a:r>
                        <a:rPr lang="en-US" dirty="0">
                          <a:solidFill>
                            <a:schemeClr val="tx1"/>
                          </a:solidFill>
                        </a:rPr>
                        <a:t>Pros</a:t>
                      </a:r>
                    </a:p>
                  </a:txBody>
                  <a:tcPr/>
                </a:tc>
                <a:tc>
                  <a:txBody>
                    <a:bodyPr/>
                    <a:lstStyle/>
                    <a:p>
                      <a:r>
                        <a:rPr lang="en-US" dirty="0">
                          <a:solidFill>
                            <a:schemeClr val="tx1"/>
                          </a:solidFill>
                        </a:rPr>
                        <a:t>Cons</a:t>
                      </a:r>
                    </a:p>
                  </a:txBody>
                  <a:tcPr/>
                </a:tc>
                <a:extLst>
                  <a:ext uri="{0D108BD9-81ED-4DB2-BD59-A6C34878D82A}">
                    <a16:rowId xmlns:a16="http://schemas.microsoft.com/office/drawing/2014/main" val="1670583682"/>
                  </a:ext>
                </a:extLst>
              </a:tr>
              <a:tr h="370840">
                <a:tc>
                  <a:txBody>
                    <a:bodyPr/>
                    <a:lstStyle/>
                    <a:p>
                      <a:r>
                        <a:rPr lang="en-US" dirty="0">
                          <a:solidFill>
                            <a:schemeClr val="tx1"/>
                          </a:solidFill>
                        </a:rPr>
                        <a:t>H.M. (Henry Molaison) underwent a brain surgery for epilepsy but developed severe amnesia afterwards. As a result, H.M. was incapable of adding new information to his long-term memory. </a:t>
                      </a:r>
                    </a:p>
                    <a:p>
                      <a:endParaRPr lang="en-US" dirty="0">
                        <a:solidFill>
                          <a:schemeClr val="tx1"/>
                        </a:solidFill>
                      </a:endParaRPr>
                    </a:p>
                  </a:txBody>
                  <a:tcPr/>
                </a:tc>
                <a:tc>
                  <a:txBody>
                    <a:bodyPr/>
                    <a:lstStyle/>
                    <a:p>
                      <a:r>
                        <a:rPr lang="en-US" dirty="0">
                          <a:solidFill>
                            <a:schemeClr val="tx1"/>
                          </a:solidFill>
                        </a:rPr>
                        <a:t>-LOTS of detailed information</a:t>
                      </a:r>
                    </a:p>
                    <a:p>
                      <a:endParaRPr lang="en-US" dirty="0">
                        <a:solidFill>
                          <a:schemeClr val="tx1"/>
                        </a:solidFill>
                      </a:endParaRPr>
                    </a:p>
                  </a:txBody>
                  <a:tcPr/>
                </a:tc>
                <a:tc>
                  <a:txBody>
                    <a:bodyPr/>
                    <a:lstStyle/>
                    <a:p>
                      <a:r>
                        <a:rPr lang="en-US" dirty="0">
                          <a:solidFill>
                            <a:schemeClr val="tx1"/>
                          </a:solidFill>
                        </a:rPr>
                        <a:t>-Low ability to generalize to the rest of the population</a:t>
                      </a:r>
                    </a:p>
                    <a:p>
                      <a:endParaRPr lang="en-US" dirty="0">
                        <a:solidFill>
                          <a:schemeClr val="tx1"/>
                        </a:solidFill>
                      </a:endParaRPr>
                    </a:p>
                  </a:txBody>
                  <a:tcPr/>
                </a:tc>
                <a:extLst>
                  <a:ext uri="{0D108BD9-81ED-4DB2-BD59-A6C34878D82A}">
                    <a16:rowId xmlns:a16="http://schemas.microsoft.com/office/drawing/2014/main" val="1612638109"/>
                  </a:ext>
                </a:extLst>
              </a:tr>
            </a:tbl>
          </a:graphicData>
        </a:graphic>
      </p:graphicFrame>
      <p:sp>
        <p:nvSpPr>
          <p:cNvPr id="6" name="Slide Number Placeholder 5">
            <a:extLst>
              <a:ext uri="{FF2B5EF4-FFF2-40B4-BE49-F238E27FC236}">
                <a16:creationId xmlns:a16="http://schemas.microsoft.com/office/drawing/2014/main" id="{B40EF2DE-A1CD-4A8F-4081-939E4B8B104F}"/>
              </a:ext>
            </a:extLst>
          </p:cNvPr>
          <p:cNvSpPr>
            <a:spLocks noGrp="1"/>
          </p:cNvSpPr>
          <p:nvPr>
            <p:ph type="sldNum" sz="quarter" idx="4"/>
          </p:nvPr>
        </p:nvSpPr>
        <p:spPr/>
        <p:txBody>
          <a:bodyPr/>
          <a:lstStyle/>
          <a:p>
            <a:fld id="{294A09A9-5501-47C1-A89A-A340965A2BE2}" type="slidenum">
              <a:rPr lang="en-US" smtClean="0"/>
              <a:pPr/>
              <a:t>21</a:t>
            </a:fld>
            <a:endParaRPr lang="en-US" dirty="0"/>
          </a:p>
        </p:txBody>
      </p:sp>
    </p:spTree>
    <p:extLst>
      <p:ext uri="{BB962C8B-B14F-4D97-AF65-F5344CB8AC3E}">
        <p14:creationId xmlns:p14="http://schemas.microsoft.com/office/powerpoint/2010/main" val="39553220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5E4A9-CDC4-2E37-8804-D251689E3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C88C47-AF1D-E64C-DBAD-B6EBC2ABCAB0}"/>
              </a:ext>
            </a:extLst>
          </p:cNvPr>
          <p:cNvSpPr>
            <a:spLocks noGrp="1"/>
          </p:cNvSpPr>
          <p:nvPr>
            <p:ph type="title"/>
          </p:nvPr>
        </p:nvSpPr>
        <p:spPr/>
        <p:txBody>
          <a:bodyPr/>
          <a:lstStyle/>
          <a:p>
            <a:r>
              <a:rPr lang="en-US" dirty="0"/>
              <a:t>Naturalistic Observation</a:t>
            </a:r>
          </a:p>
        </p:txBody>
      </p:sp>
      <p:sp>
        <p:nvSpPr>
          <p:cNvPr id="3" name="Content Placeholder 2">
            <a:extLst>
              <a:ext uri="{FF2B5EF4-FFF2-40B4-BE49-F238E27FC236}">
                <a16:creationId xmlns:a16="http://schemas.microsoft.com/office/drawing/2014/main" id="{55E73C6A-0E81-A30E-D8A6-F8198E0442DF}"/>
              </a:ext>
            </a:extLst>
          </p:cNvPr>
          <p:cNvSpPr>
            <a:spLocks noGrp="1"/>
          </p:cNvSpPr>
          <p:nvPr>
            <p:ph sz="half" idx="13"/>
          </p:nvPr>
        </p:nvSpPr>
        <p:spPr>
          <a:xfrm>
            <a:off x="766353" y="2037806"/>
            <a:ext cx="3283133" cy="3296194"/>
          </a:xfrm>
        </p:spPr>
        <p:txBody>
          <a:bodyPr/>
          <a:lstStyle/>
          <a:p>
            <a:pPr marL="0" indent="0">
              <a:buNone/>
            </a:pPr>
            <a:r>
              <a:rPr lang="en-US" b="1" dirty="0"/>
              <a:t>Important Terms:</a:t>
            </a:r>
          </a:p>
          <a:p>
            <a:r>
              <a:rPr lang="en-US" sz="1600" b="1" dirty="0"/>
              <a:t>Observer bias: </a:t>
            </a:r>
            <a:r>
              <a:rPr lang="en-US" sz="1600" dirty="0"/>
              <a:t>the unconscious skewing of data in favor of the results the research project is hoping to find</a:t>
            </a:r>
          </a:p>
          <a:p>
            <a:r>
              <a:rPr lang="en-US" sz="1600" b="1" dirty="0"/>
              <a:t>Inter-rater reliability: </a:t>
            </a:r>
            <a:r>
              <a:rPr lang="en-US" sz="1600" dirty="0"/>
              <a:t>an accountability measure that reduces observer bias by pursuing consistency between multiple observers</a:t>
            </a:r>
          </a:p>
          <a:p>
            <a:endParaRPr lang="en-US" dirty="0"/>
          </a:p>
        </p:txBody>
      </p:sp>
      <p:graphicFrame>
        <p:nvGraphicFramePr>
          <p:cNvPr id="7" name="Content Placeholder 6">
            <a:extLst>
              <a:ext uri="{FF2B5EF4-FFF2-40B4-BE49-F238E27FC236}">
                <a16:creationId xmlns:a16="http://schemas.microsoft.com/office/drawing/2014/main" id="{70295051-E310-CF26-F3BA-2751CAFAA913}"/>
              </a:ext>
            </a:extLst>
          </p:cNvPr>
          <p:cNvGraphicFramePr>
            <a:graphicFrameLocks noGrp="1"/>
          </p:cNvGraphicFramePr>
          <p:nvPr>
            <p:ph sz="half" idx="1"/>
            <p:extLst>
              <p:ext uri="{D42A27DB-BD31-4B8C-83A1-F6EECF244321}">
                <p14:modId xmlns:p14="http://schemas.microsoft.com/office/powerpoint/2010/main" val="475430215"/>
              </p:ext>
            </p:extLst>
          </p:nvPr>
        </p:nvGraphicFramePr>
        <p:xfrm>
          <a:off x="4637042" y="2083163"/>
          <a:ext cx="6788605" cy="3205480"/>
        </p:xfrm>
        <a:graphic>
          <a:graphicData uri="http://schemas.openxmlformats.org/drawingml/2006/table">
            <a:tbl>
              <a:tblPr firstRow="1" bandRow="1">
                <a:tableStyleId>{EB9631B5-78F2-41C9-869B-9F39066F8104}</a:tableStyleId>
              </a:tblPr>
              <a:tblGrid>
                <a:gridCol w="1737632">
                  <a:extLst>
                    <a:ext uri="{9D8B030D-6E8A-4147-A177-3AD203B41FA5}">
                      <a16:colId xmlns:a16="http://schemas.microsoft.com/office/drawing/2014/main" val="977083971"/>
                    </a:ext>
                  </a:extLst>
                </a:gridCol>
                <a:gridCol w="1915886">
                  <a:extLst>
                    <a:ext uri="{9D8B030D-6E8A-4147-A177-3AD203B41FA5}">
                      <a16:colId xmlns:a16="http://schemas.microsoft.com/office/drawing/2014/main" val="2251871649"/>
                    </a:ext>
                  </a:extLst>
                </a:gridCol>
                <a:gridCol w="3135087">
                  <a:extLst>
                    <a:ext uri="{9D8B030D-6E8A-4147-A177-3AD203B41FA5}">
                      <a16:colId xmlns:a16="http://schemas.microsoft.com/office/drawing/2014/main" val="2950985248"/>
                    </a:ext>
                  </a:extLst>
                </a:gridCol>
              </a:tblGrid>
              <a:tr h="370840">
                <a:tc>
                  <a:txBody>
                    <a:bodyPr/>
                    <a:lstStyle/>
                    <a:p>
                      <a:r>
                        <a:rPr lang="en-US" dirty="0">
                          <a:solidFill>
                            <a:schemeClr val="tx1"/>
                          </a:solidFill>
                        </a:rPr>
                        <a:t>Example</a:t>
                      </a:r>
                    </a:p>
                  </a:txBody>
                  <a:tcPr/>
                </a:tc>
                <a:tc>
                  <a:txBody>
                    <a:bodyPr/>
                    <a:lstStyle/>
                    <a:p>
                      <a:r>
                        <a:rPr lang="en-US" dirty="0">
                          <a:solidFill>
                            <a:schemeClr val="tx1"/>
                          </a:solidFill>
                        </a:rPr>
                        <a:t>Pros</a:t>
                      </a:r>
                    </a:p>
                  </a:txBody>
                  <a:tcPr/>
                </a:tc>
                <a:tc>
                  <a:txBody>
                    <a:bodyPr/>
                    <a:lstStyle/>
                    <a:p>
                      <a:r>
                        <a:rPr lang="en-US" dirty="0">
                          <a:solidFill>
                            <a:schemeClr val="tx1"/>
                          </a:solidFill>
                        </a:rPr>
                        <a:t>Cons</a:t>
                      </a:r>
                    </a:p>
                  </a:txBody>
                  <a:tcPr/>
                </a:tc>
                <a:extLst>
                  <a:ext uri="{0D108BD9-81ED-4DB2-BD59-A6C34878D82A}">
                    <a16:rowId xmlns:a16="http://schemas.microsoft.com/office/drawing/2014/main" val="1670583682"/>
                  </a:ext>
                </a:extLst>
              </a:tr>
              <a:tr h="370840">
                <a:tc>
                  <a:txBody>
                    <a:bodyPr/>
                    <a:lstStyle/>
                    <a:p>
                      <a:r>
                        <a:rPr lang="en-US" dirty="0">
                          <a:solidFill>
                            <a:schemeClr val="tx1"/>
                          </a:solidFill>
                        </a:rPr>
                        <a:t>Hidden camera in a room; </a:t>
                      </a:r>
                      <a:br>
                        <a:rPr lang="en-US" dirty="0">
                          <a:solidFill>
                            <a:schemeClr val="tx1"/>
                          </a:solidFill>
                        </a:rPr>
                      </a:br>
                      <a:r>
                        <a:rPr lang="en-US" dirty="0">
                          <a:solidFill>
                            <a:schemeClr val="tx1"/>
                          </a:solidFill>
                        </a:rPr>
                        <a:t>Watching wild animals with binoculars</a:t>
                      </a:r>
                    </a:p>
                    <a:p>
                      <a:endParaRPr lang="en-US" dirty="0">
                        <a:solidFill>
                          <a:schemeClr val="tx1"/>
                        </a:solidFill>
                      </a:endParaRPr>
                    </a:p>
                  </a:txBody>
                  <a:tcPr/>
                </a:tc>
                <a:tc>
                  <a:txBody>
                    <a:bodyPr/>
                    <a:lstStyle/>
                    <a:p>
                      <a:r>
                        <a:rPr lang="en-US" dirty="0">
                          <a:solidFill>
                            <a:schemeClr val="tx1"/>
                          </a:solidFill>
                        </a:rPr>
                        <a:t>-Very accurate representation of “real world” phenomena </a:t>
                      </a:r>
                      <a:br>
                        <a:rPr lang="en-US" dirty="0">
                          <a:solidFill>
                            <a:schemeClr val="tx1"/>
                          </a:solidFill>
                        </a:rPr>
                      </a:br>
                      <a:r>
                        <a:rPr lang="en-US" dirty="0">
                          <a:solidFill>
                            <a:schemeClr val="tx1"/>
                          </a:solidFill>
                        </a:rPr>
                        <a:t>-Can generalize to normal population well</a:t>
                      </a:r>
                    </a:p>
                    <a:p>
                      <a:endParaRPr lang="en-US" dirty="0">
                        <a:solidFill>
                          <a:schemeClr val="tx1"/>
                        </a:solidFill>
                      </a:endParaRPr>
                    </a:p>
                  </a:txBody>
                  <a:tcPr/>
                </a:tc>
                <a:tc>
                  <a:txBody>
                    <a:bodyPr/>
                    <a:lstStyle/>
                    <a:p>
                      <a:r>
                        <a:rPr lang="en-US" dirty="0">
                          <a:solidFill>
                            <a:schemeClr val="tx1"/>
                          </a:solidFill>
                        </a:rPr>
                        <a:t>-Very difficult to achieve without subjects realizing they are being studied</a:t>
                      </a:r>
                    </a:p>
                    <a:p>
                      <a:r>
                        <a:rPr lang="en-US" dirty="0">
                          <a:solidFill>
                            <a:schemeClr val="tx1"/>
                          </a:solidFill>
                        </a:rPr>
                        <a:t>-Very difficult to control (you may spend hours watching and still never see the behavior in question)</a:t>
                      </a:r>
                    </a:p>
                    <a:p>
                      <a:r>
                        <a:rPr lang="en-US" dirty="0">
                          <a:solidFill>
                            <a:schemeClr val="tx1"/>
                          </a:solidFill>
                        </a:rPr>
                        <a:t>-Requires lots of time, money, and luck</a:t>
                      </a:r>
                    </a:p>
                  </a:txBody>
                  <a:tcPr/>
                </a:tc>
                <a:extLst>
                  <a:ext uri="{0D108BD9-81ED-4DB2-BD59-A6C34878D82A}">
                    <a16:rowId xmlns:a16="http://schemas.microsoft.com/office/drawing/2014/main" val="1612638109"/>
                  </a:ext>
                </a:extLst>
              </a:tr>
            </a:tbl>
          </a:graphicData>
        </a:graphic>
      </p:graphicFrame>
      <p:sp>
        <p:nvSpPr>
          <p:cNvPr id="6" name="Slide Number Placeholder 5">
            <a:extLst>
              <a:ext uri="{FF2B5EF4-FFF2-40B4-BE49-F238E27FC236}">
                <a16:creationId xmlns:a16="http://schemas.microsoft.com/office/drawing/2014/main" id="{54159A4B-F9BD-E3E6-416E-ADE227184155}"/>
              </a:ext>
            </a:extLst>
          </p:cNvPr>
          <p:cNvSpPr>
            <a:spLocks noGrp="1"/>
          </p:cNvSpPr>
          <p:nvPr>
            <p:ph type="sldNum" sz="quarter" idx="4"/>
          </p:nvPr>
        </p:nvSpPr>
        <p:spPr/>
        <p:txBody>
          <a:bodyPr/>
          <a:lstStyle/>
          <a:p>
            <a:fld id="{294A09A9-5501-47C1-A89A-A340965A2BE2}" type="slidenum">
              <a:rPr lang="en-US" smtClean="0"/>
              <a:pPr/>
              <a:t>22</a:t>
            </a:fld>
            <a:endParaRPr lang="en-US" dirty="0"/>
          </a:p>
        </p:txBody>
      </p:sp>
    </p:spTree>
    <p:extLst>
      <p:ext uri="{BB962C8B-B14F-4D97-AF65-F5344CB8AC3E}">
        <p14:creationId xmlns:p14="http://schemas.microsoft.com/office/powerpoint/2010/main" val="37969944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0B885-6294-72A5-9A65-45A58E91CA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B63C40-D3D1-89BD-56F3-0D482B6FD62C}"/>
              </a:ext>
            </a:extLst>
          </p:cNvPr>
          <p:cNvSpPr>
            <a:spLocks noGrp="1"/>
          </p:cNvSpPr>
          <p:nvPr>
            <p:ph type="title"/>
          </p:nvPr>
        </p:nvSpPr>
        <p:spPr/>
        <p:txBody>
          <a:bodyPr/>
          <a:lstStyle/>
          <a:p>
            <a:r>
              <a:rPr lang="en-US" dirty="0"/>
              <a:t>Survey</a:t>
            </a:r>
          </a:p>
        </p:txBody>
      </p:sp>
      <p:sp>
        <p:nvSpPr>
          <p:cNvPr id="3" name="Content Placeholder 2">
            <a:extLst>
              <a:ext uri="{FF2B5EF4-FFF2-40B4-BE49-F238E27FC236}">
                <a16:creationId xmlns:a16="http://schemas.microsoft.com/office/drawing/2014/main" id="{4BFA8A14-1A69-9B93-4D0E-EF24DC4CB47E}"/>
              </a:ext>
            </a:extLst>
          </p:cNvPr>
          <p:cNvSpPr>
            <a:spLocks noGrp="1"/>
          </p:cNvSpPr>
          <p:nvPr>
            <p:ph sz="half" idx="13"/>
          </p:nvPr>
        </p:nvSpPr>
        <p:spPr>
          <a:xfrm>
            <a:off x="766353" y="2037806"/>
            <a:ext cx="3283133" cy="3296194"/>
          </a:xfrm>
        </p:spPr>
        <p:txBody>
          <a:bodyPr/>
          <a:lstStyle/>
          <a:p>
            <a:pPr marL="0" indent="0">
              <a:buNone/>
            </a:pPr>
            <a:r>
              <a:rPr lang="en-US" b="1" dirty="0"/>
              <a:t>Important Terms:</a:t>
            </a:r>
          </a:p>
          <a:p>
            <a:r>
              <a:rPr lang="en-US" sz="1600" b="1" dirty="0"/>
              <a:t>Population: </a:t>
            </a:r>
            <a:r>
              <a:rPr lang="en-US" sz="1600" dirty="0"/>
              <a:t>the group of people a researcher is interested in studying (e.g., college students)</a:t>
            </a:r>
          </a:p>
          <a:p>
            <a:r>
              <a:rPr lang="en-US" sz="1600" b="1" dirty="0"/>
              <a:t>Sample: </a:t>
            </a:r>
            <a:r>
              <a:rPr lang="en-US" sz="1600" dirty="0"/>
              <a:t>a subset of people from the population that the researcher can actually collect data from (e.g., a class of PSY 203 students at UNK)</a:t>
            </a:r>
          </a:p>
          <a:p>
            <a:endParaRPr lang="en-US" dirty="0"/>
          </a:p>
        </p:txBody>
      </p:sp>
      <p:graphicFrame>
        <p:nvGraphicFramePr>
          <p:cNvPr id="7" name="Content Placeholder 6">
            <a:extLst>
              <a:ext uri="{FF2B5EF4-FFF2-40B4-BE49-F238E27FC236}">
                <a16:creationId xmlns:a16="http://schemas.microsoft.com/office/drawing/2014/main" id="{237EA9F1-283F-FBB5-F0F4-F6E0CB3FECBD}"/>
              </a:ext>
            </a:extLst>
          </p:cNvPr>
          <p:cNvGraphicFramePr>
            <a:graphicFrameLocks noGrp="1"/>
          </p:cNvGraphicFramePr>
          <p:nvPr>
            <p:ph sz="half" idx="1"/>
            <p:extLst>
              <p:ext uri="{D42A27DB-BD31-4B8C-83A1-F6EECF244321}">
                <p14:modId xmlns:p14="http://schemas.microsoft.com/office/powerpoint/2010/main" val="394175506"/>
              </p:ext>
            </p:extLst>
          </p:nvPr>
        </p:nvGraphicFramePr>
        <p:xfrm>
          <a:off x="4637042" y="2037806"/>
          <a:ext cx="6626223" cy="3205480"/>
        </p:xfrm>
        <a:graphic>
          <a:graphicData uri="http://schemas.openxmlformats.org/drawingml/2006/table">
            <a:tbl>
              <a:tblPr firstRow="1" bandRow="1">
                <a:tableStyleId>{EB9631B5-78F2-41C9-869B-9F39066F8104}</a:tableStyleId>
              </a:tblPr>
              <a:tblGrid>
                <a:gridCol w="2904581">
                  <a:extLst>
                    <a:ext uri="{9D8B030D-6E8A-4147-A177-3AD203B41FA5}">
                      <a16:colId xmlns:a16="http://schemas.microsoft.com/office/drawing/2014/main" val="977083971"/>
                    </a:ext>
                  </a:extLst>
                </a:gridCol>
                <a:gridCol w="1898468">
                  <a:extLst>
                    <a:ext uri="{9D8B030D-6E8A-4147-A177-3AD203B41FA5}">
                      <a16:colId xmlns:a16="http://schemas.microsoft.com/office/drawing/2014/main" val="2251871649"/>
                    </a:ext>
                  </a:extLst>
                </a:gridCol>
                <a:gridCol w="1823174">
                  <a:extLst>
                    <a:ext uri="{9D8B030D-6E8A-4147-A177-3AD203B41FA5}">
                      <a16:colId xmlns:a16="http://schemas.microsoft.com/office/drawing/2014/main" val="2950985248"/>
                    </a:ext>
                  </a:extLst>
                </a:gridCol>
              </a:tblGrid>
              <a:tr h="370840">
                <a:tc>
                  <a:txBody>
                    <a:bodyPr/>
                    <a:lstStyle/>
                    <a:p>
                      <a:r>
                        <a:rPr lang="en-US" dirty="0">
                          <a:solidFill>
                            <a:schemeClr val="tx1"/>
                          </a:solidFill>
                        </a:rPr>
                        <a:t>Example</a:t>
                      </a:r>
                    </a:p>
                  </a:txBody>
                  <a:tcPr/>
                </a:tc>
                <a:tc>
                  <a:txBody>
                    <a:bodyPr/>
                    <a:lstStyle/>
                    <a:p>
                      <a:r>
                        <a:rPr lang="en-US" dirty="0">
                          <a:solidFill>
                            <a:schemeClr val="tx1"/>
                          </a:solidFill>
                        </a:rPr>
                        <a:t>Pros</a:t>
                      </a:r>
                    </a:p>
                  </a:txBody>
                  <a:tcPr/>
                </a:tc>
                <a:tc>
                  <a:txBody>
                    <a:bodyPr/>
                    <a:lstStyle/>
                    <a:p>
                      <a:r>
                        <a:rPr lang="en-US" dirty="0">
                          <a:solidFill>
                            <a:schemeClr val="tx1"/>
                          </a:solidFill>
                        </a:rPr>
                        <a:t>Cons</a:t>
                      </a:r>
                    </a:p>
                  </a:txBody>
                  <a:tcPr/>
                </a:tc>
                <a:extLst>
                  <a:ext uri="{0D108BD9-81ED-4DB2-BD59-A6C34878D82A}">
                    <a16:rowId xmlns:a16="http://schemas.microsoft.com/office/drawing/2014/main" val="1670583682"/>
                  </a:ext>
                </a:extLst>
              </a:tr>
              <a:tr h="370840">
                <a:tc>
                  <a:txBody>
                    <a:bodyPr/>
                    <a:lstStyle/>
                    <a:p>
                      <a:r>
                        <a:rPr lang="en-US" dirty="0">
                          <a:solidFill>
                            <a:schemeClr val="tx1"/>
                          </a:solidFill>
                        </a:rPr>
                        <a:t>-Family Feud</a:t>
                      </a:r>
                    </a:p>
                    <a:p>
                      <a:r>
                        <a:rPr lang="en-US" dirty="0">
                          <a:solidFill>
                            <a:schemeClr val="tx1"/>
                          </a:solidFill>
                        </a:rPr>
                        <a:t>-Customer satisfaction surveys</a:t>
                      </a:r>
                    </a:p>
                    <a:p>
                      <a:endParaRPr lang="en-US" dirty="0">
                        <a:solidFill>
                          <a:schemeClr val="tx1"/>
                        </a:solidFill>
                      </a:endParaRPr>
                    </a:p>
                  </a:txBody>
                  <a:tcPr/>
                </a:tc>
                <a:tc>
                  <a:txBody>
                    <a:bodyPr/>
                    <a:lstStyle/>
                    <a:p>
                      <a:r>
                        <a:rPr lang="en-US" dirty="0">
                          <a:solidFill>
                            <a:schemeClr val="tx1"/>
                          </a:solidFill>
                        </a:rPr>
                        <a:t>-Easier to get a large sample size that more accurately reflects diversity in the population</a:t>
                      </a:r>
                      <a:br>
                        <a:rPr lang="en-US" dirty="0">
                          <a:solidFill>
                            <a:schemeClr val="tx1"/>
                          </a:solidFill>
                        </a:rPr>
                      </a:br>
                      <a:r>
                        <a:rPr lang="en-US" dirty="0">
                          <a:solidFill>
                            <a:schemeClr val="tx1"/>
                          </a:solidFill>
                        </a:rPr>
                        <a:t>-Typically, a cost-efficient method</a:t>
                      </a:r>
                    </a:p>
                  </a:txBody>
                  <a:tcPr/>
                </a:tc>
                <a:tc>
                  <a:txBody>
                    <a:bodyPr/>
                    <a:lstStyle/>
                    <a:p>
                      <a:r>
                        <a:rPr lang="en-US" dirty="0">
                          <a:solidFill>
                            <a:schemeClr val="tx1"/>
                          </a:solidFill>
                        </a:rPr>
                        <a:t>-Less depth of information</a:t>
                      </a:r>
                      <a:br>
                        <a:rPr lang="en-US" dirty="0">
                          <a:solidFill>
                            <a:schemeClr val="tx1"/>
                          </a:solidFill>
                        </a:rPr>
                      </a:br>
                      <a:r>
                        <a:rPr lang="en-US" dirty="0">
                          <a:solidFill>
                            <a:schemeClr val="tx1"/>
                          </a:solidFill>
                        </a:rPr>
                        <a:t>-People can (and do) lie</a:t>
                      </a:r>
                    </a:p>
                  </a:txBody>
                  <a:tcPr/>
                </a:tc>
                <a:extLst>
                  <a:ext uri="{0D108BD9-81ED-4DB2-BD59-A6C34878D82A}">
                    <a16:rowId xmlns:a16="http://schemas.microsoft.com/office/drawing/2014/main" val="1612638109"/>
                  </a:ext>
                </a:extLst>
              </a:tr>
            </a:tbl>
          </a:graphicData>
        </a:graphic>
      </p:graphicFrame>
      <p:sp>
        <p:nvSpPr>
          <p:cNvPr id="6" name="Slide Number Placeholder 5">
            <a:extLst>
              <a:ext uri="{FF2B5EF4-FFF2-40B4-BE49-F238E27FC236}">
                <a16:creationId xmlns:a16="http://schemas.microsoft.com/office/drawing/2014/main" id="{858BB28E-B93B-F9EF-BE71-0C869B5CEB0D}"/>
              </a:ext>
            </a:extLst>
          </p:cNvPr>
          <p:cNvSpPr>
            <a:spLocks noGrp="1"/>
          </p:cNvSpPr>
          <p:nvPr>
            <p:ph type="sldNum" sz="quarter" idx="4"/>
          </p:nvPr>
        </p:nvSpPr>
        <p:spPr/>
        <p:txBody>
          <a:bodyPr/>
          <a:lstStyle/>
          <a:p>
            <a:fld id="{294A09A9-5501-47C1-A89A-A340965A2BE2}" type="slidenum">
              <a:rPr lang="en-US" smtClean="0"/>
              <a:pPr/>
              <a:t>23</a:t>
            </a:fld>
            <a:endParaRPr lang="en-US" dirty="0"/>
          </a:p>
        </p:txBody>
      </p:sp>
    </p:spTree>
    <p:extLst>
      <p:ext uri="{BB962C8B-B14F-4D97-AF65-F5344CB8AC3E}">
        <p14:creationId xmlns:p14="http://schemas.microsoft.com/office/powerpoint/2010/main" val="14243780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5B3CD-1B31-48CD-6298-EE2107F1FE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8ACC0-133C-1B72-91BE-9B99E4E30F5A}"/>
              </a:ext>
            </a:extLst>
          </p:cNvPr>
          <p:cNvSpPr>
            <a:spLocks noGrp="1"/>
          </p:cNvSpPr>
          <p:nvPr>
            <p:ph type="title"/>
          </p:nvPr>
        </p:nvSpPr>
        <p:spPr/>
        <p:txBody>
          <a:bodyPr/>
          <a:lstStyle/>
          <a:p>
            <a:r>
              <a:rPr lang="en-US" dirty="0"/>
              <a:t>Archival Research</a:t>
            </a:r>
          </a:p>
        </p:txBody>
      </p:sp>
      <p:sp>
        <p:nvSpPr>
          <p:cNvPr id="3" name="Content Placeholder 2">
            <a:extLst>
              <a:ext uri="{FF2B5EF4-FFF2-40B4-BE49-F238E27FC236}">
                <a16:creationId xmlns:a16="http://schemas.microsoft.com/office/drawing/2014/main" id="{82641192-9DAB-0971-E061-72EF91DB6937}"/>
              </a:ext>
            </a:extLst>
          </p:cNvPr>
          <p:cNvSpPr>
            <a:spLocks noGrp="1"/>
          </p:cNvSpPr>
          <p:nvPr>
            <p:ph sz="half" idx="13"/>
          </p:nvPr>
        </p:nvSpPr>
        <p:spPr>
          <a:xfrm>
            <a:off x="766353" y="2037806"/>
            <a:ext cx="3283133" cy="3296194"/>
          </a:xfrm>
        </p:spPr>
        <p:txBody>
          <a:bodyPr/>
          <a:lstStyle/>
          <a:p>
            <a:pPr marL="0" indent="0">
              <a:buNone/>
            </a:pPr>
            <a:r>
              <a:rPr lang="en-US" b="1" dirty="0"/>
              <a:t>Important Note:</a:t>
            </a:r>
          </a:p>
          <a:p>
            <a:r>
              <a:rPr lang="en-US" dirty="0"/>
              <a:t>Archival data refers to any pre-existing data. It can be 6 days old or 600 years old</a:t>
            </a:r>
          </a:p>
        </p:txBody>
      </p:sp>
      <p:graphicFrame>
        <p:nvGraphicFramePr>
          <p:cNvPr id="7" name="Content Placeholder 6">
            <a:extLst>
              <a:ext uri="{FF2B5EF4-FFF2-40B4-BE49-F238E27FC236}">
                <a16:creationId xmlns:a16="http://schemas.microsoft.com/office/drawing/2014/main" id="{177C4C32-9249-8053-5346-7A254C2768D7}"/>
              </a:ext>
            </a:extLst>
          </p:cNvPr>
          <p:cNvGraphicFramePr>
            <a:graphicFrameLocks noGrp="1"/>
          </p:cNvGraphicFramePr>
          <p:nvPr>
            <p:ph sz="half" idx="1"/>
            <p:extLst>
              <p:ext uri="{D42A27DB-BD31-4B8C-83A1-F6EECF244321}">
                <p14:modId xmlns:p14="http://schemas.microsoft.com/office/powerpoint/2010/main" val="2632846661"/>
              </p:ext>
            </p:extLst>
          </p:nvPr>
        </p:nvGraphicFramePr>
        <p:xfrm>
          <a:off x="4637042" y="2037806"/>
          <a:ext cx="6626223" cy="3479800"/>
        </p:xfrm>
        <a:graphic>
          <a:graphicData uri="http://schemas.openxmlformats.org/drawingml/2006/table">
            <a:tbl>
              <a:tblPr firstRow="1" bandRow="1">
                <a:tableStyleId>{EB9631B5-78F2-41C9-869B-9F39066F8104}</a:tableStyleId>
              </a:tblPr>
              <a:tblGrid>
                <a:gridCol w="1972764">
                  <a:extLst>
                    <a:ext uri="{9D8B030D-6E8A-4147-A177-3AD203B41FA5}">
                      <a16:colId xmlns:a16="http://schemas.microsoft.com/office/drawing/2014/main" val="977083971"/>
                    </a:ext>
                  </a:extLst>
                </a:gridCol>
                <a:gridCol w="1611085">
                  <a:extLst>
                    <a:ext uri="{9D8B030D-6E8A-4147-A177-3AD203B41FA5}">
                      <a16:colId xmlns:a16="http://schemas.microsoft.com/office/drawing/2014/main" val="2251871649"/>
                    </a:ext>
                  </a:extLst>
                </a:gridCol>
                <a:gridCol w="3042374">
                  <a:extLst>
                    <a:ext uri="{9D8B030D-6E8A-4147-A177-3AD203B41FA5}">
                      <a16:colId xmlns:a16="http://schemas.microsoft.com/office/drawing/2014/main" val="2950985248"/>
                    </a:ext>
                  </a:extLst>
                </a:gridCol>
              </a:tblGrid>
              <a:tr h="370840">
                <a:tc>
                  <a:txBody>
                    <a:bodyPr/>
                    <a:lstStyle/>
                    <a:p>
                      <a:r>
                        <a:rPr lang="en-US" dirty="0">
                          <a:solidFill>
                            <a:schemeClr val="tx1"/>
                          </a:solidFill>
                        </a:rPr>
                        <a:t>Example</a:t>
                      </a:r>
                    </a:p>
                  </a:txBody>
                  <a:tcPr/>
                </a:tc>
                <a:tc>
                  <a:txBody>
                    <a:bodyPr/>
                    <a:lstStyle/>
                    <a:p>
                      <a:r>
                        <a:rPr lang="en-US" dirty="0">
                          <a:solidFill>
                            <a:schemeClr val="tx1"/>
                          </a:solidFill>
                        </a:rPr>
                        <a:t>Pros</a:t>
                      </a:r>
                    </a:p>
                  </a:txBody>
                  <a:tcPr/>
                </a:tc>
                <a:tc>
                  <a:txBody>
                    <a:bodyPr/>
                    <a:lstStyle/>
                    <a:p>
                      <a:r>
                        <a:rPr lang="en-US" dirty="0">
                          <a:solidFill>
                            <a:schemeClr val="tx1"/>
                          </a:solidFill>
                        </a:rPr>
                        <a:t>Cons</a:t>
                      </a:r>
                    </a:p>
                  </a:txBody>
                  <a:tcPr/>
                </a:tc>
                <a:extLst>
                  <a:ext uri="{0D108BD9-81ED-4DB2-BD59-A6C34878D82A}">
                    <a16:rowId xmlns:a16="http://schemas.microsoft.com/office/drawing/2014/main" val="1670583682"/>
                  </a:ext>
                </a:extLst>
              </a:tr>
              <a:tr h="370840">
                <a:tc>
                  <a:txBody>
                    <a:bodyPr/>
                    <a:lstStyle/>
                    <a:p>
                      <a:r>
                        <a:rPr lang="en-US" dirty="0">
                          <a:solidFill>
                            <a:schemeClr val="tx1"/>
                          </a:solidFill>
                        </a:rPr>
                        <a:t>Pulling old student records to find patterns between course load, major, number of Q-drops, and GPA</a:t>
                      </a:r>
                    </a:p>
                    <a:p>
                      <a:endParaRPr lang="en-US" dirty="0">
                        <a:solidFill>
                          <a:schemeClr val="tx1"/>
                        </a:solidFill>
                      </a:endParaRPr>
                    </a:p>
                  </a:txBody>
                  <a:tcPr/>
                </a:tc>
                <a:tc>
                  <a:txBody>
                    <a:bodyPr/>
                    <a:lstStyle/>
                    <a:p>
                      <a:r>
                        <a:rPr lang="en-US" dirty="0">
                          <a:solidFill>
                            <a:schemeClr val="tx1"/>
                          </a:solidFill>
                        </a:rPr>
                        <a:t>-Less time and money</a:t>
                      </a:r>
                    </a:p>
                    <a:p>
                      <a:endParaRPr lang="en-US" dirty="0">
                        <a:solidFill>
                          <a:schemeClr val="tx1"/>
                        </a:solidFill>
                      </a:endParaRPr>
                    </a:p>
                  </a:txBody>
                  <a:tcPr/>
                </a:tc>
                <a:tc>
                  <a:txBody>
                    <a:bodyPr/>
                    <a:lstStyle/>
                    <a:p>
                      <a:r>
                        <a:rPr lang="en-US" dirty="0">
                          <a:solidFill>
                            <a:schemeClr val="tx1"/>
                          </a:solidFill>
                        </a:rPr>
                        <a:t>-No control over what information was originally collected</a:t>
                      </a:r>
                    </a:p>
                    <a:p>
                      <a:r>
                        <a:rPr lang="en-US" dirty="0">
                          <a:solidFill>
                            <a:schemeClr val="tx1"/>
                          </a:solidFill>
                        </a:rPr>
                        <a:t>-There may be inconsistencies between different sources, and some sources may not have collected all the categories you are interested in</a:t>
                      </a:r>
                    </a:p>
                    <a:p>
                      <a:endParaRPr lang="en-US" dirty="0">
                        <a:solidFill>
                          <a:schemeClr val="tx1"/>
                        </a:solidFill>
                      </a:endParaRPr>
                    </a:p>
                  </a:txBody>
                  <a:tcPr/>
                </a:tc>
                <a:extLst>
                  <a:ext uri="{0D108BD9-81ED-4DB2-BD59-A6C34878D82A}">
                    <a16:rowId xmlns:a16="http://schemas.microsoft.com/office/drawing/2014/main" val="1612638109"/>
                  </a:ext>
                </a:extLst>
              </a:tr>
            </a:tbl>
          </a:graphicData>
        </a:graphic>
      </p:graphicFrame>
      <p:sp>
        <p:nvSpPr>
          <p:cNvPr id="6" name="Slide Number Placeholder 5">
            <a:extLst>
              <a:ext uri="{FF2B5EF4-FFF2-40B4-BE49-F238E27FC236}">
                <a16:creationId xmlns:a16="http://schemas.microsoft.com/office/drawing/2014/main" id="{9ADD4E94-3792-6201-FC1B-C67263BCABEE}"/>
              </a:ext>
            </a:extLst>
          </p:cNvPr>
          <p:cNvSpPr>
            <a:spLocks noGrp="1"/>
          </p:cNvSpPr>
          <p:nvPr>
            <p:ph type="sldNum" sz="quarter" idx="4"/>
          </p:nvPr>
        </p:nvSpPr>
        <p:spPr/>
        <p:txBody>
          <a:bodyPr/>
          <a:lstStyle/>
          <a:p>
            <a:fld id="{294A09A9-5501-47C1-A89A-A340965A2BE2}" type="slidenum">
              <a:rPr lang="en-US" smtClean="0"/>
              <a:pPr/>
              <a:t>24</a:t>
            </a:fld>
            <a:endParaRPr lang="en-US" dirty="0"/>
          </a:p>
        </p:txBody>
      </p:sp>
    </p:spTree>
    <p:extLst>
      <p:ext uri="{BB962C8B-B14F-4D97-AF65-F5344CB8AC3E}">
        <p14:creationId xmlns:p14="http://schemas.microsoft.com/office/powerpoint/2010/main" val="1580510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3FAA1-E25D-296B-B5FF-8E9B2887F5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15B7E2-04F9-998F-1D27-E86DD60FFE83}"/>
              </a:ext>
            </a:extLst>
          </p:cNvPr>
          <p:cNvSpPr>
            <a:spLocks noGrp="1"/>
          </p:cNvSpPr>
          <p:nvPr>
            <p:ph type="title"/>
          </p:nvPr>
        </p:nvSpPr>
        <p:spPr/>
        <p:txBody>
          <a:bodyPr/>
          <a:lstStyle/>
          <a:p>
            <a:r>
              <a:rPr lang="en-US" dirty="0"/>
              <a:t>Longitudinal Research</a:t>
            </a:r>
          </a:p>
        </p:txBody>
      </p:sp>
      <p:sp>
        <p:nvSpPr>
          <p:cNvPr id="3" name="Content Placeholder 2">
            <a:extLst>
              <a:ext uri="{FF2B5EF4-FFF2-40B4-BE49-F238E27FC236}">
                <a16:creationId xmlns:a16="http://schemas.microsoft.com/office/drawing/2014/main" id="{57622342-1EA3-82F1-DC61-C46317642979}"/>
              </a:ext>
            </a:extLst>
          </p:cNvPr>
          <p:cNvSpPr>
            <a:spLocks noGrp="1"/>
          </p:cNvSpPr>
          <p:nvPr>
            <p:ph sz="half" idx="13"/>
          </p:nvPr>
        </p:nvSpPr>
        <p:spPr>
          <a:xfrm>
            <a:off x="766353" y="2037806"/>
            <a:ext cx="3283133" cy="3296194"/>
          </a:xfrm>
        </p:spPr>
        <p:txBody>
          <a:bodyPr/>
          <a:lstStyle/>
          <a:p>
            <a:pPr marL="0" indent="0">
              <a:buNone/>
            </a:pPr>
            <a:r>
              <a:rPr lang="en-US" b="1" dirty="0"/>
              <a:t>Important Note:</a:t>
            </a:r>
          </a:p>
          <a:p>
            <a:r>
              <a:rPr lang="en-US" dirty="0"/>
              <a:t>Longitudinal research can be correlation, experimental, or both</a:t>
            </a:r>
          </a:p>
        </p:txBody>
      </p:sp>
      <p:graphicFrame>
        <p:nvGraphicFramePr>
          <p:cNvPr id="7" name="Content Placeholder 6">
            <a:extLst>
              <a:ext uri="{FF2B5EF4-FFF2-40B4-BE49-F238E27FC236}">
                <a16:creationId xmlns:a16="http://schemas.microsoft.com/office/drawing/2014/main" id="{F56DA71A-1A28-D20C-004F-AEE10C317545}"/>
              </a:ext>
            </a:extLst>
          </p:cNvPr>
          <p:cNvGraphicFramePr>
            <a:graphicFrameLocks noGrp="1"/>
          </p:cNvGraphicFramePr>
          <p:nvPr>
            <p:ph sz="half" idx="1"/>
            <p:extLst>
              <p:ext uri="{D42A27DB-BD31-4B8C-83A1-F6EECF244321}">
                <p14:modId xmlns:p14="http://schemas.microsoft.com/office/powerpoint/2010/main" val="3217262213"/>
              </p:ext>
            </p:extLst>
          </p:nvPr>
        </p:nvGraphicFramePr>
        <p:xfrm>
          <a:off x="4637042" y="2037806"/>
          <a:ext cx="6626223" cy="2656840"/>
        </p:xfrm>
        <a:graphic>
          <a:graphicData uri="http://schemas.openxmlformats.org/drawingml/2006/table">
            <a:tbl>
              <a:tblPr firstRow="1" bandRow="1">
                <a:tableStyleId>{EB9631B5-78F2-41C9-869B-9F39066F8104}</a:tableStyleId>
              </a:tblPr>
              <a:tblGrid>
                <a:gridCol w="1972764">
                  <a:extLst>
                    <a:ext uri="{9D8B030D-6E8A-4147-A177-3AD203B41FA5}">
                      <a16:colId xmlns:a16="http://schemas.microsoft.com/office/drawing/2014/main" val="977083971"/>
                    </a:ext>
                  </a:extLst>
                </a:gridCol>
                <a:gridCol w="1611085">
                  <a:extLst>
                    <a:ext uri="{9D8B030D-6E8A-4147-A177-3AD203B41FA5}">
                      <a16:colId xmlns:a16="http://schemas.microsoft.com/office/drawing/2014/main" val="2251871649"/>
                    </a:ext>
                  </a:extLst>
                </a:gridCol>
                <a:gridCol w="3042374">
                  <a:extLst>
                    <a:ext uri="{9D8B030D-6E8A-4147-A177-3AD203B41FA5}">
                      <a16:colId xmlns:a16="http://schemas.microsoft.com/office/drawing/2014/main" val="2950985248"/>
                    </a:ext>
                  </a:extLst>
                </a:gridCol>
              </a:tblGrid>
              <a:tr h="370840">
                <a:tc>
                  <a:txBody>
                    <a:bodyPr/>
                    <a:lstStyle/>
                    <a:p>
                      <a:r>
                        <a:rPr lang="en-US" dirty="0">
                          <a:solidFill>
                            <a:schemeClr val="tx1"/>
                          </a:solidFill>
                        </a:rPr>
                        <a:t>Example</a:t>
                      </a:r>
                    </a:p>
                  </a:txBody>
                  <a:tcPr/>
                </a:tc>
                <a:tc>
                  <a:txBody>
                    <a:bodyPr/>
                    <a:lstStyle/>
                    <a:p>
                      <a:r>
                        <a:rPr lang="en-US" dirty="0">
                          <a:solidFill>
                            <a:schemeClr val="tx1"/>
                          </a:solidFill>
                        </a:rPr>
                        <a:t>Pros</a:t>
                      </a:r>
                    </a:p>
                  </a:txBody>
                  <a:tcPr/>
                </a:tc>
                <a:tc>
                  <a:txBody>
                    <a:bodyPr/>
                    <a:lstStyle/>
                    <a:p>
                      <a:r>
                        <a:rPr lang="en-US" dirty="0">
                          <a:solidFill>
                            <a:schemeClr val="tx1"/>
                          </a:solidFill>
                        </a:rPr>
                        <a:t>Cons</a:t>
                      </a:r>
                    </a:p>
                  </a:txBody>
                  <a:tcPr/>
                </a:tc>
                <a:extLst>
                  <a:ext uri="{0D108BD9-81ED-4DB2-BD59-A6C34878D82A}">
                    <a16:rowId xmlns:a16="http://schemas.microsoft.com/office/drawing/2014/main" val="1670583682"/>
                  </a:ext>
                </a:extLst>
              </a:tr>
              <a:tr h="370840">
                <a:tc>
                  <a:txBody>
                    <a:bodyPr/>
                    <a:lstStyle/>
                    <a:p>
                      <a:r>
                        <a:rPr lang="en-US" dirty="0">
                          <a:solidFill>
                            <a:schemeClr val="tx1"/>
                          </a:solidFill>
                        </a:rPr>
                        <a:t>Monitoring the reading skills of a group of children from preschool through college</a:t>
                      </a:r>
                    </a:p>
                    <a:p>
                      <a:endParaRPr lang="en-US" dirty="0">
                        <a:solidFill>
                          <a:schemeClr val="tx1"/>
                        </a:solidFill>
                      </a:endParaRPr>
                    </a:p>
                  </a:txBody>
                  <a:tcPr/>
                </a:tc>
                <a:tc>
                  <a:txBody>
                    <a:bodyPr/>
                    <a:lstStyle/>
                    <a:p>
                      <a:r>
                        <a:rPr lang="en-US" dirty="0">
                          <a:solidFill>
                            <a:schemeClr val="tx1"/>
                          </a:solidFill>
                        </a:rPr>
                        <a:t>-Shows the development between each time the individuals are retested</a:t>
                      </a:r>
                    </a:p>
                    <a:p>
                      <a:endParaRPr lang="en-US" dirty="0">
                        <a:solidFill>
                          <a:schemeClr val="tx1"/>
                        </a:solidFill>
                      </a:endParaRPr>
                    </a:p>
                  </a:txBody>
                  <a:tcPr/>
                </a:tc>
                <a:tc>
                  <a:txBody>
                    <a:bodyPr/>
                    <a:lstStyle/>
                    <a:p>
                      <a:r>
                        <a:rPr lang="en-US" dirty="0">
                          <a:solidFill>
                            <a:schemeClr val="tx1"/>
                          </a:solidFill>
                        </a:rPr>
                        <a:t>-Extremely time-consuming and expensive</a:t>
                      </a:r>
                    </a:p>
                    <a:p>
                      <a:r>
                        <a:rPr lang="en-US" dirty="0">
                          <a:solidFill>
                            <a:schemeClr val="tx1"/>
                          </a:solidFill>
                        </a:rPr>
                        <a:t>-Participants may drop out of the study/ lose contact with the researcher </a:t>
                      </a:r>
                    </a:p>
                  </a:txBody>
                  <a:tcPr/>
                </a:tc>
                <a:extLst>
                  <a:ext uri="{0D108BD9-81ED-4DB2-BD59-A6C34878D82A}">
                    <a16:rowId xmlns:a16="http://schemas.microsoft.com/office/drawing/2014/main" val="1612638109"/>
                  </a:ext>
                </a:extLst>
              </a:tr>
            </a:tbl>
          </a:graphicData>
        </a:graphic>
      </p:graphicFrame>
      <p:sp>
        <p:nvSpPr>
          <p:cNvPr id="6" name="Slide Number Placeholder 5">
            <a:extLst>
              <a:ext uri="{FF2B5EF4-FFF2-40B4-BE49-F238E27FC236}">
                <a16:creationId xmlns:a16="http://schemas.microsoft.com/office/drawing/2014/main" id="{CB717424-E7D5-6168-701B-78B7FCA7E3A7}"/>
              </a:ext>
            </a:extLst>
          </p:cNvPr>
          <p:cNvSpPr>
            <a:spLocks noGrp="1"/>
          </p:cNvSpPr>
          <p:nvPr>
            <p:ph type="sldNum" sz="quarter" idx="4"/>
          </p:nvPr>
        </p:nvSpPr>
        <p:spPr/>
        <p:txBody>
          <a:bodyPr/>
          <a:lstStyle/>
          <a:p>
            <a:fld id="{294A09A9-5501-47C1-A89A-A340965A2BE2}" type="slidenum">
              <a:rPr lang="en-US" smtClean="0"/>
              <a:pPr/>
              <a:t>25</a:t>
            </a:fld>
            <a:endParaRPr lang="en-US" dirty="0"/>
          </a:p>
        </p:txBody>
      </p:sp>
    </p:spTree>
    <p:extLst>
      <p:ext uri="{BB962C8B-B14F-4D97-AF65-F5344CB8AC3E}">
        <p14:creationId xmlns:p14="http://schemas.microsoft.com/office/powerpoint/2010/main" val="28803722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8A2B2-88FC-9F27-DC62-EE993C89C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ACE663-1016-7C7D-4862-82DBB82621C8}"/>
              </a:ext>
            </a:extLst>
          </p:cNvPr>
          <p:cNvSpPr>
            <a:spLocks noGrp="1"/>
          </p:cNvSpPr>
          <p:nvPr>
            <p:ph type="title"/>
          </p:nvPr>
        </p:nvSpPr>
        <p:spPr/>
        <p:txBody>
          <a:bodyPr/>
          <a:lstStyle/>
          <a:p>
            <a:r>
              <a:rPr lang="en-US" dirty="0"/>
              <a:t>Cross-Sectional Research</a:t>
            </a:r>
          </a:p>
        </p:txBody>
      </p:sp>
      <p:sp>
        <p:nvSpPr>
          <p:cNvPr id="3" name="Content Placeholder 2">
            <a:extLst>
              <a:ext uri="{FF2B5EF4-FFF2-40B4-BE49-F238E27FC236}">
                <a16:creationId xmlns:a16="http://schemas.microsoft.com/office/drawing/2014/main" id="{56C8CABC-0C7C-B31E-83B8-0E228EBAAE66}"/>
              </a:ext>
            </a:extLst>
          </p:cNvPr>
          <p:cNvSpPr>
            <a:spLocks noGrp="1"/>
          </p:cNvSpPr>
          <p:nvPr>
            <p:ph sz="half" idx="13"/>
          </p:nvPr>
        </p:nvSpPr>
        <p:spPr>
          <a:xfrm>
            <a:off x="766353" y="2037806"/>
            <a:ext cx="3283133" cy="3296194"/>
          </a:xfrm>
        </p:spPr>
        <p:txBody>
          <a:bodyPr/>
          <a:lstStyle/>
          <a:p>
            <a:pPr marL="0" indent="0">
              <a:buNone/>
            </a:pPr>
            <a:r>
              <a:rPr lang="en-US" b="1" dirty="0"/>
              <a:t>Important Terms:</a:t>
            </a:r>
          </a:p>
          <a:p>
            <a:r>
              <a:rPr lang="en-US" sz="1600" b="1" dirty="0"/>
              <a:t>Cohort: </a:t>
            </a:r>
            <a:r>
              <a:rPr lang="en-US" sz="1600" dirty="0"/>
              <a:t>a group of people sharing a certain characteristic experience (e.g., a generation)</a:t>
            </a:r>
          </a:p>
          <a:p>
            <a:endParaRPr lang="en-US" dirty="0"/>
          </a:p>
        </p:txBody>
      </p:sp>
      <p:graphicFrame>
        <p:nvGraphicFramePr>
          <p:cNvPr id="7" name="Content Placeholder 6">
            <a:extLst>
              <a:ext uri="{FF2B5EF4-FFF2-40B4-BE49-F238E27FC236}">
                <a16:creationId xmlns:a16="http://schemas.microsoft.com/office/drawing/2014/main" id="{2CD0DBB8-4D36-338D-9161-7312AFDF9488}"/>
              </a:ext>
            </a:extLst>
          </p:cNvPr>
          <p:cNvGraphicFramePr>
            <a:graphicFrameLocks noGrp="1"/>
          </p:cNvGraphicFramePr>
          <p:nvPr>
            <p:ph sz="half" idx="1"/>
            <p:extLst>
              <p:ext uri="{D42A27DB-BD31-4B8C-83A1-F6EECF244321}">
                <p14:modId xmlns:p14="http://schemas.microsoft.com/office/powerpoint/2010/main" val="2657557591"/>
              </p:ext>
            </p:extLst>
          </p:nvPr>
        </p:nvGraphicFramePr>
        <p:xfrm>
          <a:off x="4637042" y="2037806"/>
          <a:ext cx="6626223" cy="3479800"/>
        </p:xfrm>
        <a:graphic>
          <a:graphicData uri="http://schemas.openxmlformats.org/drawingml/2006/table">
            <a:tbl>
              <a:tblPr firstRow="1" bandRow="1">
                <a:tableStyleId>{EB9631B5-78F2-41C9-869B-9F39066F8104}</a:tableStyleId>
              </a:tblPr>
              <a:tblGrid>
                <a:gridCol w="2904581">
                  <a:extLst>
                    <a:ext uri="{9D8B030D-6E8A-4147-A177-3AD203B41FA5}">
                      <a16:colId xmlns:a16="http://schemas.microsoft.com/office/drawing/2014/main" val="977083971"/>
                    </a:ext>
                  </a:extLst>
                </a:gridCol>
                <a:gridCol w="1898468">
                  <a:extLst>
                    <a:ext uri="{9D8B030D-6E8A-4147-A177-3AD203B41FA5}">
                      <a16:colId xmlns:a16="http://schemas.microsoft.com/office/drawing/2014/main" val="2251871649"/>
                    </a:ext>
                  </a:extLst>
                </a:gridCol>
                <a:gridCol w="1823174">
                  <a:extLst>
                    <a:ext uri="{9D8B030D-6E8A-4147-A177-3AD203B41FA5}">
                      <a16:colId xmlns:a16="http://schemas.microsoft.com/office/drawing/2014/main" val="2950985248"/>
                    </a:ext>
                  </a:extLst>
                </a:gridCol>
              </a:tblGrid>
              <a:tr h="370840">
                <a:tc>
                  <a:txBody>
                    <a:bodyPr/>
                    <a:lstStyle/>
                    <a:p>
                      <a:r>
                        <a:rPr lang="en-US" dirty="0">
                          <a:solidFill>
                            <a:schemeClr val="tx1"/>
                          </a:solidFill>
                        </a:rPr>
                        <a:t>Example</a:t>
                      </a:r>
                    </a:p>
                  </a:txBody>
                  <a:tcPr/>
                </a:tc>
                <a:tc>
                  <a:txBody>
                    <a:bodyPr/>
                    <a:lstStyle/>
                    <a:p>
                      <a:r>
                        <a:rPr lang="en-US" dirty="0">
                          <a:solidFill>
                            <a:schemeClr val="tx1"/>
                          </a:solidFill>
                        </a:rPr>
                        <a:t>Pros</a:t>
                      </a:r>
                    </a:p>
                  </a:txBody>
                  <a:tcPr/>
                </a:tc>
                <a:tc>
                  <a:txBody>
                    <a:bodyPr/>
                    <a:lstStyle/>
                    <a:p>
                      <a:r>
                        <a:rPr lang="en-US" dirty="0">
                          <a:solidFill>
                            <a:schemeClr val="tx1"/>
                          </a:solidFill>
                        </a:rPr>
                        <a:t>Cons</a:t>
                      </a:r>
                    </a:p>
                  </a:txBody>
                  <a:tcPr/>
                </a:tc>
                <a:extLst>
                  <a:ext uri="{0D108BD9-81ED-4DB2-BD59-A6C34878D82A}">
                    <a16:rowId xmlns:a16="http://schemas.microsoft.com/office/drawing/2014/main" val="1670583682"/>
                  </a:ext>
                </a:extLst>
              </a:tr>
              <a:tr h="370840">
                <a:tc>
                  <a:txBody>
                    <a:bodyPr/>
                    <a:lstStyle/>
                    <a:p>
                      <a:r>
                        <a:rPr lang="en-US" dirty="0">
                          <a:solidFill>
                            <a:schemeClr val="tx1"/>
                          </a:solidFill>
                        </a:rPr>
                        <a:t>Comparing the opinions on same-sex marriage between different generations</a:t>
                      </a:r>
                    </a:p>
                    <a:p>
                      <a:endParaRPr lang="en-US" dirty="0">
                        <a:solidFill>
                          <a:schemeClr val="tx1"/>
                        </a:solidFill>
                      </a:endParaRPr>
                    </a:p>
                  </a:txBody>
                  <a:tcPr/>
                </a:tc>
                <a:tc>
                  <a:txBody>
                    <a:bodyPr/>
                    <a:lstStyle/>
                    <a:p>
                      <a:r>
                        <a:rPr lang="en-US" dirty="0">
                          <a:solidFill>
                            <a:schemeClr val="tx1"/>
                          </a:solidFill>
                        </a:rPr>
                        <a:t>-Can be less of a time investment than longitudinal studies (some cross-sectional studies are longitudinal though)</a:t>
                      </a:r>
                    </a:p>
                    <a:p>
                      <a:endParaRPr lang="en-US" dirty="0">
                        <a:solidFill>
                          <a:schemeClr val="tx1"/>
                        </a:solidFill>
                      </a:endParaRPr>
                    </a:p>
                  </a:txBody>
                  <a:tcPr/>
                </a:tc>
                <a:tc>
                  <a:txBody>
                    <a:bodyPr/>
                    <a:lstStyle/>
                    <a:p>
                      <a:r>
                        <a:rPr lang="en-US" dirty="0">
                          <a:solidFill>
                            <a:schemeClr val="tx1"/>
                          </a:solidFill>
                        </a:rPr>
                        <a:t>-Differences may be due to social or environmental factors one group experienced, rather than a difference between ages</a:t>
                      </a:r>
                    </a:p>
                    <a:p>
                      <a:endParaRPr lang="en-US" dirty="0">
                        <a:solidFill>
                          <a:schemeClr val="tx1"/>
                        </a:solidFill>
                      </a:endParaRPr>
                    </a:p>
                  </a:txBody>
                  <a:tcPr/>
                </a:tc>
                <a:extLst>
                  <a:ext uri="{0D108BD9-81ED-4DB2-BD59-A6C34878D82A}">
                    <a16:rowId xmlns:a16="http://schemas.microsoft.com/office/drawing/2014/main" val="1612638109"/>
                  </a:ext>
                </a:extLst>
              </a:tr>
            </a:tbl>
          </a:graphicData>
        </a:graphic>
      </p:graphicFrame>
      <p:sp>
        <p:nvSpPr>
          <p:cNvPr id="6" name="Slide Number Placeholder 5">
            <a:extLst>
              <a:ext uri="{FF2B5EF4-FFF2-40B4-BE49-F238E27FC236}">
                <a16:creationId xmlns:a16="http://schemas.microsoft.com/office/drawing/2014/main" id="{2427B528-FC0E-5108-11A6-D5C76CA83706}"/>
              </a:ext>
            </a:extLst>
          </p:cNvPr>
          <p:cNvSpPr>
            <a:spLocks noGrp="1"/>
          </p:cNvSpPr>
          <p:nvPr>
            <p:ph type="sldNum" sz="quarter" idx="4"/>
          </p:nvPr>
        </p:nvSpPr>
        <p:spPr/>
        <p:txBody>
          <a:bodyPr/>
          <a:lstStyle/>
          <a:p>
            <a:fld id="{294A09A9-5501-47C1-A89A-A340965A2BE2}" type="slidenum">
              <a:rPr lang="en-US" smtClean="0"/>
              <a:pPr/>
              <a:t>26</a:t>
            </a:fld>
            <a:endParaRPr lang="en-US" dirty="0"/>
          </a:p>
        </p:txBody>
      </p:sp>
    </p:spTree>
    <p:extLst>
      <p:ext uri="{BB962C8B-B14F-4D97-AF65-F5344CB8AC3E}">
        <p14:creationId xmlns:p14="http://schemas.microsoft.com/office/powerpoint/2010/main" val="32085469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1A4C7-F01C-5AC3-B59C-E9385DD4A04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D51D3EC-37AB-41CE-0070-ECAC34DDEF0A}"/>
              </a:ext>
            </a:extLst>
          </p:cNvPr>
          <p:cNvSpPr>
            <a:spLocks noGrp="1"/>
          </p:cNvSpPr>
          <p:nvPr>
            <p:ph type="sldNum" sz="quarter" idx="4"/>
          </p:nvPr>
        </p:nvSpPr>
        <p:spPr/>
        <p:txBody>
          <a:bodyPr/>
          <a:lstStyle/>
          <a:p>
            <a:fld id="{294A09A9-5501-47C1-A89A-A340965A2BE2}" type="slidenum">
              <a:rPr lang="en-US" smtClean="0"/>
              <a:pPr/>
              <a:t>27</a:t>
            </a:fld>
            <a:endParaRPr lang="en-US" dirty="0"/>
          </a:p>
        </p:txBody>
      </p:sp>
      <p:sp>
        <p:nvSpPr>
          <p:cNvPr id="8" name="Title 2">
            <a:extLst>
              <a:ext uri="{FF2B5EF4-FFF2-40B4-BE49-F238E27FC236}">
                <a16:creationId xmlns:a16="http://schemas.microsoft.com/office/drawing/2014/main" id="{2BDAB4A9-A4C3-97CD-ABDB-B69B61291F6A}"/>
              </a:ext>
            </a:extLst>
          </p:cNvPr>
          <p:cNvSpPr txBox="1">
            <a:spLocks/>
          </p:cNvSpPr>
          <p:nvPr/>
        </p:nvSpPr>
        <p:spPr>
          <a:xfrm>
            <a:off x="1324047" y="2769465"/>
            <a:ext cx="8062912" cy="65953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Ethics &amp; Considerations</a:t>
            </a:r>
          </a:p>
        </p:txBody>
      </p:sp>
    </p:spTree>
    <p:extLst>
      <p:ext uri="{BB962C8B-B14F-4D97-AF65-F5344CB8AC3E}">
        <p14:creationId xmlns:p14="http://schemas.microsoft.com/office/powerpoint/2010/main" val="9357180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24DB-88BD-1C3A-0A87-3B13930DA5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10D382-3964-A04B-3390-F1CE52F1FF44}"/>
              </a:ext>
            </a:extLst>
          </p:cNvPr>
          <p:cNvSpPr>
            <a:spLocks noGrp="1"/>
          </p:cNvSpPr>
          <p:nvPr>
            <p:ph type="title"/>
          </p:nvPr>
        </p:nvSpPr>
        <p:spPr/>
        <p:txBody>
          <a:bodyPr/>
          <a:lstStyle/>
          <a:p>
            <a:r>
              <a:rPr lang="en-US" dirty="0"/>
              <a:t>Ethical Oversight to Prevent Ethical Oversight</a:t>
            </a:r>
          </a:p>
        </p:txBody>
      </p:sp>
      <p:sp>
        <p:nvSpPr>
          <p:cNvPr id="3" name="Text Placeholder 2">
            <a:extLst>
              <a:ext uri="{FF2B5EF4-FFF2-40B4-BE49-F238E27FC236}">
                <a16:creationId xmlns:a16="http://schemas.microsoft.com/office/drawing/2014/main" id="{7644137F-5387-DCA4-1657-4CD7407025AF}"/>
              </a:ext>
            </a:extLst>
          </p:cNvPr>
          <p:cNvSpPr>
            <a:spLocks noGrp="1"/>
          </p:cNvSpPr>
          <p:nvPr>
            <p:ph type="body" sz="quarter" idx="10"/>
          </p:nvPr>
        </p:nvSpPr>
        <p:spPr/>
        <p:txBody>
          <a:bodyPr/>
          <a:lstStyle/>
          <a:p>
            <a:r>
              <a:rPr lang="en-US" dirty="0"/>
              <a:t>An institutional review board (IRB) must assess the possible harm to any participants before an experiment can begin, and the research can only proceed with the IRB’s approval. </a:t>
            </a:r>
          </a:p>
          <a:p>
            <a:r>
              <a:rPr lang="en-US" dirty="0"/>
              <a:t>Similarly, an Institutional Animal Care and Use Committee (IACUC) reviews any cases involving animals, to ensure ethical standards are maintained.</a:t>
            </a:r>
          </a:p>
          <a:p>
            <a:r>
              <a:rPr lang="en-US" dirty="0"/>
              <a:t>There are a variety of procedures and paperwork in place to protect participants.</a:t>
            </a:r>
          </a:p>
          <a:p>
            <a:pPr lvl="1"/>
            <a:r>
              <a:rPr lang="en-US" dirty="0"/>
              <a:t>Informed consent</a:t>
            </a:r>
          </a:p>
          <a:p>
            <a:pPr lvl="1"/>
            <a:r>
              <a:rPr lang="en-US" dirty="0"/>
              <a:t>Debriefing (especially when deception is involved)</a:t>
            </a:r>
          </a:p>
          <a:p>
            <a:r>
              <a:rPr lang="en-US" dirty="0"/>
              <a:t>Unfortunately, a lot of protections in place now are a direct result of unethical choices in the past</a:t>
            </a:r>
          </a:p>
          <a:p>
            <a:pPr lvl="1"/>
            <a:endParaRPr lang="en-US" dirty="0"/>
          </a:p>
        </p:txBody>
      </p:sp>
      <p:sp>
        <p:nvSpPr>
          <p:cNvPr id="5" name="Slide Number Placeholder 4">
            <a:extLst>
              <a:ext uri="{FF2B5EF4-FFF2-40B4-BE49-F238E27FC236}">
                <a16:creationId xmlns:a16="http://schemas.microsoft.com/office/drawing/2014/main" id="{EF578326-74DB-3763-B2BC-F946684BA6B7}"/>
              </a:ext>
            </a:extLst>
          </p:cNvPr>
          <p:cNvSpPr>
            <a:spLocks noGrp="1"/>
          </p:cNvSpPr>
          <p:nvPr>
            <p:ph type="sldNum" sz="quarter" idx="4"/>
          </p:nvPr>
        </p:nvSpPr>
        <p:spPr/>
        <p:txBody>
          <a:bodyPr/>
          <a:lstStyle/>
          <a:p>
            <a:fld id="{294A09A9-5501-47C1-A89A-A340965A2BE2}" type="slidenum">
              <a:rPr lang="en-US" smtClean="0"/>
              <a:pPr/>
              <a:t>28</a:t>
            </a:fld>
            <a:endParaRPr lang="en-US" dirty="0"/>
          </a:p>
        </p:txBody>
      </p:sp>
    </p:spTree>
    <p:extLst>
      <p:ext uri="{BB962C8B-B14F-4D97-AF65-F5344CB8AC3E}">
        <p14:creationId xmlns:p14="http://schemas.microsoft.com/office/powerpoint/2010/main" val="10857247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E25E7-83D5-ACCC-5538-F8A639160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3BEAB-6740-22D6-95B1-8BA881F8CE1D}"/>
              </a:ext>
            </a:extLst>
          </p:cNvPr>
          <p:cNvSpPr>
            <a:spLocks noGrp="1"/>
          </p:cNvSpPr>
          <p:nvPr>
            <p:ph type="title"/>
          </p:nvPr>
        </p:nvSpPr>
        <p:spPr/>
        <p:txBody>
          <a:bodyPr/>
          <a:lstStyle/>
          <a:p>
            <a:r>
              <a:rPr lang="en-US" dirty="0"/>
              <a:t>Little Albert</a:t>
            </a:r>
          </a:p>
        </p:txBody>
      </p:sp>
      <p:sp>
        <p:nvSpPr>
          <p:cNvPr id="5" name="Slide Number Placeholder 4">
            <a:extLst>
              <a:ext uri="{FF2B5EF4-FFF2-40B4-BE49-F238E27FC236}">
                <a16:creationId xmlns:a16="http://schemas.microsoft.com/office/drawing/2014/main" id="{3CA88616-0516-5981-1792-F95ABCCFF35D}"/>
              </a:ext>
            </a:extLst>
          </p:cNvPr>
          <p:cNvSpPr>
            <a:spLocks noGrp="1"/>
          </p:cNvSpPr>
          <p:nvPr>
            <p:ph type="sldNum" sz="quarter" idx="4"/>
          </p:nvPr>
        </p:nvSpPr>
        <p:spPr/>
        <p:txBody>
          <a:bodyPr/>
          <a:lstStyle/>
          <a:p>
            <a:fld id="{294A09A9-5501-47C1-A89A-A340965A2BE2}" type="slidenum">
              <a:rPr lang="en-US" smtClean="0"/>
              <a:pPr/>
              <a:t>29</a:t>
            </a:fld>
            <a:endParaRPr lang="en-US" dirty="0"/>
          </a:p>
        </p:txBody>
      </p:sp>
      <p:pic>
        <p:nvPicPr>
          <p:cNvPr id="12" name="Google Shape;261;p61" descr="a picture depicting little Albert crying in response to a rabbit">
            <a:extLst>
              <a:ext uri="{FF2B5EF4-FFF2-40B4-BE49-F238E27FC236}">
                <a16:creationId xmlns:a16="http://schemas.microsoft.com/office/drawing/2014/main" id="{B5BD6766-CD4A-DC4A-E489-A7205F67A076}"/>
              </a:ext>
            </a:extLst>
          </p:cNvPr>
          <p:cNvPicPr preferRelativeResize="0">
            <a:picLocks noGrp="1"/>
          </p:cNvPicPr>
          <p:nvPr>
            <p:ph sz="half" idx="14"/>
          </p:nvPr>
        </p:nvPicPr>
        <p:blipFill rotWithShape="1">
          <a:blip r:embed="rId3">
            <a:alphaModFix/>
          </a:blip>
          <a:srcRect/>
          <a:stretch/>
        </p:blipFill>
        <p:spPr>
          <a:xfrm>
            <a:off x="1192438" y="2343150"/>
            <a:ext cx="4266748" cy="2995613"/>
          </a:xfrm>
          <a:prstGeom prst="rect">
            <a:avLst/>
          </a:prstGeom>
          <a:noFill/>
          <a:ln>
            <a:noFill/>
          </a:ln>
        </p:spPr>
      </p:pic>
      <p:pic>
        <p:nvPicPr>
          <p:cNvPr id="15" name="Google Shape;262;p61" descr="A picture of little Albert being afraid of a rabbit mask">
            <a:extLst>
              <a:ext uri="{FF2B5EF4-FFF2-40B4-BE49-F238E27FC236}">
                <a16:creationId xmlns:a16="http://schemas.microsoft.com/office/drawing/2014/main" id="{A88D2B99-0A37-A954-1F28-5AD6BDE7EA8F}"/>
              </a:ext>
            </a:extLst>
          </p:cNvPr>
          <p:cNvPicPr preferRelativeResize="0">
            <a:picLocks noGrp="1"/>
          </p:cNvPicPr>
          <p:nvPr>
            <p:ph sz="half" idx="15"/>
          </p:nvPr>
        </p:nvPicPr>
        <p:blipFill rotWithShape="1">
          <a:blip r:embed="rId4">
            <a:alphaModFix/>
          </a:blip>
          <a:srcRect/>
          <a:stretch/>
        </p:blipFill>
        <p:spPr>
          <a:xfrm>
            <a:off x="7437437" y="2343150"/>
            <a:ext cx="2990850" cy="2990850"/>
          </a:xfrm>
          <a:prstGeom prst="rect">
            <a:avLst/>
          </a:prstGeom>
          <a:noFill/>
          <a:ln>
            <a:noFill/>
          </a:ln>
        </p:spPr>
      </p:pic>
    </p:spTree>
    <p:extLst>
      <p:ext uri="{BB962C8B-B14F-4D97-AF65-F5344CB8AC3E}">
        <p14:creationId xmlns:p14="http://schemas.microsoft.com/office/powerpoint/2010/main" val="11763552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D741C-031B-261E-C6A2-7DB055FCE96D}"/>
              </a:ext>
            </a:extLst>
          </p:cNvPr>
          <p:cNvSpPr>
            <a:spLocks noGrp="1"/>
          </p:cNvSpPr>
          <p:nvPr>
            <p:ph type="title"/>
          </p:nvPr>
        </p:nvSpPr>
        <p:spPr/>
        <p:txBody>
          <a:bodyPr/>
          <a:lstStyle/>
          <a:p>
            <a:r>
              <a:rPr lang="en-US" dirty="0"/>
              <a:t>The Milgram Study</a:t>
            </a:r>
          </a:p>
        </p:txBody>
      </p:sp>
      <p:sp>
        <p:nvSpPr>
          <p:cNvPr id="7" name="Content Placeholder 6">
            <a:extLst>
              <a:ext uri="{FF2B5EF4-FFF2-40B4-BE49-F238E27FC236}">
                <a16:creationId xmlns:a16="http://schemas.microsoft.com/office/drawing/2014/main" id="{9D3C99EE-C815-4F4A-CB1B-B5E34CA7B878}"/>
              </a:ext>
            </a:extLst>
          </p:cNvPr>
          <p:cNvSpPr>
            <a:spLocks noGrp="1"/>
          </p:cNvSpPr>
          <p:nvPr>
            <p:ph sz="half" idx="13"/>
          </p:nvPr>
        </p:nvSpPr>
        <p:spPr/>
        <p:txBody>
          <a:bodyPr/>
          <a:lstStyle/>
          <a:p>
            <a:pPr marL="0" lvl="1" indent="0">
              <a:lnSpc>
                <a:spcPct val="100000"/>
              </a:lnSpc>
              <a:spcBef>
                <a:spcPts val="0"/>
              </a:spcBef>
              <a:buNone/>
            </a:pPr>
            <a:r>
              <a:rPr lang="en-US" sz="1400" dirty="0">
                <a:solidFill>
                  <a:srgbClr val="000000"/>
                </a:solidFill>
                <a:latin typeface="Arial"/>
                <a:ea typeface="Arial"/>
                <a:cs typeface="Arial"/>
                <a:sym typeface="Arial"/>
              </a:rPr>
              <a:t>Prod 1: Please continue. or Please go on. </a:t>
            </a:r>
            <a:endParaRPr lang="en-US" dirty="0"/>
          </a:p>
          <a:p>
            <a:pPr marL="0" lvl="1" indent="0">
              <a:lnSpc>
                <a:spcPct val="100000"/>
              </a:lnSpc>
              <a:spcBef>
                <a:spcPts val="0"/>
              </a:spcBef>
              <a:buNone/>
            </a:pPr>
            <a:r>
              <a:rPr lang="en-US" sz="1400" dirty="0">
                <a:solidFill>
                  <a:srgbClr val="000000"/>
                </a:solidFill>
                <a:latin typeface="Arial"/>
                <a:ea typeface="Arial"/>
                <a:cs typeface="Arial"/>
                <a:sym typeface="Arial"/>
              </a:rPr>
              <a:t>Prod 2: The experiment requires that you continue. </a:t>
            </a:r>
            <a:endParaRPr lang="en-US" dirty="0"/>
          </a:p>
          <a:p>
            <a:pPr marL="0" lvl="1" indent="0">
              <a:lnSpc>
                <a:spcPct val="100000"/>
              </a:lnSpc>
              <a:spcBef>
                <a:spcPts val="0"/>
              </a:spcBef>
              <a:buNone/>
            </a:pPr>
            <a:r>
              <a:rPr lang="en-US" sz="1400" dirty="0">
                <a:solidFill>
                  <a:srgbClr val="000000"/>
                </a:solidFill>
                <a:latin typeface="Arial"/>
                <a:ea typeface="Arial"/>
                <a:cs typeface="Arial"/>
                <a:sym typeface="Arial"/>
              </a:rPr>
              <a:t>Prod 3: It is absolutely essential that you continue. </a:t>
            </a:r>
            <a:endParaRPr lang="en-US" dirty="0"/>
          </a:p>
          <a:p>
            <a:pPr marL="0" lvl="1" indent="0">
              <a:lnSpc>
                <a:spcPct val="100000"/>
              </a:lnSpc>
              <a:spcBef>
                <a:spcPts val="0"/>
              </a:spcBef>
              <a:buNone/>
            </a:pPr>
            <a:r>
              <a:rPr lang="en-US" sz="1400" dirty="0">
                <a:solidFill>
                  <a:srgbClr val="000000"/>
                </a:solidFill>
                <a:latin typeface="Arial"/>
                <a:ea typeface="Arial"/>
                <a:cs typeface="Arial"/>
                <a:sym typeface="Arial"/>
              </a:rPr>
              <a:t>Prod 4: You have no other choice, you must go on.</a:t>
            </a:r>
            <a:endParaRPr lang="en-US" dirty="0"/>
          </a:p>
          <a:p>
            <a:endParaRPr lang="en-US" dirty="0"/>
          </a:p>
        </p:txBody>
      </p:sp>
      <p:sp>
        <p:nvSpPr>
          <p:cNvPr id="5" name="Slide Number Placeholder 4">
            <a:extLst>
              <a:ext uri="{FF2B5EF4-FFF2-40B4-BE49-F238E27FC236}">
                <a16:creationId xmlns:a16="http://schemas.microsoft.com/office/drawing/2014/main" id="{3F94E72D-7A51-B4BA-82ED-0B8E9DA63EE0}"/>
              </a:ext>
            </a:extLst>
          </p:cNvPr>
          <p:cNvSpPr>
            <a:spLocks noGrp="1"/>
          </p:cNvSpPr>
          <p:nvPr>
            <p:ph type="sldNum" sz="quarter" idx="4"/>
          </p:nvPr>
        </p:nvSpPr>
        <p:spPr/>
        <p:txBody>
          <a:bodyPr/>
          <a:lstStyle/>
          <a:p>
            <a:fld id="{294A09A9-5501-47C1-A89A-A340965A2BE2}" type="slidenum">
              <a:rPr lang="en-US" smtClean="0"/>
              <a:pPr/>
              <a:t>30</a:t>
            </a:fld>
            <a:endParaRPr lang="en-US" dirty="0"/>
          </a:p>
        </p:txBody>
      </p:sp>
      <p:pic>
        <p:nvPicPr>
          <p:cNvPr id="8" name="Google Shape;276;p63" descr="A picture of the Milgram study depicting the shock box, which participants thought was causing the other person to be shocked">
            <a:extLst>
              <a:ext uri="{FF2B5EF4-FFF2-40B4-BE49-F238E27FC236}">
                <a16:creationId xmlns:a16="http://schemas.microsoft.com/office/drawing/2014/main" id="{C5870311-40B0-B3A6-39FB-D878FD890897}"/>
              </a:ext>
            </a:extLst>
          </p:cNvPr>
          <p:cNvPicPr preferRelativeResize="0">
            <a:picLocks noGrp="1"/>
          </p:cNvPicPr>
          <p:nvPr>
            <p:ph sz="half" idx="1"/>
          </p:nvPr>
        </p:nvPicPr>
        <p:blipFill rotWithShape="1">
          <a:blip r:embed="rId3">
            <a:alphaModFix/>
          </a:blip>
          <a:srcRect/>
          <a:stretch/>
        </p:blipFill>
        <p:spPr>
          <a:xfrm>
            <a:off x="1574323" y="2343150"/>
            <a:ext cx="5392103" cy="2995613"/>
          </a:xfrm>
          <a:prstGeom prst="rect">
            <a:avLst/>
          </a:prstGeom>
          <a:noFill/>
          <a:ln>
            <a:noFill/>
          </a:ln>
        </p:spPr>
      </p:pic>
    </p:spTree>
    <p:extLst>
      <p:ext uri="{BB962C8B-B14F-4D97-AF65-F5344CB8AC3E}">
        <p14:creationId xmlns:p14="http://schemas.microsoft.com/office/powerpoint/2010/main" val="27601924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715E3-0AB8-9719-626B-A3F19814E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1A82E6-EB00-62EA-06D6-B3E7381A2707}"/>
              </a:ext>
            </a:extLst>
          </p:cNvPr>
          <p:cNvSpPr>
            <a:spLocks noGrp="1"/>
          </p:cNvSpPr>
          <p:nvPr>
            <p:ph type="title"/>
          </p:nvPr>
        </p:nvSpPr>
        <p:spPr/>
        <p:txBody>
          <a:bodyPr/>
          <a:lstStyle/>
          <a:p>
            <a:r>
              <a:rPr lang="en-US" dirty="0"/>
              <a:t>The Stanford Prison Experiment</a:t>
            </a:r>
          </a:p>
        </p:txBody>
      </p:sp>
      <p:sp>
        <p:nvSpPr>
          <p:cNvPr id="5" name="Slide Number Placeholder 4">
            <a:extLst>
              <a:ext uri="{FF2B5EF4-FFF2-40B4-BE49-F238E27FC236}">
                <a16:creationId xmlns:a16="http://schemas.microsoft.com/office/drawing/2014/main" id="{4B354B1B-0973-3222-A83C-604EC860701C}"/>
              </a:ext>
            </a:extLst>
          </p:cNvPr>
          <p:cNvSpPr>
            <a:spLocks noGrp="1"/>
          </p:cNvSpPr>
          <p:nvPr>
            <p:ph type="sldNum" sz="quarter" idx="4"/>
          </p:nvPr>
        </p:nvSpPr>
        <p:spPr/>
        <p:txBody>
          <a:bodyPr/>
          <a:lstStyle/>
          <a:p>
            <a:fld id="{294A09A9-5501-47C1-A89A-A340965A2BE2}" type="slidenum">
              <a:rPr lang="en-US" smtClean="0"/>
              <a:pPr/>
              <a:t>31</a:t>
            </a:fld>
            <a:endParaRPr lang="en-US" dirty="0"/>
          </a:p>
        </p:txBody>
      </p:sp>
      <p:sp>
        <p:nvSpPr>
          <p:cNvPr id="9" name="Content Placeholder 8">
            <a:extLst>
              <a:ext uri="{FF2B5EF4-FFF2-40B4-BE49-F238E27FC236}">
                <a16:creationId xmlns:a16="http://schemas.microsoft.com/office/drawing/2014/main" id="{F62981C0-C5DD-9197-3B78-030D975766B7}"/>
              </a:ext>
            </a:extLst>
          </p:cNvPr>
          <p:cNvSpPr>
            <a:spLocks noGrp="1"/>
          </p:cNvSpPr>
          <p:nvPr>
            <p:ph sz="half" idx="13"/>
          </p:nvPr>
        </p:nvSpPr>
        <p:spPr/>
        <p:txBody>
          <a:bodyPr/>
          <a:lstStyle/>
          <a:p>
            <a:pPr marL="0" indent="0">
              <a:buNone/>
            </a:pPr>
            <a:r>
              <a:rPr lang="en-US" dirty="0"/>
              <a:t>If you’re curious, there’s a 2015 movie enacting this experiment available for free on CW (just search “The Stanford Prison Experiment” on CW website). Warning: It is rated R</a:t>
            </a:r>
          </a:p>
        </p:txBody>
      </p:sp>
      <p:pic>
        <p:nvPicPr>
          <p:cNvPr id="10" name="Google Shape;284;p33" descr="A picture from Zimbardo's Stanford prison experiment, depicting some students dressed as guards, and other students dressed as prisoners">
            <a:extLst>
              <a:ext uri="{FF2B5EF4-FFF2-40B4-BE49-F238E27FC236}">
                <a16:creationId xmlns:a16="http://schemas.microsoft.com/office/drawing/2014/main" id="{9199A5CD-A71C-0048-05A8-2286CB8FF029}"/>
              </a:ext>
            </a:extLst>
          </p:cNvPr>
          <p:cNvPicPr preferRelativeResize="0">
            <a:picLocks noGrp="1"/>
          </p:cNvPicPr>
          <p:nvPr>
            <p:ph sz="half" idx="1"/>
          </p:nvPr>
        </p:nvPicPr>
        <p:blipFill rotWithShape="1">
          <a:blip r:embed="rId3">
            <a:alphaModFix/>
          </a:blip>
          <a:srcRect/>
          <a:stretch/>
        </p:blipFill>
        <p:spPr>
          <a:xfrm>
            <a:off x="1612223" y="2343150"/>
            <a:ext cx="5316304" cy="2995613"/>
          </a:xfrm>
          <a:prstGeom prst="rect">
            <a:avLst/>
          </a:prstGeom>
          <a:noFill/>
          <a:ln>
            <a:noFill/>
          </a:ln>
        </p:spPr>
      </p:pic>
    </p:spTree>
    <p:extLst>
      <p:ext uri="{BB962C8B-B14F-4D97-AF65-F5344CB8AC3E}">
        <p14:creationId xmlns:p14="http://schemas.microsoft.com/office/powerpoint/2010/main" val="12806707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074DE-D04E-E88E-FE75-AA99FF1B28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A3370-A8F3-2870-81A4-9F049B01EAEE}"/>
              </a:ext>
            </a:extLst>
          </p:cNvPr>
          <p:cNvSpPr>
            <a:spLocks noGrp="1"/>
          </p:cNvSpPr>
          <p:nvPr>
            <p:ph type="title"/>
          </p:nvPr>
        </p:nvSpPr>
        <p:spPr/>
        <p:txBody>
          <a:bodyPr/>
          <a:lstStyle/>
          <a:p>
            <a:r>
              <a:rPr lang="en-US" dirty="0"/>
              <a:t>The Tuskegee Syphilis Experiment</a:t>
            </a:r>
          </a:p>
        </p:txBody>
      </p:sp>
      <p:sp>
        <p:nvSpPr>
          <p:cNvPr id="5" name="Slide Number Placeholder 4">
            <a:extLst>
              <a:ext uri="{FF2B5EF4-FFF2-40B4-BE49-F238E27FC236}">
                <a16:creationId xmlns:a16="http://schemas.microsoft.com/office/drawing/2014/main" id="{FDDB6EBA-5A90-9EBD-52AC-92CC828FFDF8}"/>
              </a:ext>
            </a:extLst>
          </p:cNvPr>
          <p:cNvSpPr>
            <a:spLocks noGrp="1"/>
          </p:cNvSpPr>
          <p:nvPr>
            <p:ph type="sldNum" sz="quarter" idx="4"/>
          </p:nvPr>
        </p:nvSpPr>
        <p:spPr/>
        <p:txBody>
          <a:bodyPr/>
          <a:lstStyle/>
          <a:p>
            <a:fld id="{294A09A9-5501-47C1-A89A-A340965A2BE2}" type="slidenum">
              <a:rPr lang="en-US" smtClean="0"/>
              <a:pPr/>
              <a:t>32</a:t>
            </a:fld>
            <a:endParaRPr lang="en-US" dirty="0"/>
          </a:p>
        </p:txBody>
      </p:sp>
      <p:pic>
        <p:nvPicPr>
          <p:cNvPr id="1026" name="Picture 2" descr="Participants in the Tuskegee Syphilis Study being given a shot injection">
            <a:extLst>
              <a:ext uri="{FF2B5EF4-FFF2-40B4-BE49-F238E27FC236}">
                <a16:creationId xmlns:a16="http://schemas.microsoft.com/office/drawing/2014/main" id="{D489A16C-7D77-AF49-53E6-9F94EBF5A3C4}"/>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274762" y="2343150"/>
            <a:ext cx="5991226" cy="299561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yphilis | Sexual Health">
            <a:extLst>
              <a:ext uri="{FF2B5EF4-FFF2-40B4-BE49-F238E27FC236}">
                <a16:creationId xmlns:a16="http://schemas.microsoft.com/office/drawing/2014/main" id="{E42568E0-9C48-7023-A7A6-A0CC00B10877}"/>
              </a:ext>
            </a:extLst>
          </p:cNvPr>
          <p:cNvPicPr>
            <a:picLocks noGrp="1" noChangeAspect="1" noChangeArrowheads="1"/>
          </p:cNvPicPr>
          <p:nvPr>
            <p:ph sz="half" idx="13"/>
          </p:nvPr>
        </p:nvPicPr>
        <p:blipFill>
          <a:blip r:embed="rId4">
            <a:extLst>
              <a:ext uri="{28A0092B-C50C-407E-A947-70E740481C1C}">
                <a14:useLocalDpi xmlns:a14="http://schemas.microsoft.com/office/drawing/2010/main" val="0"/>
              </a:ext>
            </a:extLst>
          </a:blip>
          <a:srcRect/>
          <a:stretch>
            <a:fillRect/>
          </a:stretch>
        </p:blipFill>
        <p:spPr bwMode="auto">
          <a:xfrm>
            <a:off x="8342566" y="1825546"/>
            <a:ext cx="3039537" cy="3795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55672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5F49E-CF60-D5D2-B7F9-6A98ECC202E1}"/>
              </a:ext>
            </a:extLst>
          </p:cNvPr>
          <p:cNvSpPr>
            <a:spLocks noGrp="1"/>
          </p:cNvSpPr>
          <p:nvPr>
            <p:ph type="title"/>
          </p:nvPr>
        </p:nvSpPr>
        <p:spPr/>
        <p:txBody>
          <a:bodyPr/>
          <a:lstStyle/>
          <a:p>
            <a:r>
              <a:rPr lang="en-US" dirty="0"/>
              <a:t>The Belmont Report</a:t>
            </a:r>
          </a:p>
        </p:txBody>
      </p:sp>
      <p:sp>
        <p:nvSpPr>
          <p:cNvPr id="3" name="Text Placeholder 2">
            <a:extLst>
              <a:ext uri="{FF2B5EF4-FFF2-40B4-BE49-F238E27FC236}">
                <a16:creationId xmlns:a16="http://schemas.microsoft.com/office/drawing/2014/main" id="{53421BF4-FBC7-4F60-4762-22258E935636}"/>
              </a:ext>
            </a:extLst>
          </p:cNvPr>
          <p:cNvSpPr>
            <a:spLocks noGrp="1"/>
          </p:cNvSpPr>
          <p:nvPr>
            <p:ph type="body" sz="quarter" idx="10"/>
          </p:nvPr>
        </p:nvSpPr>
        <p:spPr/>
        <p:txBody>
          <a:bodyPr/>
          <a:lstStyle/>
          <a:p>
            <a:r>
              <a:rPr lang="en-US" dirty="0"/>
              <a:t>Published April 1979</a:t>
            </a:r>
          </a:p>
          <a:p>
            <a:r>
              <a:rPr lang="en-US" dirty="0"/>
              <a:t>Three Key Principles: </a:t>
            </a:r>
          </a:p>
          <a:p>
            <a:pPr lvl="1"/>
            <a:r>
              <a:rPr lang="en-US" b="1" dirty="0"/>
              <a:t>Beneficence</a:t>
            </a:r>
            <a:r>
              <a:rPr lang="en-US" dirty="0"/>
              <a:t>: do no harm, maximize benefits and minimize risks</a:t>
            </a:r>
          </a:p>
          <a:p>
            <a:pPr lvl="1"/>
            <a:r>
              <a:rPr lang="en-US" b="1" dirty="0"/>
              <a:t>Respect for Persons</a:t>
            </a:r>
            <a:r>
              <a:rPr lang="en-US" dirty="0"/>
              <a:t>: Individuals participating in research do so voluntarily without coercion. </a:t>
            </a:r>
          </a:p>
          <a:p>
            <a:pPr lvl="2"/>
            <a:r>
              <a:rPr lang="en-US" dirty="0"/>
              <a:t>Consent Forms</a:t>
            </a:r>
          </a:p>
          <a:p>
            <a:pPr lvl="1"/>
            <a:r>
              <a:rPr lang="en-US" b="1" dirty="0"/>
              <a:t>Justice</a:t>
            </a:r>
            <a:r>
              <a:rPr lang="en-US" dirty="0"/>
              <a:t>: Equal distribution of burdens and benefits of research. Recruit participants that are relevant to the research rather than convenient.</a:t>
            </a:r>
          </a:p>
          <a:p>
            <a:endParaRPr lang="en-US" dirty="0"/>
          </a:p>
        </p:txBody>
      </p:sp>
      <p:sp>
        <p:nvSpPr>
          <p:cNvPr id="5" name="Slide Number Placeholder 4">
            <a:extLst>
              <a:ext uri="{FF2B5EF4-FFF2-40B4-BE49-F238E27FC236}">
                <a16:creationId xmlns:a16="http://schemas.microsoft.com/office/drawing/2014/main" id="{2BC626DE-8136-B96A-DFF3-3623E507CE58}"/>
              </a:ext>
            </a:extLst>
          </p:cNvPr>
          <p:cNvSpPr>
            <a:spLocks noGrp="1"/>
          </p:cNvSpPr>
          <p:nvPr>
            <p:ph type="sldNum" sz="quarter" idx="4"/>
          </p:nvPr>
        </p:nvSpPr>
        <p:spPr/>
        <p:txBody>
          <a:bodyPr/>
          <a:lstStyle/>
          <a:p>
            <a:fld id="{294A09A9-5501-47C1-A89A-A340965A2BE2}" type="slidenum">
              <a:rPr lang="en-US" smtClean="0"/>
              <a:pPr/>
              <a:t>33</a:t>
            </a:fld>
            <a:endParaRPr lang="en-US" dirty="0"/>
          </a:p>
        </p:txBody>
      </p:sp>
    </p:spTree>
    <p:extLst>
      <p:ext uri="{BB962C8B-B14F-4D97-AF65-F5344CB8AC3E}">
        <p14:creationId xmlns:p14="http://schemas.microsoft.com/office/powerpoint/2010/main" val="33409588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201C6-4049-C711-CF37-043F57A36544}"/>
              </a:ext>
            </a:extLst>
          </p:cNvPr>
          <p:cNvSpPr>
            <a:spLocks noGrp="1"/>
          </p:cNvSpPr>
          <p:nvPr>
            <p:ph type="title"/>
          </p:nvPr>
        </p:nvSpPr>
        <p:spPr/>
        <p:txBody>
          <a:bodyPr/>
          <a:lstStyle/>
          <a:p>
            <a:r>
              <a:rPr lang="en-US" dirty="0"/>
              <a:t>The Replication Crisis</a:t>
            </a:r>
          </a:p>
        </p:txBody>
      </p:sp>
      <p:sp>
        <p:nvSpPr>
          <p:cNvPr id="3" name="Text Placeholder 2">
            <a:extLst>
              <a:ext uri="{FF2B5EF4-FFF2-40B4-BE49-F238E27FC236}">
                <a16:creationId xmlns:a16="http://schemas.microsoft.com/office/drawing/2014/main" id="{7595F728-CF11-F47D-112E-A6F1E924562C}"/>
              </a:ext>
            </a:extLst>
          </p:cNvPr>
          <p:cNvSpPr>
            <a:spLocks noGrp="1"/>
          </p:cNvSpPr>
          <p:nvPr>
            <p:ph type="body" sz="quarter" idx="10"/>
          </p:nvPr>
        </p:nvSpPr>
        <p:spPr/>
        <p:txBody>
          <a:bodyPr/>
          <a:lstStyle/>
          <a:p>
            <a:r>
              <a:rPr lang="en-US" dirty="0"/>
              <a:t>A field-wide overhaul due to concerns around research studies that could not be replicated</a:t>
            </a:r>
          </a:p>
          <a:p>
            <a:r>
              <a:rPr lang="en-US" dirty="0"/>
              <a:t>Largely spurred by Cornell psychologist Daryl Bem publishing a study on extrasensory perception (ESP), leading to field-wide backlash</a:t>
            </a:r>
          </a:p>
          <a:p>
            <a:r>
              <a:rPr lang="en-US" dirty="0"/>
              <a:t>Multiple contributing factors</a:t>
            </a:r>
          </a:p>
          <a:p>
            <a:pPr lvl="1"/>
            <a:r>
              <a:rPr lang="en-US" dirty="0"/>
              <a:t>Publication bias &amp; file drawer effect</a:t>
            </a:r>
          </a:p>
          <a:p>
            <a:pPr lvl="1"/>
            <a:r>
              <a:rPr lang="en-US" dirty="0"/>
              <a:t>“Publish or perish” </a:t>
            </a:r>
          </a:p>
          <a:p>
            <a:pPr lvl="1"/>
            <a:r>
              <a:rPr lang="en-US" dirty="0"/>
              <a:t>Poor designs/ statistical analyses</a:t>
            </a:r>
          </a:p>
          <a:p>
            <a:pPr lvl="1"/>
            <a:r>
              <a:rPr lang="en-US" dirty="0"/>
              <a:t>Questionable research practices (QRPs)</a:t>
            </a:r>
          </a:p>
          <a:p>
            <a:r>
              <a:rPr lang="en-US" dirty="0"/>
              <a:t>Spurred the push for Open Science practices</a:t>
            </a:r>
          </a:p>
        </p:txBody>
      </p:sp>
      <p:sp>
        <p:nvSpPr>
          <p:cNvPr id="5" name="Slide Number Placeholder 4">
            <a:extLst>
              <a:ext uri="{FF2B5EF4-FFF2-40B4-BE49-F238E27FC236}">
                <a16:creationId xmlns:a16="http://schemas.microsoft.com/office/drawing/2014/main" id="{1A611D14-5455-0C48-D0C5-8AA7E9BAC77B}"/>
              </a:ext>
            </a:extLst>
          </p:cNvPr>
          <p:cNvSpPr>
            <a:spLocks noGrp="1"/>
          </p:cNvSpPr>
          <p:nvPr>
            <p:ph type="sldNum" sz="quarter" idx="4"/>
          </p:nvPr>
        </p:nvSpPr>
        <p:spPr/>
        <p:txBody>
          <a:bodyPr/>
          <a:lstStyle/>
          <a:p>
            <a:fld id="{294A09A9-5501-47C1-A89A-A340965A2BE2}" type="slidenum">
              <a:rPr lang="en-US" smtClean="0"/>
              <a:pPr/>
              <a:t>34</a:t>
            </a:fld>
            <a:endParaRPr lang="en-US" dirty="0"/>
          </a:p>
        </p:txBody>
      </p:sp>
    </p:spTree>
    <p:extLst>
      <p:ext uri="{BB962C8B-B14F-4D97-AF65-F5344CB8AC3E}">
        <p14:creationId xmlns:p14="http://schemas.microsoft.com/office/powerpoint/2010/main" val="621883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C72612-1BDA-C9B4-4642-853B918EA5AD}"/>
              </a:ext>
            </a:extLst>
          </p:cNvPr>
          <p:cNvSpPr>
            <a:spLocks noGrp="1"/>
          </p:cNvSpPr>
          <p:nvPr>
            <p:ph type="title"/>
          </p:nvPr>
        </p:nvSpPr>
        <p:spPr/>
        <p:txBody>
          <a:bodyPr/>
          <a:lstStyle/>
          <a:p>
            <a:r>
              <a:rPr lang="en-US" dirty="0"/>
              <a:t>Next Time on PSY 203…</a:t>
            </a:r>
          </a:p>
        </p:txBody>
      </p:sp>
      <p:sp>
        <p:nvSpPr>
          <p:cNvPr id="6" name="Content Placeholder 5">
            <a:extLst>
              <a:ext uri="{FF2B5EF4-FFF2-40B4-BE49-F238E27FC236}">
                <a16:creationId xmlns:a16="http://schemas.microsoft.com/office/drawing/2014/main" id="{E6B215B6-ECB8-B99A-E6D9-E2DAD655333E}"/>
              </a:ext>
            </a:extLst>
          </p:cNvPr>
          <p:cNvSpPr>
            <a:spLocks noGrp="1"/>
          </p:cNvSpPr>
          <p:nvPr>
            <p:ph sz="half" idx="1"/>
          </p:nvPr>
        </p:nvSpPr>
        <p:spPr/>
        <p:txBody>
          <a:bodyPr/>
          <a:lstStyle/>
          <a:p>
            <a:r>
              <a:rPr lang="en-US" sz="2000" b="1" dirty="0"/>
              <a:t>Before Next Class:</a:t>
            </a:r>
          </a:p>
          <a:p>
            <a:endParaRPr lang="en-US" dirty="0"/>
          </a:p>
          <a:p>
            <a:pPr marL="285750" indent="-285750">
              <a:buFont typeface="Arial" panose="020B0604020202020204" pitchFamily="34" charset="0"/>
              <a:buChar char="•"/>
            </a:pPr>
            <a:r>
              <a:rPr lang="en-US" dirty="0"/>
              <a:t>Take the syllabus quiz</a:t>
            </a:r>
          </a:p>
          <a:p>
            <a:pPr marL="457200" lvl="1" indent="-285750"/>
            <a:r>
              <a:rPr lang="en-US" dirty="0"/>
              <a:t>Due 1/22</a:t>
            </a:r>
          </a:p>
          <a:p>
            <a:pPr marL="285750" indent="-285750">
              <a:buFont typeface="Arial" panose="020B0604020202020204" pitchFamily="34" charset="0"/>
              <a:buChar char="•"/>
            </a:pPr>
            <a:r>
              <a:rPr lang="en-US" dirty="0"/>
              <a:t>Complete the Introduction Sheet</a:t>
            </a:r>
          </a:p>
          <a:p>
            <a:pPr marL="514350" lvl="1" indent="-285750"/>
            <a:r>
              <a:rPr lang="en-US"/>
              <a:t>Due 1/22</a:t>
            </a:r>
            <a:endParaRPr lang="en-US" dirty="0"/>
          </a:p>
          <a:p>
            <a:pPr marL="285750" indent="-285750">
              <a:buFont typeface="Arial" panose="020B0604020202020204" pitchFamily="34" charset="0"/>
              <a:buChar char="•"/>
            </a:pPr>
            <a:r>
              <a:rPr lang="en-US" dirty="0"/>
              <a:t>Read Chapter 3 and Take Quiz</a:t>
            </a:r>
          </a:p>
          <a:p>
            <a:pPr marL="514350" lvl="1" indent="-285750"/>
            <a:r>
              <a:rPr lang="en-US" dirty="0"/>
              <a:t>Due 1/27 at 2 pm</a:t>
            </a:r>
          </a:p>
        </p:txBody>
      </p:sp>
      <p:sp>
        <p:nvSpPr>
          <p:cNvPr id="7" name="Content Placeholder 6">
            <a:extLst>
              <a:ext uri="{FF2B5EF4-FFF2-40B4-BE49-F238E27FC236}">
                <a16:creationId xmlns:a16="http://schemas.microsoft.com/office/drawing/2014/main" id="{C9FF5256-32F9-90A8-E86D-385CEDD32AC4}"/>
              </a:ext>
            </a:extLst>
          </p:cNvPr>
          <p:cNvSpPr>
            <a:spLocks noGrp="1"/>
          </p:cNvSpPr>
          <p:nvPr>
            <p:ph sz="half" idx="13"/>
          </p:nvPr>
        </p:nvSpPr>
        <p:spPr/>
        <p:txBody>
          <a:bodyPr/>
          <a:lstStyle/>
          <a:p>
            <a:pPr marL="0" indent="0">
              <a:buNone/>
            </a:pPr>
            <a:r>
              <a:rPr lang="en-US" sz="2000" b="1" dirty="0"/>
              <a:t>Next Class:</a:t>
            </a:r>
          </a:p>
          <a:p>
            <a:pPr marL="0" indent="0">
              <a:buNone/>
            </a:pPr>
            <a:endParaRPr lang="en-US" dirty="0"/>
          </a:p>
          <a:p>
            <a:r>
              <a:rPr lang="en-US" dirty="0"/>
              <a:t>Discussing Chapter 3- Biopsychology</a:t>
            </a:r>
          </a:p>
        </p:txBody>
      </p:sp>
    </p:spTree>
    <p:extLst>
      <p:ext uri="{BB962C8B-B14F-4D97-AF65-F5344CB8AC3E}">
        <p14:creationId xmlns:p14="http://schemas.microsoft.com/office/powerpoint/2010/main" val="3204417822"/>
      </p:ext>
    </p:extLst>
  </p:cSld>
  <p:clrMapOvr>
    <a:masterClrMapping/>
  </p:clrMapOvr>
</p:sld>
</file>

<file path=ppt/theme/theme1.xml><?xml version="1.0" encoding="utf-8"?>
<a:theme xmlns:a="http://schemas.openxmlformats.org/drawingml/2006/main" name="Custom">
  <a:themeElements>
    <a:clrScheme name="Custom 89">
      <a:dk1>
        <a:sysClr val="windowText" lastClr="000000"/>
      </a:dk1>
      <a:lt1>
        <a:sysClr val="window" lastClr="FFFFFF"/>
      </a:lt1>
      <a:dk2>
        <a:srgbClr val="212745"/>
      </a:dk2>
      <a:lt2>
        <a:srgbClr val="B4DCFA"/>
      </a:lt2>
      <a:accent1>
        <a:srgbClr val="8698DA"/>
      </a:accent1>
      <a:accent2>
        <a:srgbClr val="9EE0F8"/>
      </a:accent2>
      <a:accent3>
        <a:srgbClr val="C1F088"/>
      </a:accent3>
      <a:accent4>
        <a:srgbClr val="A4E4D2"/>
      </a:accent4>
      <a:accent5>
        <a:srgbClr val="FFBF8F"/>
      </a:accent5>
      <a:accent6>
        <a:srgbClr val="FABBB0"/>
      </a:accent6>
      <a:hlink>
        <a:srgbClr val="56C7AA"/>
      </a:hlink>
      <a:folHlink>
        <a:srgbClr val="59A8D1"/>
      </a:folHlink>
    </a:clrScheme>
    <a:fontScheme name="Custom 74">
      <a:majorFont>
        <a:latin typeface="Jumble"/>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596226_Win32_SL_V6" id="{D9DA734B-CC3F-4DBB-B6FE-0BB140309365}" vid="{69AD8D68-423B-4DFD-8A07-EF38EEF8EBC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89">
    <a:dk1>
      <a:sysClr val="windowText" lastClr="000000"/>
    </a:dk1>
    <a:lt1>
      <a:sysClr val="window" lastClr="FFFFFF"/>
    </a:lt1>
    <a:dk2>
      <a:srgbClr val="212745"/>
    </a:dk2>
    <a:lt2>
      <a:srgbClr val="B4DCFA"/>
    </a:lt2>
    <a:accent1>
      <a:srgbClr val="8698DA"/>
    </a:accent1>
    <a:accent2>
      <a:srgbClr val="9EE0F8"/>
    </a:accent2>
    <a:accent3>
      <a:srgbClr val="C1F088"/>
    </a:accent3>
    <a:accent4>
      <a:srgbClr val="A4E4D2"/>
    </a:accent4>
    <a:accent5>
      <a:srgbClr val="FFBF8F"/>
    </a:accent5>
    <a:accent6>
      <a:srgbClr val="FABBB0"/>
    </a:accent6>
    <a:hlink>
      <a:srgbClr val="56C7AA"/>
    </a:hlink>
    <a:folHlink>
      <a:srgbClr val="59A8D1"/>
    </a:folHlink>
  </a:clrScheme>
</a:themeOverride>
</file>

<file path=ppt/theme/themeOverride2.xml><?xml version="1.0" encoding="utf-8"?>
<a:themeOverride xmlns:a="http://schemas.openxmlformats.org/drawingml/2006/main">
  <a:clrScheme name="Custom 89">
    <a:dk1>
      <a:sysClr val="windowText" lastClr="000000"/>
    </a:dk1>
    <a:lt1>
      <a:sysClr val="window" lastClr="FFFFFF"/>
    </a:lt1>
    <a:dk2>
      <a:srgbClr val="212745"/>
    </a:dk2>
    <a:lt2>
      <a:srgbClr val="B4DCFA"/>
    </a:lt2>
    <a:accent1>
      <a:srgbClr val="8698DA"/>
    </a:accent1>
    <a:accent2>
      <a:srgbClr val="9EE0F8"/>
    </a:accent2>
    <a:accent3>
      <a:srgbClr val="C1F088"/>
    </a:accent3>
    <a:accent4>
      <a:srgbClr val="A4E4D2"/>
    </a:accent4>
    <a:accent5>
      <a:srgbClr val="FFBF8F"/>
    </a:accent5>
    <a:accent6>
      <a:srgbClr val="FABBB0"/>
    </a:accent6>
    <a:hlink>
      <a:srgbClr val="56C7AA"/>
    </a:hlink>
    <a:folHlink>
      <a:srgbClr val="59A8D1"/>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BF1A99-35F0-4B73-B737-B4DCDCD8CA5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7093E94-C176-4FB3-93BB-02AEE1FEC2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55A16D6-EDBE-419D-AF8F-74F00E41AFB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Fluorescent presentation</Template>
  <TotalTime>261</TotalTime>
  <Words>2340</Words>
  <Application>Microsoft Office PowerPoint</Application>
  <PresentationFormat>Widescreen</PresentationFormat>
  <Paragraphs>254</Paragraphs>
  <Slides>35</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Aptos</vt:lpstr>
      <vt:lpstr>Arial</vt:lpstr>
      <vt:lpstr>Calibri</vt:lpstr>
      <vt:lpstr>Century Gothic</vt:lpstr>
      <vt:lpstr>Jumble</vt:lpstr>
      <vt:lpstr>Custom</vt:lpstr>
      <vt:lpstr>Agenda</vt:lpstr>
      <vt:lpstr>PowerPoint Presentation</vt:lpstr>
      <vt:lpstr>The Science of Psychology </vt:lpstr>
      <vt:lpstr>Types of Reasoning</vt:lpstr>
      <vt:lpstr>The Scientific Process</vt:lpstr>
      <vt:lpstr>PowerPoint Presentation</vt:lpstr>
      <vt:lpstr>Conducting an Experiment</vt:lpstr>
      <vt:lpstr>Creating the Hypotheses</vt:lpstr>
      <vt:lpstr>Defining the Variables</vt:lpstr>
      <vt:lpstr>Designing the Experiment</vt:lpstr>
      <vt:lpstr>Considerations When Designing the Experiment</vt:lpstr>
      <vt:lpstr>Gathering Participants</vt:lpstr>
      <vt:lpstr>Collecting &amp; Analyzing Results</vt:lpstr>
      <vt:lpstr>Reporting Results</vt:lpstr>
      <vt:lpstr>But Wait…</vt:lpstr>
      <vt:lpstr>Correlation at a Glance</vt:lpstr>
      <vt:lpstr>Measuring Correlation</vt:lpstr>
      <vt:lpstr>Limitations of a Correlation Study</vt:lpstr>
      <vt:lpstr>PowerPoint Presentation</vt:lpstr>
      <vt:lpstr>Correlational vs Experimental Designs</vt:lpstr>
      <vt:lpstr>Case Studies</vt:lpstr>
      <vt:lpstr>Naturalistic Observation</vt:lpstr>
      <vt:lpstr>Survey</vt:lpstr>
      <vt:lpstr>Archival Research</vt:lpstr>
      <vt:lpstr>Longitudinal Research</vt:lpstr>
      <vt:lpstr>Cross-Sectional Research</vt:lpstr>
      <vt:lpstr>PowerPoint Presentation</vt:lpstr>
      <vt:lpstr>Ethical Oversight to Prevent Ethical Oversight</vt:lpstr>
      <vt:lpstr>Little Albert</vt:lpstr>
      <vt:lpstr>The Milgram Study</vt:lpstr>
      <vt:lpstr>The Stanford Prison Experiment</vt:lpstr>
      <vt:lpstr>The Tuskegee Syphilis Experiment</vt:lpstr>
      <vt:lpstr>The Belmont Report</vt:lpstr>
      <vt:lpstr>The Replication Crisis</vt:lpstr>
      <vt:lpstr>Next Time on PSY 203…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13</cp:revision>
  <dcterms:created xsi:type="dcterms:W3CDTF">2025-09-02T03:13:40Z</dcterms:created>
  <dcterms:modified xsi:type="dcterms:W3CDTF">2026-01-22T15:12:39Z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