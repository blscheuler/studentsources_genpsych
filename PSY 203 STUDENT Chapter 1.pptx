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21" r:id="rId1"/>
  </p:sldMasterIdLst>
  <p:notesMasterIdLst>
    <p:notesMasterId r:id="rId32"/>
  </p:notesMasterIdLst>
  <p:handoutMasterIdLst>
    <p:handoutMasterId r:id="rId33"/>
  </p:handoutMasterIdLst>
  <p:sldIdLst>
    <p:sldId id="317" r:id="rId2"/>
    <p:sldId id="325" r:id="rId3"/>
    <p:sldId id="318" r:id="rId4"/>
    <p:sldId id="308" r:id="rId5"/>
    <p:sldId id="320" r:id="rId6"/>
    <p:sldId id="309" r:id="rId7"/>
    <p:sldId id="282" r:id="rId8"/>
    <p:sldId id="301" r:id="rId9"/>
    <p:sldId id="310" r:id="rId10"/>
    <p:sldId id="311" r:id="rId11"/>
    <p:sldId id="302" r:id="rId12"/>
    <p:sldId id="312" r:id="rId13"/>
    <p:sldId id="284" r:id="rId14"/>
    <p:sldId id="303" r:id="rId15"/>
    <p:sldId id="288" r:id="rId16"/>
    <p:sldId id="315" r:id="rId17"/>
    <p:sldId id="321" r:id="rId18"/>
    <p:sldId id="313" r:id="rId19"/>
    <p:sldId id="287" r:id="rId20"/>
    <p:sldId id="290" r:id="rId21"/>
    <p:sldId id="324" r:id="rId22"/>
    <p:sldId id="305" r:id="rId23"/>
    <p:sldId id="306" r:id="rId24"/>
    <p:sldId id="307" r:id="rId25"/>
    <p:sldId id="295" r:id="rId26"/>
    <p:sldId id="297" r:id="rId27"/>
    <p:sldId id="314" r:id="rId28"/>
    <p:sldId id="322" r:id="rId29"/>
    <p:sldId id="296" r:id="rId30"/>
    <p:sldId id="323"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D419"/>
    <a:srgbClr val="6CB255"/>
    <a:srgbClr val="212F62"/>
    <a:srgbClr val="72A510"/>
    <a:srgbClr val="A4EC1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autoAdjust="0"/>
    <p:restoredTop sz="94607" autoAdjust="0"/>
  </p:normalViewPr>
  <p:slideViewPr>
    <p:cSldViewPr snapToGrid="0" snapToObjects="1">
      <p:cViewPr varScale="1">
        <p:scale>
          <a:sx n="145" d="100"/>
          <a:sy n="145" d="100"/>
        </p:scale>
        <p:origin x="108" y="2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BF0DCA-F5AC-42D6-8CCB-6E356781CA4F}"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06A73A05-AD28-444B-A205-C89D5B60A6C7}">
      <dgm:prSet/>
      <dgm:spPr/>
      <dgm:t>
        <a:bodyPr/>
        <a:lstStyle/>
        <a:p>
          <a:r>
            <a:rPr lang="en-US" dirty="0"/>
            <a:t>What is Psychology?</a:t>
          </a:r>
        </a:p>
      </dgm:t>
    </dgm:pt>
    <dgm:pt modelId="{C56CC310-1142-4A59-9A54-A65BC93D6EFA}" type="parTrans" cxnId="{58716ECC-4266-4650-9095-D64524EE5140}">
      <dgm:prSet/>
      <dgm:spPr/>
      <dgm:t>
        <a:bodyPr/>
        <a:lstStyle/>
        <a:p>
          <a:endParaRPr lang="en-US"/>
        </a:p>
      </dgm:t>
    </dgm:pt>
    <dgm:pt modelId="{3D413E66-C324-4FF4-AB0B-962E2BEE8DB1}" type="sibTrans" cxnId="{58716ECC-4266-4650-9095-D64524EE5140}">
      <dgm:prSet/>
      <dgm:spPr/>
      <dgm:t>
        <a:bodyPr/>
        <a:lstStyle/>
        <a:p>
          <a:endParaRPr lang="en-US"/>
        </a:p>
      </dgm:t>
    </dgm:pt>
    <dgm:pt modelId="{C4FDB08E-48B7-47C0-857F-5B3C6DFAFE48}">
      <dgm:prSet/>
      <dgm:spPr/>
      <dgm:t>
        <a:bodyPr/>
        <a:lstStyle/>
        <a:p>
          <a:r>
            <a:rPr lang="en-US"/>
            <a:t>History of Psychology</a:t>
          </a:r>
        </a:p>
      </dgm:t>
    </dgm:pt>
    <dgm:pt modelId="{CB1B42E5-9EE9-43C1-BE55-8DC475AB5BBF}" type="parTrans" cxnId="{7797EB25-59AA-4BEF-9891-54AA41A429FD}">
      <dgm:prSet/>
      <dgm:spPr/>
      <dgm:t>
        <a:bodyPr/>
        <a:lstStyle/>
        <a:p>
          <a:endParaRPr lang="en-US"/>
        </a:p>
      </dgm:t>
    </dgm:pt>
    <dgm:pt modelId="{60E03C5C-E75A-403C-9C09-C397A66B5EB5}" type="sibTrans" cxnId="{7797EB25-59AA-4BEF-9891-54AA41A429FD}">
      <dgm:prSet/>
      <dgm:spPr/>
      <dgm:t>
        <a:bodyPr/>
        <a:lstStyle/>
        <a:p>
          <a:endParaRPr lang="en-US"/>
        </a:p>
      </dgm:t>
    </dgm:pt>
    <dgm:pt modelId="{59BAAAAE-D880-4695-811F-FE68A29F0E77}">
      <dgm:prSet/>
      <dgm:spPr/>
      <dgm:t>
        <a:bodyPr/>
        <a:lstStyle/>
        <a:p>
          <a:r>
            <a:rPr lang="en-US"/>
            <a:t>Contemporary Psychology</a:t>
          </a:r>
        </a:p>
      </dgm:t>
    </dgm:pt>
    <dgm:pt modelId="{D93A58A2-085C-4E20-8356-A8D771137022}" type="parTrans" cxnId="{E243BADD-BBE7-4975-AAED-6DF379D439E4}">
      <dgm:prSet/>
      <dgm:spPr/>
      <dgm:t>
        <a:bodyPr/>
        <a:lstStyle/>
        <a:p>
          <a:endParaRPr lang="en-US"/>
        </a:p>
      </dgm:t>
    </dgm:pt>
    <dgm:pt modelId="{232A52F4-6EFC-4BF3-B1DD-997B17314F2D}" type="sibTrans" cxnId="{E243BADD-BBE7-4975-AAED-6DF379D439E4}">
      <dgm:prSet/>
      <dgm:spPr/>
      <dgm:t>
        <a:bodyPr/>
        <a:lstStyle/>
        <a:p>
          <a:endParaRPr lang="en-US"/>
        </a:p>
      </dgm:t>
    </dgm:pt>
    <dgm:pt modelId="{18D01162-84F9-420C-B192-0873592D23CB}">
      <dgm:prSet/>
      <dgm:spPr/>
      <dgm:t>
        <a:bodyPr/>
        <a:lstStyle/>
        <a:p>
          <a:r>
            <a:rPr lang="en-US"/>
            <a:t>Careers in Psychology</a:t>
          </a:r>
        </a:p>
      </dgm:t>
    </dgm:pt>
    <dgm:pt modelId="{E8DD6745-3CB6-4F87-A8A5-4B3C6C90B265}" type="parTrans" cxnId="{346B4B70-490E-4786-8FE3-64DF67E8CF26}">
      <dgm:prSet/>
      <dgm:spPr/>
      <dgm:t>
        <a:bodyPr/>
        <a:lstStyle/>
        <a:p>
          <a:endParaRPr lang="en-US"/>
        </a:p>
      </dgm:t>
    </dgm:pt>
    <dgm:pt modelId="{FE11AB09-FC68-4DE2-AEC8-FD283B3EDE7E}" type="sibTrans" cxnId="{346B4B70-490E-4786-8FE3-64DF67E8CF26}">
      <dgm:prSet/>
      <dgm:spPr/>
      <dgm:t>
        <a:bodyPr/>
        <a:lstStyle/>
        <a:p>
          <a:endParaRPr lang="en-US"/>
        </a:p>
      </dgm:t>
    </dgm:pt>
    <dgm:pt modelId="{3B4D911A-3FE1-4D3E-94DE-C2E85244F231}">
      <dgm:prSet/>
      <dgm:spPr/>
      <dgm:t>
        <a:bodyPr/>
        <a:lstStyle/>
        <a:p>
          <a:r>
            <a:rPr lang="en-US"/>
            <a:t>Reminders</a:t>
          </a:r>
        </a:p>
      </dgm:t>
    </dgm:pt>
    <dgm:pt modelId="{5DB8A83C-BE90-4162-9BE6-1E10643F9225}" type="parTrans" cxnId="{8DCE5FF3-FD89-4D03-B5F0-1C692DC6D682}">
      <dgm:prSet/>
      <dgm:spPr/>
      <dgm:t>
        <a:bodyPr/>
        <a:lstStyle/>
        <a:p>
          <a:endParaRPr lang="en-US"/>
        </a:p>
      </dgm:t>
    </dgm:pt>
    <dgm:pt modelId="{97E9CF6A-E1AA-4DAA-B15D-1F9E93E3BF27}" type="sibTrans" cxnId="{8DCE5FF3-FD89-4D03-B5F0-1C692DC6D682}">
      <dgm:prSet/>
      <dgm:spPr/>
      <dgm:t>
        <a:bodyPr/>
        <a:lstStyle/>
        <a:p>
          <a:endParaRPr lang="en-US"/>
        </a:p>
      </dgm:t>
    </dgm:pt>
    <dgm:pt modelId="{8C219FA8-9A05-44E9-AB92-FBCA166E9F7A}" type="pres">
      <dgm:prSet presAssocID="{C5BF0DCA-F5AC-42D6-8CCB-6E356781CA4F}" presName="vert0" presStyleCnt="0">
        <dgm:presLayoutVars>
          <dgm:dir/>
          <dgm:animOne val="branch"/>
          <dgm:animLvl val="lvl"/>
        </dgm:presLayoutVars>
      </dgm:prSet>
      <dgm:spPr/>
    </dgm:pt>
    <dgm:pt modelId="{2CC2DABE-4886-467A-BF3A-BA96A336B0D4}" type="pres">
      <dgm:prSet presAssocID="{06A73A05-AD28-444B-A205-C89D5B60A6C7}" presName="thickLine" presStyleLbl="alignNode1" presStyleIdx="0" presStyleCnt="5"/>
      <dgm:spPr/>
    </dgm:pt>
    <dgm:pt modelId="{51DB600B-B652-4A65-ADFF-21E594BE388D}" type="pres">
      <dgm:prSet presAssocID="{06A73A05-AD28-444B-A205-C89D5B60A6C7}" presName="horz1" presStyleCnt="0"/>
      <dgm:spPr/>
    </dgm:pt>
    <dgm:pt modelId="{A3BAD83C-35A4-4CDF-8B7F-70FDB7BBE2BB}" type="pres">
      <dgm:prSet presAssocID="{06A73A05-AD28-444B-A205-C89D5B60A6C7}" presName="tx1" presStyleLbl="revTx" presStyleIdx="0" presStyleCnt="5"/>
      <dgm:spPr/>
    </dgm:pt>
    <dgm:pt modelId="{94F4E6C8-F79A-4F64-9907-FE9E9E3A8B24}" type="pres">
      <dgm:prSet presAssocID="{06A73A05-AD28-444B-A205-C89D5B60A6C7}" presName="vert1" presStyleCnt="0"/>
      <dgm:spPr/>
    </dgm:pt>
    <dgm:pt modelId="{DFC6D029-3BC9-4F06-BF14-C7728764B92E}" type="pres">
      <dgm:prSet presAssocID="{C4FDB08E-48B7-47C0-857F-5B3C6DFAFE48}" presName="thickLine" presStyleLbl="alignNode1" presStyleIdx="1" presStyleCnt="5"/>
      <dgm:spPr/>
    </dgm:pt>
    <dgm:pt modelId="{E1D8FDA7-8F59-46E5-A67F-12BDDAD8D300}" type="pres">
      <dgm:prSet presAssocID="{C4FDB08E-48B7-47C0-857F-5B3C6DFAFE48}" presName="horz1" presStyleCnt="0"/>
      <dgm:spPr/>
    </dgm:pt>
    <dgm:pt modelId="{7B6A7ECC-F35C-4836-9200-458E153AC7A6}" type="pres">
      <dgm:prSet presAssocID="{C4FDB08E-48B7-47C0-857F-5B3C6DFAFE48}" presName="tx1" presStyleLbl="revTx" presStyleIdx="1" presStyleCnt="5"/>
      <dgm:spPr/>
    </dgm:pt>
    <dgm:pt modelId="{C94E4C36-B802-4CA7-ACDA-A48DA7662DE0}" type="pres">
      <dgm:prSet presAssocID="{C4FDB08E-48B7-47C0-857F-5B3C6DFAFE48}" presName="vert1" presStyleCnt="0"/>
      <dgm:spPr/>
    </dgm:pt>
    <dgm:pt modelId="{9E7D3E61-3705-40B7-B0F4-EE9134C7151F}" type="pres">
      <dgm:prSet presAssocID="{59BAAAAE-D880-4695-811F-FE68A29F0E77}" presName="thickLine" presStyleLbl="alignNode1" presStyleIdx="2" presStyleCnt="5"/>
      <dgm:spPr/>
    </dgm:pt>
    <dgm:pt modelId="{F7B39051-F596-48D9-A939-6C1A7A594C7D}" type="pres">
      <dgm:prSet presAssocID="{59BAAAAE-D880-4695-811F-FE68A29F0E77}" presName="horz1" presStyleCnt="0"/>
      <dgm:spPr/>
    </dgm:pt>
    <dgm:pt modelId="{21A7A372-D98C-475E-A93C-3945356D1F8D}" type="pres">
      <dgm:prSet presAssocID="{59BAAAAE-D880-4695-811F-FE68A29F0E77}" presName="tx1" presStyleLbl="revTx" presStyleIdx="2" presStyleCnt="5"/>
      <dgm:spPr/>
    </dgm:pt>
    <dgm:pt modelId="{B8994962-58A9-41B1-A4B0-69C3522D4018}" type="pres">
      <dgm:prSet presAssocID="{59BAAAAE-D880-4695-811F-FE68A29F0E77}" presName="vert1" presStyleCnt="0"/>
      <dgm:spPr/>
    </dgm:pt>
    <dgm:pt modelId="{C1E46B93-2B48-405C-9E75-80EFB7C8D4EB}" type="pres">
      <dgm:prSet presAssocID="{18D01162-84F9-420C-B192-0873592D23CB}" presName="thickLine" presStyleLbl="alignNode1" presStyleIdx="3" presStyleCnt="5"/>
      <dgm:spPr/>
    </dgm:pt>
    <dgm:pt modelId="{74A50D07-37C5-4159-A825-4EAF89F84E1D}" type="pres">
      <dgm:prSet presAssocID="{18D01162-84F9-420C-B192-0873592D23CB}" presName="horz1" presStyleCnt="0"/>
      <dgm:spPr/>
    </dgm:pt>
    <dgm:pt modelId="{4760F867-D7D7-485D-BB52-0D2A22CF20CB}" type="pres">
      <dgm:prSet presAssocID="{18D01162-84F9-420C-B192-0873592D23CB}" presName="tx1" presStyleLbl="revTx" presStyleIdx="3" presStyleCnt="5"/>
      <dgm:spPr/>
    </dgm:pt>
    <dgm:pt modelId="{9D21F98B-550D-45F3-8140-2FDB3825A422}" type="pres">
      <dgm:prSet presAssocID="{18D01162-84F9-420C-B192-0873592D23CB}" presName="vert1" presStyleCnt="0"/>
      <dgm:spPr/>
    </dgm:pt>
    <dgm:pt modelId="{56488CA4-C16B-41D0-AEC6-310A96C3C6F3}" type="pres">
      <dgm:prSet presAssocID="{3B4D911A-3FE1-4D3E-94DE-C2E85244F231}" presName="thickLine" presStyleLbl="alignNode1" presStyleIdx="4" presStyleCnt="5"/>
      <dgm:spPr/>
    </dgm:pt>
    <dgm:pt modelId="{2725EF20-E89D-4F96-B671-31CE2D3162EF}" type="pres">
      <dgm:prSet presAssocID="{3B4D911A-3FE1-4D3E-94DE-C2E85244F231}" presName="horz1" presStyleCnt="0"/>
      <dgm:spPr/>
    </dgm:pt>
    <dgm:pt modelId="{12767A1A-CD42-4948-9007-755212C074A5}" type="pres">
      <dgm:prSet presAssocID="{3B4D911A-3FE1-4D3E-94DE-C2E85244F231}" presName="tx1" presStyleLbl="revTx" presStyleIdx="4" presStyleCnt="5"/>
      <dgm:spPr/>
    </dgm:pt>
    <dgm:pt modelId="{98127BA7-DD9E-4F90-8573-3F203106B3B2}" type="pres">
      <dgm:prSet presAssocID="{3B4D911A-3FE1-4D3E-94DE-C2E85244F231}" presName="vert1" presStyleCnt="0"/>
      <dgm:spPr/>
    </dgm:pt>
  </dgm:ptLst>
  <dgm:cxnLst>
    <dgm:cxn modelId="{2CF1870D-EC7F-4BFB-8778-6A6FB3280BD2}" type="presOf" srcId="{C4FDB08E-48B7-47C0-857F-5B3C6DFAFE48}" destId="{7B6A7ECC-F35C-4836-9200-458E153AC7A6}" srcOrd="0" destOrd="0" presId="urn:microsoft.com/office/officeart/2008/layout/LinedList"/>
    <dgm:cxn modelId="{7797EB25-59AA-4BEF-9891-54AA41A429FD}" srcId="{C5BF0DCA-F5AC-42D6-8CCB-6E356781CA4F}" destId="{C4FDB08E-48B7-47C0-857F-5B3C6DFAFE48}" srcOrd="1" destOrd="0" parTransId="{CB1B42E5-9EE9-43C1-BE55-8DC475AB5BBF}" sibTransId="{60E03C5C-E75A-403C-9C09-C397A66B5EB5}"/>
    <dgm:cxn modelId="{16CB032F-B622-4460-A03F-80609FEDF3F6}" type="presOf" srcId="{06A73A05-AD28-444B-A205-C89D5B60A6C7}" destId="{A3BAD83C-35A4-4CDF-8B7F-70FDB7BBE2BB}" srcOrd="0" destOrd="0" presId="urn:microsoft.com/office/officeart/2008/layout/LinedList"/>
    <dgm:cxn modelId="{346B4B70-490E-4786-8FE3-64DF67E8CF26}" srcId="{C5BF0DCA-F5AC-42D6-8CCB-6E356781CA4F}" destId="{18D01162-84F9-420C-B192-0873592D23CB}" srcOrd="3" destOrd="0" parTransId="{E8DD6745-3CB6-4F87-A8A5-4B3C6C90B265}" sibTransId="{FE11AB09-FC68-4DE2-AEC8-FD283B3EDE7E}"/>
    <dgm:cxn modelId="{CCC4C37E-D991-4E1E-BAE3-4336EFF439C8}" type="presOf" srcId="{18D01162-84F9-420C-B192-0873592D23CB}" destId="{4760F867-D7D7-485D-BB52-0D2A22CF20CB}" srcOrd="0" destOrd="0" presId="urn:microsoft.com/office/officeart/2008/layout/LinedList"/>
    <dgm:cxn modelId="{DDCCA9A1-2A5E-4963-90E4-35BF6EF0D44D}" type="presOf" srcId="{C5BF0DCA-F5AC-42D6-8CCB-6E356781CA4F}" destId="{8C219FA8-9A05-44E9-AB92-FBCA166E9F7A}" srcOrd="0" destOrd="0" presId="urn:microsoft.com/office/officeart/2008/layout/LinedList"/>
    <dgm:cxn modelId="{2E9BA7AD-1B34-4DB7-B4E0-4F9713D984EF}" type="presOf" srcId="{3B4D911A-3FE1-4D3E-94DE-C2E85244F231}" destId="{12767A1A-CD42-4948-9007-755212C074A5}" srcOrd="0" destOrd="0" presId="urn:microsoft.com/office/officeart/2008/layout/LinedList"/>
    <dgm:cxn modelId="{58716ECC-4266-4650-9095-D64524EE5140}" srcId="{C5BF0DCA-F5AC-42D6-8CCB-6E356781CA4F}" destId="{06A73A05-AD28-444B-A205-C89D5B60A6C7}" srcOrd="0" destOrd="0" parTransId="{C56CC310-1142-4A59-9A54-A65BC93D6EFA}" sibTransId="{3D413E66-C324-4FF4-AB0B-962E2BEE8DB1}"/>
    <dgm:cxn modelId="{E243BADD-BBE7-4975-AAED-6DF379D439E4}" srcId="{C5BF0DCA-F5AC-42D6-8CCB-6E356781CA4F}" destId="{59BAAAAE-D880-4695-811F-FE68A29F0E77}" srcOrd="2" destOrd="0" parTransId="{D93A58A2-085C-4E20-8356-A8D771137022}" sibTransId="{232A52F4-6EFC-4BF3-B1DD-997B17314F2D}"/>
    <dgm:cxn modelId="{954277E5-249B-471D-91DD-A38BC6E4B00D}" type="presOf" srcId="{59BAAAAE-D880-4695-811F-FE68A29F0E77}" destId="{21A7A372-D98C-475E-A93C-3945356D1F8D}" srcOrd="0" destOrd="0" presId="urn:microsoft.com/office/officeart/2008/layout/LinedList"/>
    <dgm:cxn modelId="{8DCE5FF3-FD89-4D03-B5F0-1C692DC6D682}" srcId="{C5BF0DCA-F5AC-42D6-8CCB-6E356781CA4F}" destId="{3B4D911A-3FE1-4D3E-94DE-C2E85244F231}" srcOrd="4" destOrd="0" parTransId="{5DB8A83C-BE90-4162-9BE6-1E10643F9225}" sibTransId="{97E9CF6A-E1AA-4DAA-B15D-1F9E93E3BF27}"/>
    <dgm:cxn modelId="{414913E9-74FD-41D1-A7FD-15C0377E2925}" type="presParOf" srcId="{8C219FA8-9A05-44E9-AB92-FBCA166E9F7A}" destId="{2CC2DABE-4886-467A-BF3A-BA96A336B0D4}" srcOrd="0" destOrd="0" presId="urn:microsoft.com/office/officeart/2008/layout/LinedList"/>
    <dgm:cxn modelId="{5BC38AE8-E116-4FF8-815C-C39069A224EC}" type="presParOf" srcId="{8C219FA8-9A05-44E9-AB92-FBCA166E9F7A}" destId="{51DB600B-B652-4A65-ADFF-21E594BE388D}" srcOrd="1" destOrd="0" presId="urn:microsoft.com/office/officeart/2008/layout/LinedList"/>
    <dgm:cxn modelId="{270A854F-BFE7-4FA4-BB12-6CC9948B55B6}" type="presParOf" srcId="{51DB600B-B652-4A65-ADFF-21E594BE388D}" destId="{A3BAD83C-35A4-4CDF-8B7F-70FDB7BBE2BB}" srcOrd="0" destOrd="0" presId="urn:microsoft.com/office/officeart/2008/layout/LinedList"/>
    <dgm:cxn modelId="{F00AF5A7-A9E0-4554-BB54-8E893BA8A9E7}" type="presParOf" srcId="{51DB600B-B652-4A65-ADFF-21E594BE388D}" destId="{94F4E6C8-F79A-4F64-9907-FE9E9E3A8B24}" srcOrd="1" destOrd="0" presId="urn:microsoft.com/office/officeart/2008/layout/LinedList"/>
    <dgm:cxn modelId="{81A42B6E-EA07-4942-82F5-8735F3604637}" type="presParOf" srcId="{8C219FA8-9A05-44E9-AB92-FBCA166E9F7A}" destId="{DFC6D029-3BC9-4F06-BF14-C7728764B92E}" srcOrd="2" destOrd="0" presId="urn:microsoft.com/office/officeart/2008/layout/LinedList"/>
    <dgm:cxn modelId="{39DC9AA2-40BF-45A4-8DBD-E485BBAD8924}" type="presParOf" srcId="{8C219FA8-9A05-44E9-AB92-FBCA166E9F7A}" destId="{E1D8FDA7-8F59-46E5-A67F-12BDDAD8D300}" srcOrd="3" destOrd="0" presId="urn:microsoft.com/office/officeart/2008/layout/LinedList"/>
    <dgm:cxn modelId="{C66CB633-D47C-4C7B-9FA0-B78F76D52E99}" type="presParOf" srcId="{E1D8FDA7-8F59-46E5-A67F-12BDDAD8D300}" destId="{7B6A7ECC-F35C-4836-9200-458E153AC7A6}" srcOrd="0" destOrd="0" presId="urn:microsoft.com/office/officeart/2008/layout/LinedList"/>
    <dgm:cxn modelId="{D68D2BFB-49F7-4407-9588-46DE1D2A2725}" type="presParOf" srcId="{E1D8FDA7-8F59-46E5-A67F-12BDDAD8D300}" destId="{C94E4C36-B802-4CA7-ACDA-A48DA7662DE0}" srcOrd="1" destOrd="0" presId="urn:microsoft.com/office/officeart/2008/layout/LinedList"/>
    <dgm:cxn modelId="{BE77047F-122F-466D-93FA-FBEDE03CFAE6}" type="presParOf" srcId="{8C219FA8-9A05-44E9-AB92-FBCA166E9F7A}" destId="{9E7D3E61-3705-40B7-B0F4-EE9134C7151F}" srcOrd="4" destOrd="0" presId="urn:microsoft.com/office/officeart/2008/layout/LinedList"/>
    <dgm:cxn modelId="{E79A551D-D935-44B0-A3AB-11B54A1B3AD1}" type="presParOf" srcId="{8C219FA8-9A05-44E9-AB92-FBCA166E9F7A}" destId="{F7B39051-F596-48D9-A939-6C1A7A594C7D}" srcOrd="5" destOrd="0" presId="urn:microsoft.com/office/officeart/2008/layout/LinedList"/>
    <dgm:cxn modelId="{439FFC6A-DEB8-4B12-A843-E29D0CAC67E1}" type="presParOf" srcId="{F7B39051-F596-48D9-A939-6C1A7A594C7D}" destId="{21A7A372-D98C-475E-A93C-3945356D1F8D}" srcOrd="0" destOrd="0" presId="urn:microsoft.com/office/officeart/2008/layout/LinedList"/>
    <dgm:cxn modelId="{106EA0B9-3367-4F0D-8C94-4D8BEA7F2BB2}" type="presParOf" srcId="{F7B39051-F596-48D9-A939-6C1A7A594C7D}" destId="{B8994962-58A9-41B1-A4B0-69C3522D4018}" srcOrd="1" destOrd="0" presId="urn:microsoft.com/office/officeart/2008/layout/LinedList"/>
    <dgm:cxn modelId="{08209F60-929F-4BB0-9CA7-109BD3791177}" type="presParOf" srcId="{8C219FA8-9A05-44E9-AB92-FBCA166E9F7A}" destId="{C1E46B93-2B48-405C-9E75-80EFB7C8D4EB}" srcOrd="6" destOrd="0" presId="urn:microsoft.com/office/officeart/2008/layout/LinedList"/>
    <dgm:cxn modelId="{8736AEF3-158C-4FF0-AF58-BA07A5E14B3F}" type="presParOf" srcId="{8C219FA8-9A05-44E9-AB92-FBCA166E9F7A}" destId="{74A50D07-37C5-4159-A825-4EAF89F84E1D}" srcOrd="7" destOrd="0" presId="urn:microsoft.com/office/officeart/2008/layout/LinedList"/>
    <dgm:cxn modelId="{86BD9C19-56F9-48A5-94B7-ABE1A7E185B1}" type="presParOf" srcId="{74A50D07-37C5-4159-A825-4EAF89F84E1D}" destId="{4760F867-D7D7-485D-BB52-0D2A22CF20CB}" srcOrd="0" destOrd="0" presId="urn:microsoft.com/office/officeart/2008/layout/LinedList"/>
    <dgm:cxn modelId="{9574B9C7-B9B1-4ACD-B4F7-B3E7E36FCD1B}" type="presParOf" srcId="{74A50D07-37C5-4159-A825-4EAF89F84E1D}" destId="{9D21F98B-550D-45F3-8140-2FDB3825A422}" srcOrd="1" destOrd="0" presId="urn:microsoft.com/office/officeart/2008/layout/LinedList"/>
    <dgm:cxn modelId="{E7C8761C-E624-4B27-AF46-87CA61113B0A}" type="presParOf" srcId="{8C219FA8-9A05-44E9-AB92-FBCA166E9F7A}" destId="{56488CA4-C16B-41D0-AEC6-310A96C3C6F3}" srcOrd="8" destOrd="0" presId="urn:microsoft.com/office/officeart/2008/layout/LinedList"/>
    <dgm:cxn modelId="{50A8D151-2E78-44A2-8CB0-B013B84416C0}" type="presParOf" srcId="{8C219FA8-9A05-44E9-AB92-FBCA166E9F7A}" destId="{2725EF20-E89D-4F96-B671-31CE2D3162EF}" srcOrd="9" destOrd="0" presId="urn:microsoft.com/office/officeart/2008/layout/LinedList"/>
    <dgm:cxn modelId="{8985B8CD-2573-4EDB-9651-0FE1FA9A6D5C}" type="presParOf" srcId="{2725EF20-E89D-4F96-B671-31CE2D3162EF}" destId="{12767A1A-CD42-4948-9007-755212C074A5}" srcOrd="0" destOrd="0" presId="urn:microsoft.com/office/officeart/2008/layout/LinedList"/>
    <dgm:cxn modelId="{832D5E6D-6F4F-4B06-9881-116124A16A2B}" type="presParOf" srcId="{2725EF20-E89D-4F96-B671-31CE2D3162EF}" destId="{98127BA7-DD9E-4F90-8573-3F203106B3B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BDF169-14E7-4FA6-B23C-D498B0AA43CD}" type="doc">
      <dgm:prSet loTypeId="urn:microsoft.com/office/officeart/2016/7/layout/RepeatingBendingProcessNew" loCatId="process" qsTypeId="urn:microsoft.com/office/officeart/2005/8/quickstyle/simple2" qsCatId="simple" csTypeId="urn:microsoft.com/office/officeart/2005/8/colors/accent2_2" csCatId="accent2" phldr="1"/>
      <dgm:spPr/>
      <dgm:t>
        <a:bodyPr/>
        <a:lstStyle/>
        <a:p>
          <a:endParaRPr lang="en-US"/>
        </a:p>
      </dgm:t>
    </dgm:pt>
    <dgm:pt modelId="{14805202-A3EE-48E4-AF1F-AF6C57A50639}">
      <dgm:prSet/>
      <dgm:spPr>
        <a:solidFill>
          <a:schemeClr val="accent2">
            <a:lumMod val="60000"/>
            <a:lumOff val="40000"/>
          </a:schemeClr>
        </a:solidFill>
      </dgm:spPr>
      <dgm:t>
        <a:bodyPr/>
        <a:lstStyle/>
        <a:p>
          <a:r>
            <a:rPr lang="en-US" b="1" dirty="0">
              <a:solidFill>
                <a:schemeClr val="tx1"/>
              </a:solidFill>
            </a:rPr>
            <a:t>Structuralism</a:t>
          </a:r>
          <a:r>
            <a:rPr lang="en-US" dirty="0">
              <a:solidFill>
                <a:schemeClr val="tx1"/>
              </a:solidFill>
            </a:rPr>
            <a:t> – understanding the conscious experience through introspection.</a:t>
          </a:r>
        </a:p>
      </dgm:t>
    </dgm:pt>
    <dgm:pt modelId="{ACFF2515-FE95-4917-9C9C-D9EB92C2A258}" type="parTrans" cxnId="{FCD70AD1-7EDA-464D-8B87-089D46969569}">
      <dgm:prSet/>
      <dgm:spPr/>
      <dgm:t>
        <a:bodyPr/>
        <a:lstStyle/>
        <a:p>
          <a:endParaRPr lang="en-US">
            <a:solidFill>
              <a:schemeClr val="tx1"/>
            </a:solidFill>
          </a:endParaRPr>
        </a:p>
      </dgm:t>
    </dgm:pt>
    <dgm:pt modelId="{A69C337E-BF52-4D0D-9A1F-106ED1830850}" type="sibTrans" cxnId="{FCD70AD1-7EDA-464D-8B87-089D46969569}">
      <dgm:prSet/>
      <dgm:spPr/>
      <dgm:t>
        <a:bodyPr/>
        <a:lstStyle/>
        <a:p>
          <a:endParaRPr lang="en-US">
            <a:solidFill>
              <a:schemeClr val="tx1"/>
            </a:solidFill>
          </a:endParaRPr>
        </a:p>
      </dgm:t>
    </dgm:pt>
    <dgm:pt modelId="{56347AB3-BB0C-4032-8F85-9F25DBE1BC67}">
      <dgm:prSet/>
      <dgm:spPr>
        <a:solidFill>
          <a:schemeClr val="accent2">
            <a:lumMod val="60000"/>
            <a:lumOff val="40000"/>
          </a:schemeClr>
        </a:solidFill>
      </dgm:spPr>
      <dgm:t>
        <a:bodyPr/>
        <a:lstStyle/>
        <a:p>
          <a:r>
            <a:rPr lang="en-US" b="1" dirty="0">
              <a:solidFill>
                <a:schemeClr val="tx1"/>
              </a:solidFill>
            </a:rPr>
            <a:t>Functionalism </a:t>
          </a:r>
          <a:r>
            <a:rPr lang="en-US" dirty="0">
              <a:solidFill>
                <a:schemeClr val="tx1"/>
              </a:solidFill>
            </a:rPr>
            <a:t>– focused on how mental activities helped an organism adapt to its environment.</a:t>
          </a:r>
        </a:p>
      </dgm:t>
    </dgm:pt>
    <dgm:pt modelId="{9E5A0621-F7D9-4774-9E53-39C543A4406B}" type="parTrans" cxnId="{8352B362-422E-4C61-9870-9A11A405D1A2}">
      <dgm:prSet/>
      <dgm:spPr/>
      <dgm:t>
        <a:bodyPr/>
        <a:lstStyle/>
        <a:p>
          <a:endParaRPr lang="en-US">
            <a:solidFill>
              <a:schemeClr val="tx1"/>
            </a:solidFill>
          </a:endParaRPr>
        </a:p>
      </dgm:t>
    </dgm:pt>
    <dgm:pt modelId="{6917E341-6AE4-4649-899F-F0FF953DE388}" type="sibTrans" cxnId="{8352B362-422E-4C61-9870-9A11A405D1A2}">
      <dgm:prSet/>
      <dgm:spPr/>
      <dgm:t>
        <a:bodyPr/>
        <a:lstStyle/>
        <a:p>
          <a:endParaRPr lang="en-US">
            <a:solidFill>
              <a:schemeClr val="tx1"/>
            </a:solidFill>
          </a:endParaRPr>
        </a:p>
      </dgm:t>
    </dgm:pt>
    <dgm:pt modelId="{8F1FC46F-417E-4E4D-A17F-6F0C3CCD35C4}">
      <dgm:prSet/>
      <dgm:spPr>
        <a:solidFill>
          <a:schemeClr val="accent2">
            <a:lumMod val="60000"/>
            <a:lumOff val="40000"/>
          </a:schemeClr>
        </a:solidFill>
      </dgm:spPr>
      <dgm:t>
        <a:bodyPr/>
        <a:lstStyle/>
        <a:p>
          <a:r>
            <a:rPr lang="en-US" b="1" dirty="0">
              <a:solidFill>
                <a:schemeClr val="tx1"/>
              </a:solidFill>
            </a:rPr>
            <a:t>Psychoanalytic Theory </a:t>
          </a:r>
          <a:r>
            <a:rPr lang="en-US" dirty="0">
              <a:solidFill>
                <a:schemeClr val="tx1"/>
              </a:solidFill>
            </a:rPr>
            <a:t>– focuses on the role of the unconscious in affecting conscious behavior.</a:t>
          </a:r>
        </a:p>
      </dgm:t>
    </dgm:pt>
    <dgm:pt modelId="{7A245DEA-4ED9-4485-A298-F294F9FF0364}" type="parTrans" cxnId="{52FA2578-6B3C-4C3B-9033-80096F995039}">
      <dgm:prSet/>
      <dgm:spPr/>
      <dgm:t>
        <a:bodyPr/>
        <a:lstStyle/>
        <a:p>
          <a:endParaRPr lang="en-US">
            <a:solidFill>
              <a:schemeClr val="tx1"/>
            </a:solidFill>
          </a:endParaRPr>
        </a:p>
      </dgm:t>
    </dgm:pt>
    <dgm:pt modelId="{921AB651-1A6F-4038-843A-EACE2F6DC4C4}" type="sibTrans" cxnId="{52FA2578-6B3C-4C3B-9033-80096F995039}">
      <dgm:prSet/>
      <dgm:spPr/>
      <dgm:t>
        <a:bodyPr/>
        <a:lstStyle/>
        <a:p>
          <a:endParaRPr lang="en-US">
            <a:solidFill>
              <a:schemeClr val="tx1"/>
            </a:solidFill>
          </a:endParaRPr>
        </a:p>
      </dgm:t>
    </dgm:pt>
    <dgm:pt modelId="{14F69E8C-6E1D-4EE0-87E9-52AAC679043C}">
      <dgm:prSet/>
      <dgm:spPr>
        <a:solidFill>
          <a:schemeClr val="accent2">
            <a:lumMod val="60000"/>
            <a:lumOff val="40000"/>
          </a:schemeClr>
        </a:solidFill>
      </dgm:spPr>
      <dgm:t>
        <a:bodyPr/>
        <a:lstStyle/>
        <a:p>
          <a:r>
            <a:rPr lang="en-US" b="1" dirty="0">
              <a:solidFill>
                <a:schemeClr val="tx1"/>
              </a:solidFill>
            </a:rPr>
            <a:t>Gestalt Psychology </a:t>
          </a:r>
          <a:r>
            <a:rPr lang="en-US" dirty="0">
              <a:solidFill>
                <a:schemeClr val="tx1"/>
              </a:solidFill>
            </a:rPr>
            <a:t>– Focuses on humans as a whole rather than individual parts.</a:t>
          </a:r>
        </a:p>
      </dgm:t>
    </dgm:pt>
    <dgm:pt modelId="{52974FC6-7A84-4AEC-8765-13775B27F7A3}" type="parTrans" cxnId="{7481537F-9894-47E6-8892-B5DE6D6D9233}">
      <dgm:prSet/>
      <dgm:spPr/>
      <dgm:t>
        <a:bodyPr/>
        <a:lstStyle/>
        <a:p>
          <a:endParaRPr lang="en-US">
            <a:solidFill>
              <a:schemeClr val="tx1"/>
            </a:solidFill>
          </a:endParaRPr>
        </a:p>
      </dgm:t>
    </dgm:pt>
    <dgm:pt modelId="{02ED4C4B-983A-4E4F-9504-CE247A8E3A61}" type="sibTrans" cxnId="{7481537F-9894-47E6-8892-B5DE6D6D9233}">
      <dgm:prSet/>
      <dgm:spPr/>
      <dgm:t>
        <a:bodyPr/>
        <a:lstStyle/>
        <a:p>
          <a:endParaRPr lang="en-US">
            <a:solidFill>
              <a:schemeClr val="tx1"/>
            </a:solidFill>
          </a:endParaRPr>
        </a:p>
      </dgm:t>
    </dgm:pt>
    <dgm:pt modelId="{5DBE419A-B073-4030-9E68-A57B98B69CAA}">
      <dgm:prSet/>
      <dgm:spPr>
        <a:solidFill>
          <a:schemeClr val="accent2">
            <a:lumMod val="60000"/>
            <a:lumOff val="40000"/>
          </a:schemeClr>
        </a:solidFill>
      </dgm:spPr>
      <dgm:t>
        <a:bodyPr/>
        <a:lstStyle/>
        <a:p>
          <a:r>
            <a:rPr lang="en-US" b="1" dirty="0">
              <a:solidFill>
                <a:schemeClr val="tx1"/>
              </a:solidFill>
            </a:rPr>
            <a:t>Behaviorism </a:t>
          </a:r>
          <a:r>
            <a:rPr lang="en-US" dirty="0">
              <a:solidFill>
                <a:schemeClr val="tx1"/>
              </a:solidFill>
            </a:rPr>
            <a:t>– focuses on observing and controlling behavior.</a:t>
          </a:r>
        </a:p>
      </dgm:t>
    </dgm:pt>
    <dgm:pt modelId="{709E63C2-F9F2-40AD-BB3B-40D2A78AAB47}" type="parTrans" cxnId="{91CD8454-6B9E-4104-848A-2D0913B1EFDE}">
      <dgm:prSet/>
      <dgm:spPr/>
      <dgm:t>
        <a:bodyPr/>
        <a:lstStyle/>
        <a:p>
          <a:endParaRPr lang="en-US">
            <a:solidFill>
              <a:schemeClr val="tx1"/>
            </a:solidFill>
          </a:endParaRPr>
        </a:p>
      </dgm:t>
    </dgm:pt>
    <dgm:pt modelId="{D60E18D0-EACF-4D7C-89B4-92E3ED18BEB3}" type="sibTrans" cxnId="{91CD8454-6B9E-4104-848A-2D0913B1EFDE}">
      <dgm:prSet/>
      <dgm:spPr/>
      <dgm:t>
        <a:bodyPr/>
        <a:lstStyle/>
        <a:p>
          <a:endParaRPr lang="en-US">
            <a:solidFill>
              <a:schemeClr val="tx1"/>
            </a:solidFill>
          </a:endParaRPr>
        </a:p>
      </dgm:t>
    </dgm:pt>
    <dgm:pt modelId="{631C90E0-9BAC-4CE9-9DA9-F5F426625F05}">
      <dgm:prSet/>
      <dgm:spPr>
        <a:solidFill>
          <a:schemeClr val="accent2">
            <a:lumMod val="60000"/>
            <a:lumOff val="40000"/>
          </a:schemeClr>
        </a:solidFill>
      </dgm:spPr>
      <dgm:t>
        <a:bodyPr/>
        <a:lstStyle/>
        <a:p>
          <a:r>
            <a:rPr lang="en-US" b="1" dirty="0">
              <a:solidFill>
                <a:schemeClr val="tx1"/>
              </a:solidFill>
            </a:rPr>
            <a:t>Humanism </a:t>
          </a:r>
          <a:r>
            <a:rPr lang="en-US" dirty="0">
              <a:solidFill>
                <a:schemeClr val="tx1"/>
              </a:solidFill>
            </a:rPr>
            <a:t>- emphasizes the potential for good that is innate to all humans.</a:t>
          </a:r>
        </a:p>
      </dgm:t>
    </dgm:pt>
    <dgm:pt modelId="{BBF8CE96-E2B8-4715-8195-CD62030E8FEC}" type="parTrans" cxnId="{B5C76DC9-EA1F-4084-B9C4-A5D5805208DC}">
      <dgm:prSet/>
      <dgm:spPr/>
      <dgm:t>
        <a:bodyPr/>
        <a:lstStyle/>
        <a:p>
          <a:endParaRPr lang="en-US">
            <a:solidFill>
              <a:schemeClr val="tx1"/>
            </a:solidFill>
          </a:endParaRPr>
        </a:p>
      </dgm:t>
    </dgm:pt>
    <dgm:pt modelId="{3F24E02B-5C23-4C48-BF53-83C798C04DD8}" type="sibTrans" cxnId="{B5C76DC9-EA1F-4084-B9C4-A5D5805208DC}">
      <dgm:prSet/>
      <dgm:spPr/>
      <dgm:t>
        <a:bodyPr/>
        <a:lstStyle/>
        <a:p>
          <a:endParaRPr lang="en-US">
            <a:solidFill>
              <a:schemeClr val="tx1"/>
            </a:solidFill>
          </a:endParaRPr>
        </a:p>
      </dgm:t>
    </dgm:pt>
    <dgm:pt modelId="{92CF2349-9C41-4742-B1E3-355D96A087FB}" type="pres">
      <dgm:prSet presAssocID="{3BBDF169-14E7-4FA6-B23C-D498B0AA43CD}" presName="Name0" presStyleCnt="0">
        <dgm:presLayoutVars>
          <dgm:dir/>
          <dgm:resizeHandles val="exact"/>
        </dgm:presLayoutVars>
      </dgm:prSet>
      <dgm:spPr/>
    </dgm:pt>
    <dgm:pt modelId="{9C8B9310-E46A-40F9-A515-08FD56AEEA55}" type="pres">
      <dgm:prSet presAssocID="{14805202-A3EE-48E4-AF1F-AF6C57A50639}" presName="node" presStyleLbl="node1" presStyleIdx="0" presStyleCnt="6">
        <dgm:presLayoutVars>
          <dgm:bulletEnabled val="1"/>
        </dgm:presLayoutVars>
      </dgm:prSet>
      <dgm:spPr/>
    </dgm:pt>
    <dgm:pt modelId="{C7E1AC6F-6B9F-4592-9FC6-578723D117B6}" type="pres">
      <dgm:prSet presAssocID="{A69C337E-BF52-4D0D-9A1F-106ED1830850}" presName="sibTrans" presStyleLbl="sibTrans1D1" presStyleIdx="0" presStyleCnt="5"/>
      <dgm:spPr/>
    </dgm:pt>
    <dgm:pt modelId="{746CDA84-1E82-450D-ACCC-DD86B02FCD2F}" type="pres">
      <dgm:prSet presAssocID="{A69C337E-BF52-4D0D-9A1F-106ED1830850}" presName="connectorText" presStyleLbl="sibTrans1D1" presStyleIdx="0" presStyleCnt="5"/>
      <dgm:spPr/>
    </dgm:pt>
    <dgm:pt modelId="{2BED2170-CF83-4D24-BFC3-79F838843377}" type="pres">
      <dgm:prSet presAssocID="{56347AB3-BB0C-4032-8F85-9F25DBE1BC67}" presName="node" presStyleLbl="node1" presStyleIdx="1" presStyleCnt="6">
        <dgm:presLayoutVars>
          <dgm:bulletEnabled val="1"/>
        </dgm:presLayoutVars>
      </dgm:prSet>
      <dgm:spPr/>
    </dgm:pt>
    <dgm:pt modelId="{3BCF566D-CC70-4ADA-A69F-274D75BB190B}" type="pres">
      <dgm:prSet presAssocID="{6917E341-6AE4-4649-899F-F0FF953DE388}" presName="sibTrans" presStyleLbl="sibTrans1D1" presStyleIdx="1" presStyleCnt="5"/>
      <dgm:spPr/>
    </dgm:pt>
    <dgm:pt modelId="{9AB6C8B4-25FA-4E12-82EA-D65CB6D92F4D}" type="pres">
      <dgm:prSet presAssocID="{6917E341-6AE4-4649-899F-F0FF953DE388}" presName="connectorText" presStyleLbl="sibTrans1D1" presStyleIdx="1" presStyleCnt="5"/>
      <dgm:spPr/>
    </dgm:pt>
    <dgm:pt modelId="{76629421-E4EE-4A0A-949A-2C524C714E79}" type="pres">
      <dgm:prSet presAssocID="{8F1FC46F-417E-4E4D-A17F-6F0C3CCD35C4}" presName="node" presStyleLbl="node1" presStyleIdx="2" presStyleCnt="6">
        <dgm:presLayoutVars>
          <dgm:bulletEnabled val="1"/>
        </dgm:presLayoutVars>
      </dgm:prSet>
      <dgm:spPr/>
    </dgm:pt>
    <dgm:pt modelId="{F5B7BE00-F601-44FA-8282-78D05292CDD4}" type="pres">
      <dgm:prSet presAssocID="{921AB651-1A6F-4038-843A-EACE2F6DC4C4}" presName="sibTrans" presStyleLbl="sibTrans1D1" presStyleIdx="2" presStyleCnt="5"/>
      <dgm:spPr/>
    </dgm:pt>
    <dgm:pt modelId="{E9744C88-1C96-4D11-8AC6-1CC91BF6EE68}" type="pres">
      <dgm:prSet presAssocID="{921AB651-1A6F-4038-843A-EACE2F6DC4C4}" presName="connectorText" presStyleLbl="sibTrans1D1" presStyleIdx="2" presStyleCnt="5"/>
      <dgm:spPr/>
    </dgm:pt>
    <dgm:pt modelId="{A35820C4-CD63-48FF-A035-33413D86EC9A}" type="pres">
      <dgm:prSet presAssocID="{14F69E8C-6E1D-4EE0-87E9-52AAC679043C}" presName="node" presStyleLbl="node1" presStyleIdx="3" presStyleCnt="6">
        <dgm:presLayoutVars>
          <dgm:bulletEnabled val="1"/>
        </dgm:presLayoutVars>
      </dgm:prSet>
      <dgm:spPr/>
    </dgm:pt>
    <dgm:pt modelId="{95EFACBF-CFB8-441B-BE21-B1DA0B50C905}" type="pres">
      <dgm:prSet presAssocID="{02ED4C4B-983A-4E4F-9504-CE247A8E3A61}" presName="sibTrans" presStyleLbl="sibTrans1D1" presStyleIdx="3" presStyleCnt="5"/>
      <dgm:spPr/>
    </dgm:pt>
    <dgm:pt modelId="{0F5BD1A4-E994-4C82-B935-CFA8DF01C958}" type="pres">
      <dgm:prSet presAssocID="{02ED4C4B-983A-4E4F-9504-CE247A8E3A61}" presName="connectorText" presStyleLbl="sibTrans1D1" presStyleIdx="3" presStyleCnt="5"/>
      <dgm:spPr/>
    </dgm:pt>
    <dgm:pt modelId="{1763BA5A-C2CB-42AE-9CD8-9884BFD45B1F}" type="pres">
      <dgm:prSet presAssocID="{5DBE419A-B073-4030-9E68-A57B98B69CAA}" presName="node" presStyleLbl="node1" presStyleIdx="4" presStyleCnt="6">
        <dgm:presLayoutVars>
          <dgm:bulletEnabled val="1"/>
        </dgm:presLayoutVars>
      </dgm:prSet>
      <dgm:spPr/>
    </dgm:pt>
    <dgm:pt modelId="{ADA897E1-169F-4B2E-86E1-E1E44376F26A}" type="pres">
      <dgm:prSet presAssocID="{D60E18D0-EACF-4D7C-89B4-92E3ED18BEB3}" presName="sibTrans" presStyleLbl="sibTrans1D1" presStyleIdx="4" presStyleCnt="5"/>
      <dgm:spPr/>
    </dgm:pt>
    <dgm:pt modelId="{7099CCD1-9205-4ACA-B8D2-F3F13FF4ECBA}" type="pres">
      <dgm:prSet presAssocID="{D60E18D0-EACF-4D7C-89B4-92E3ED18BEB3}" presName="connectorText" presStyleLbl="sibTrans1D1" presStyleIdx="4" presStyleCnt="5"/>
      <dgm:spPr/>
    </dgm:pt>
    <dgm:pt modelId="{D07C6BFC-25CF-4901-ACD7-CAEDD04D471C}" type="pres">
      <dgm:prSet presAssocID="{631C90E0-9BAC-4CE9-9DA9-F5F426625F05}" presName="node" presStyleLbl="node1" presStyleIdx="5" presStyleCnt="6">
        <dgm:presLayoutVars>
          <dgm:bulletEnabled val="1"/>
        </dgm:presLayoutVars>
      </dgm:prSet>
      <dgm:spPr/>
    </dgm:pt>
  </dgm:ptLst>
  <dgm:cxnLst>
    <dgm:cxn modelId="{AB4DAC0E-E82D-4F79-A8B8-0EE90F2135EA}" type="presOf" srcId="{D60E18D0-EACF-4D7C-89B4-92E3ED18BEB3}" destId="{ADA897E1-169F-4B2E-86E1-E1E44376F26A}" srcOrd="0" destOrd="0" presId="urn:microsoft.com/office/officeart/2016/7/layout/RepeatingBendingProcessNew"/>
    <dgm:cxn modelId="{38C75817-1A65-4C7A-BB24-F20ED6998D85}" type="presOf" srcId="{6917E341-6AE4-4649-899F-F0FF953DE388}" destId="{3BCF566D-CC70-4ADA-A69F-274D75BB190B}" srcOrd="0" destOrd="0" presId="urn:microsoft.com/office/officeart/2016/7/layout/RepeatingBendingProcessNew"/>
    <dgm:cxn modelId="{39076F30-7CF0-4516-805C-85BBF76E33D2}" type="presOf" srcId="{3BBDF169-14E7-4FA6-B23C-D498B0AA43CD}" destId="{92CF2349-9C41-4742-B1E3-355D96A087FB}" srcOrd="0" destOrd="0" presId="urn:microsoft.com/office/officeart/2016/7/layout/RepeatingBendingProcessNew"/>
    <dgm:cxn modelId="{466DA132-FD8D-465D-82D4-083913BFDFB4}" type="presOf" srcId="{921AB651-1A6F-4038-843A-EACE2F6DC4C4}" destId="{E9744C88-1C96-4D11-8AC6-1CC91BF6EE68}" srcOrd="1" destOrd="0" presId="urn:microsoft.com/office/officeart/2016/7/layout/RepeatingBendingProcessNew"/>
    <dgm:cxn modelId="{0516CE33-60A5-4C91-ABF9-C2D64F214806}" type="presOf" srcId="{14F69E8C-6E1D-4EE0-87E9-52AAC679043C}" destId="{A35820C4-CD63-48FF-A035-33413D86EC9A}" srcOrd="0" destOrd="0" presId="urn:microsoft.com/office/officeart/2016/7/layout/RepeatingBendingProcessNew"/>
    <dgm:cxn modelId="{59313538-0BA5-4DC0-BFD5-923A17EC4670}" type="presOf" srcId="{D60E18D0-EACF-4D7C-89B4-92E3ED18BEB3}" destId="{7099CCD1-9205-4ACA-B8D2-F3F13FF4ECBA}" srcOrd="1" destOrd="0" presId="urn:microsoft.com/office/officeart/2016/7/layout/RepeatingBendingProcessNew"/>
    <dgm:cxn modelId="{8352B362-422E-4C61-9870-9A11A405D1A2}" srcId="{3BBDF169-14E7-4FA6-B23C-D498B0AA43CD}" destId="{56347AB3-BB0C-4032-8F85-9F25DBE1BC67}" srcOrd="1" destOrd="0" parTransId="{9E5A0621-F7D9-4774-9E53-39C543A4406B}" sibTransId="{6917E341-6AE4-4649-899F-F0FF953DE388}"/>
    <dgm:cxn modelId="{057F8C6A-568F-4490-9B07-99AAC27449F1}" type="presOf" srcId="{02ED4C4B-983A-4E4F-9504-CE247A8E3A61}" destId="{0F5BD1A4-E994-4C82-B935-CFA8DF01C958}" srcOrd="1" destOrd="0" presId="urn:microsoft.com/office/officeart/2016/7/layout/RepeatingBendingProcessNew"/>
    <dgm:cxn modelId="{F38E4872-42DE-4419-962D-B2F2C39045A5}" type="presOf" srcId="{631C90E0-9BAC-4CE9-9DA9-F5F426625F05}" destId="{D07C6BFC-25CF-4901-ACD7-CAEDD04D471C}" srcOrd="0" destOrd="0" presId="urn:microsoft.com/office/officeart/2016/7/layout/RepeatingBendingProcessNew"/>
    <dgm:cxn modelId="{91CD8454-6B9E-4104-848A-2D0913B1EFDE}" srcId="{3BBDF169-14E7-4FA6-B23C-D498B0AA43CD}" destId="{5DBE419A-B073-4030-9E68-A57B98B69CAA}" srcOrd="4" destOrd="0" parTransId="{709E63C2-F9F2-40AD-BB3B-40D2A78AAB47}" sibTransId="{D60E18D0-EACF-4D7C-89B4-92E3ED18BEB3}"/>
    <dgm:cxn modelId="{52FA2578-6B3C-4C3B-9033-80096F995039}" srcId="{3BBDF169-14E7-4FA6-B23C-D498B0AA43CD}" destId="{8F1FC46F-417E-4E4D-A17F-6F0C3CCD35C4}" srcOrd="2" destOrd="0" parTransId="{7A245DEA-4ED9-4485-A298-F294F9FF0364}" sibTransId="{921AB651-1A6F-4038-843A-EACE2F6DC4C4}"/>
    <dgm:cxn modelId="{4F5AC379-6FFE-4DE9-A5A4-19DB53276BFC}" type="presOf" srcId="{A69C337E-BF52-4D0D-9A1F-106ED1830850}" destId="{C7E1AC6F-6B9F-4592-9FC6-578723D117B6}" srcOrd="0" destOrd="0" presId="urn:microsoft.com/office/officeart/2016/7/layout/RepeatingBendingProcessNew"/>
    <dgm:cxn modelId="{C160AC7E-C1E6-4772-B440-D4C4ED381286}" type="presOf" srcId="{02ED4C4B-983A-4E4F-9504-CE247A8E3A61}" destId="{95EFACBF-CFB8-441B-BE21-B1DA0B50C905}" srcOrd="0" destOrd="0" presId="urn:microsoft.com/office/officeart/2016/7/layout/RepeatingBendingProcessNew"/>
    <dgm:cxn modelId="{7481537F-9894-47E6-8892-B5DE6D6D9233}" srcId="{3BBDF169-14E7-4FA6-B23C-D498B0AA43CD}" destId="{14F69E8C-6E1D-4EE0-87E9-52AAC679043C}" srcOrd="3" destOrd="0" parTransId="{52974FC6-7A84-4AEC-8765-13775B27F7A3}" sibTransId="{02ED4C4B-983A-4E4F-9504-CE247A8E3A61}"/>
    <dgm:cxn modelId="{8059B496-2804-4ADD-AD4B-EB67ACEB26D0}" type="presOf" srcId="{A69C337E-BF52-4D0D-9A1F-106ED1830850}" destId="{746CDA84-1E82-450D-ACCC-DD86B02FCD2F}" srcOrd="1" destOrd="0" presId="urn:microsoft.com/office/officeart/2016/7/layout/RepeatingBendingProcessNew"/>
    <dgm:cxn modelId="{FCA34DA0-FA7B-4E3E-95BE-76585993ECC9}" type="presOf" srcId="{5DBE419A-B073-4030-9E68-A57B98B69CAA}" destId="{1763BA5A-C2CB-42AE-9CD8-9884BFD45B1F}" srcOrd="0" destOrd="0" presId="urn:microsoft.com/office/officeart/2016/7/layout/RepeatingBendingProcessNew"/>
    <dgm:cxn modelId="{312FE0A9-708B-478C-9171-088494DCE7D2}" type="presOf" srcId="{56347AB3-BB0C-4032-8F85-9F25DBE1BC67}" destId="{2BED2170-CF83-4D24-BFC3-79F838843377}" srcOrd="0" destOrd="0" presId="urn:microsoft.com/office/officeart/2016/7/layout/RepeatingBendingProcessNew"/>
    <dgm:cxn modelId="{085176AD-5A20-470E-96A0-8D1D7FA088AF}" type="presOf" srcId="{8F1FC46F-417E-4E4D-A17F-6F0C3CCD35C4}" destId="{76629421-E4EE-4A0A-949A-2C524C714E79}" srcOrd="0" destOrd="0" presId="urn:microsoft.com/office/officeart/2016/7/layout/RepeatingBendingProcessNew"/>
    <dgm:cxn modelId="{7EFABFB1-DA50-4FE2-89A2-37D73134A80B}" type="presOf" srcId="{921AB651-1A6F-4038-843A-EACE2F6DC4C4}" destId="{F5B7BE00-F601-44FA-8282-78D05292CDD4}" srcOrd="0" destOrd="0" presId="urn:microsoft.com/office/officeart/2016/7/layout/RepeatingBendingProcessNew"/>
    <dgm:cxn modelId="{010FBEBC-553F-4AB9-BD31-5EE958189E39}" type="presOf" srcId="{14805202-A3EE-48E4-AF1F-AF6C57A50639}" destId="{9C8B9310-E46A-40F9-A515-08FD56AEEA55}" srcOrd="0" destOrd="0" presId="urn:microsoft.com/office/officeart/2016/7/layout/RepeatingBendingProcessNew"/>
    <dgm:cxn modelId="{B5C76DC9-EA1F-4084-B9C4-A5D5805208DC}" srcId="{3BBDF169-14E7-4FA6-B23C-D498B0AA43CD}" destId="{631C90E0-9BAC-4CE9-9DA9-F5F426625F05}" srcOrd="5" destOrd="0" parTransId="{BBF8CE96-E2B8-4715-8195-CD62030E8FEC}" sibTransId="{3F24E02B-5C23-4C48-BF53-83C798C04DD8}"/>
    <dgm:cxn modelId="{FCD70AD1-7EDA-464D-8B87-089D46969569}" srcId="{3BBDF169-14E7-4FA6-B23C-D498B0AA43CD}" destId="{14805202-A3EE-48E4-AF1F-AF6C57A50639}" srcOrd="0" destOrd="0" parTransId="{ACFF2515-FE95-4917-9C9C-D9EB92C2A258}" sibTransId="{A69C337E-BF52-4D0D-9A1F-106ED1830850}"/>
    <dgm:cxn modelId="{96A3B8DC-4D7F-4893-82FB-A29EBF137C35}" type="presOf" srcId="{6917E341-6AE4-4649-899F-F0FF953DE388}" destId="{9AB6C8B4-25FA-4E12-82EA-D65CB6D92F4D}" srcOrd="1" destOrd="0" presId="urn:microsoft.com/office/officeart/2016/7/layout/RepeatingBendingProcessNew"/>
    <dgm:cxn modelId="{A4C6C090-669F-4AEC-864D-98452CB25F8C}" type="presParOf" srcId="{92CF2349-9C41-4742-B1E3-355D96A087FB}" destId="{9C8B9310-E46A-40F9-A515-08FD56AEEA55}" srcOrd="0" destOrd="0" presId="urn:microsoft.com/office/officeart/2016/7/layout/RepeatingBendingProcessNew"/>
    <dgm:cxn modelId="{48F8CFA3-F3D1-4333-8916-3D170064AE45}" type="presParOf" srcId="{92CF2349-9C41-4742-B1E3-355D96A087FB}" destId="{C7E1AC6F-6B9F-4592-9FC6-578723D117B6}" srcOrd="1" destOrd="0" presId="urn:microsoft.com/office/officeart/2016/7/layout/RepeatingBendingProcessNew"/>
    <dgm:cxn modelId="{5F2E459C-155C-47F5-9864-4271D6D709C3}" type="presParOf" srcId="{C7E1AC6F-6B9F-4592-9FC6-578723D117B6}" destId="{746CDA84-1E82-450D-ACCC-DD86B02FCD2F}" srcOrd="0" destOrd="0" presId="urn:microsoft.com/office/officeart/2016/7/layout/RepeatingBendingProcessNew"/>
    <dgm:cxn modelId="{4CD3BD14-4652-4981-8015-12C30A4506CB}" type="presParOf" srcId="{92CF2349-9C41-4742-B1E3-355D96A087FB}" destId="{2BED2170-CF83-4D24-BFC3-79F838843377}" srcOrd="2" destOrd="0" presId="urn:microsoft.com/office/officeart/2016/7/layout/RepeatingBendingProcessNew"/>
    <dgm:cxn modelId="{298D6A63-F22A-48D3-9B0A-8949D4B63DF7}" type="presParOf" srcId="{92CF2349-9C41-4742-B1E3-355D96A087FB}" destId="{3BCF566D-CC70-4ADA-A69F-274D75BB190B}" srcOrd="3" destOrd="0" presId="urn:microsoft.com/office/officeart/2016/7/layout/RepeatingBendingProcessNew"/>
    <dgm:cxn modelId="{F5518103-3C89-49A1-A624-4CC17D6E5745}" type="presParOf" srcId="{3BCF566D-CC70-4ADA-A69F-274D75BB190B}" destId="{9AB6C8B4-25FA-4E12-82EA-D65CB6D92F4D}" srcOrd="0" destOrd="0" presId="urn:microsoft.com/office/officeart/2016/7/layout/RepeatingBendingProcessNew"/>
    <dgm:cxn modelId="{9D731822-D76A-4ABD-9B4A-2E2E0F1483D0}" type="presParOf" srcId="{92CF2349-9C41-4742-B1E3-355D96A087FB}" destId="{76629421-E4EE-4A0A-949A-2C524C714E79}" srcOrd="4" destOrd="0" presId="urn:microsoft.com/office/officeart/2016/7/layout/RepeatingBendingProcessNew"/>
    <dgm:cxn modelId="{FD1B1E6F-B366-4ADA-98E8-5270DCB68B96}" type="presParOf" srcId="{92CF2349-9C41-4742-B1E3-355D96A087FB}" destId="{F5B7BE00-F601-44FA-8282-78D05292CDD4}" srcOrd="5" destOrd="0" presId="urn:microsoft.com/office/officeart/2016/7/layout/RepeatingBendingProcessNew"/>
    <dgm:cxn modelId="{FE09685F-6596-423F-A887-AE5E734B0542}" type="presParOf" srcId="{F5B7BE00-F601-44FA-8282-78D05292CDD4}" destId="{E9744C88-1C96-4D11-8AC6-1CC91BF6EE68}" srcOrd="0" destOrd="0" presId="urn:microsoft.com/office/officeart/2016/7/layout/RepeatingBendingProcessNew"/>
    <dgm:cxn modelId="{BEA706F9-DCA6-4E73-B783-D4C32612C676}" type="presParOf" srcId="{92CF2349-9C41-4742-B1E3-355D96A087FB}" destId="{A35820C4-CD63-48FF-A035-33413D86EC9A}" srcOrd="6" destOrd="0" presId="urn:microsoft.com/office/officeart/2016/7/layout/RepeatingBendingProcessNew"/>
    <dgm:cxn modelId="{A0003EE5-35CB-45BE-B3E4-ADC2B8A8CD20}" type="presParOf" srcId="{92CF2349-9C41-4742-B1E3-355D96A087FB}" destId="{95EFACBF-CFB8-441B-BE21-B1DA0B50C905}" srcOrd="7" destOrd="0" presId="urn:microsoft.com/office/officeart/2016/7/layout/RepeatingBendingProcessNew"/>
    <dgm:cxn modelId="{37072ABC-33C6-48E0-ABEA-C3FBBFBA1FC7}" type="presParOf" srcId="{95EFACBF-CFB8-441B-BE21-B1DA0B50C905}" destId="{0F5BD1A4-E994-4C82-B935-CFA8DF01C958}" srcOrd="0" destOrd="0" presId="urn:microsoft.com/office/officeart/2016/7/layout/RepeatingBendingProcessNew"/>
    <dgm:cxn modelId="{494DCABF-35B4-4612-A424-3C8F01D44DBB}" type="presParOf" srcId="{92CF2349-9C41-4742-B1E3-355D96A087FB}" destId="{1763BA5A-C2CB-42AE-9CD8-9884BFD45B1F}" srcOrd="8" destOrd="0" presId="urn:microsoft.com/office/officeart/2016/7/layout/RepeatingBendingProcessNew"/>
    <dgm:cxn modelId="{72446031-F14A-4227-ACE2-BC14A22EF068}" type="presParOf" srcId="{92CF2349-9C41-4742-B1E3-355D96A087FB}" destId="{ADA897E1-169F-4B2E-86E1-E1E44376F26A}" srcOrd="9" destOrd="0" presId="urn:microsoft.com/office/officeart/2016/7/layout/RepeatingBendingProcessNew"/>
    <dgm:cxn modelId="{D77C027A-0263-414C-BED8-8AAB30CD4636}" type="presParOf" srcId="{ADA897E1-169F-4B2E-86E1-E1E44376F26A}" destId="{7099CCD1-9205-4ACA-B8D2-F3F13FF4ECBA}" srcOrd="0" destOrd="0" presId="urn:microsoft.com/office/officeart/2016/7/layout/RepeatingBendingProcessNew"/>
    <dgm:cxn modelId="{75B8A701-0EC7-4C09-80C4-B50EBE3EBF62}" type="presParOf" srcId="{92CF2349-9C41-4742-B1E3-355D96A087FB}" destId="{D07C6BFC-25CF-4901-ACD7-CAEDD04D471C}"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ABE-4886-467A-BF3A-BA96A336B0D4}">
      <dsp:nvSpPr>
        <dsp:cNvPr id="0" name=""/>
        <dsp:cNvSpPr/>
      </dsp:nvSpPr>
      <dsp:spPr>
        <a:xfrm>
          <a:off x="0" y="521"/>
          <a:ext cx="515737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BAD83C-35A4-4CDF-8B7F-70FDB7BBE2BB}">
      <dsp:nvSpPr>
        <dsp:cNvPr id="0" name=""/>
        <dsp:cNvSpPr/>
      </dsp:nvSpPr>
      <dsp:spPr>
        <a:xfrm>
          <a:off x="0" y="521"/>
          <a:ext cx="5157378" cy="853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What is Psychology?</a:t>
          </a:r>
        </a:p>
      </dsp:txBody>
      <dsp:txXfrm>
        <a:off x="0" y="521"/>
        <a:ext cx="5157378" cy="853841"/>
      </dsp:txXfrm>
    </dsp:sp>
    <dsp:sp modelId="{DFC6D029-3BC9-4F06-BF14-C7728764B92E}">
      <dsp:nvSpPr>
        <dsp:cNvPr id="0" name=""/>
        <dsp:cNvSpPr/>
      </dsp:nvSpPr>
      <dsp:spPr>
        <a:xfrm>
          <a:off x="0" y="854362"/>
          <a:ext cx="515737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6A7ECC-F35C-4836-9200-458E153AC7A6}">
      <dsp:nvSpPr>
        <dsp:cNvPr id="0" name=""/>
        <dsp:cNvSpPr/>
      </dsp:nvSpPr>
      <dsp:spPr>
        <a:xfrm>
          <a:off x="0" y="854362"/>
          <a:ext cx="5157378" cy="853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History of Psychology</a:t>
          </a:r>
        </a:p>
      </dsp:txBody>
      <dsp:txXfrm>
        <a:off x="0" y="854362"/>
        <a:ext cx="5157378" cy="853841"/>
      </dsp:txXfrm>
    </dsp:sp>
    <dsp:sp modelId="{9E7D3E61-3705-40B7-B0F4-EE9134C7151F}">
      <dsp:nvSpPr>
        <dsp:cNvPr id="0" name=""/>
        <dsp:cNvSpPr/>
      </dsp:nvSpPr>
      <dsp:spPr>
        <a:xfrm>
          <a:off x="0" y="1708203"/>
          <a:ext cx="515737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A7A372-D98C-475E-A93C-3945356D1F8D}">
      <dsp:nvSpPr>
        <dsp:cNvPr id="0" name=""/>
        <dsp:cNvSpPr/>
      </dsp:nvSpPr>
      <dsp:spPr>
        <a:xfrm>
          <a:off x="0" y="1708203"/>
          <a:ext cx="5157378" cy="853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Contemporary Psychology</a:t>
          </a:r>
        </a:p>
      </dsp:txBody>
      <dsp:txXfrm>
        <a:off x="0" y="1708203"/>
        <a:ext cx="5157378" cy="853841"/>
      </dsp:txXfrm>
    </dsp:sp>
    <dsp:sp modelId="{C1E46B93-2B48-405C-9E75-80EFB7C8D4EB}">
      <dsp:nvSpPr>
        <dsp:cNvPr id="0" name=""/>
        <dsp:cNvSpPr/>
      </dsp:nvSpPr>
      <dsp:spPr>
        <a:xfrm>
          <a:off x="0" y="2562044"/>
          <a:ext cx="515737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60F867-D7D7-485D-BB52-0D2A22CF20CB}">
      <dsp:nvSpPr>
        <dsp:cNvPr id="0" name=""/>
        <dsp:cNvSpPr/>
      </dsp:nvSpPr>
      <dsp:spPr>
        <a:xfrm>
          <a:off x="0" y="2562044"/>
          <a:ext cx="5157378" cy="853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Careers in Psychology</a:t>
          </a:r>
        </a:p>
      </dsp:txBody>
      <dsp:txXfrm>
        <a:off x="0" y="2562044"/>
        <a:ext cx="5157378" cy="853841"/>
      </dsp:txXfrm>
    </dsp:sp>
    <dsp:sp modelId="{56488CA4-C16B-41D0-AEC6-310A96C3C6F3}">
      <dsp:nvSpPr>
        <dsp:cNvPr id="0" name=""/>
        <dsp:cNvSpPr/>
      </dsp:nvSpPr>
      <dsp:spPr>
        <a:xfrm>
          <a:off x="0" y="3415885"/>
          <a:ext cx="515737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767A1A-CD42-4948-9007-755212C074A5}">
      <dsp:nvSpPr>
        <dsp:cNvPr id="0" name=""/>
        <dsp:cNvSpPr/>
      </dsp:nvSpPr>
      <dsp:spPr>
        <a:xfrm>
          <a:off x="0" y="3415885"/>
          <a:ext cx="5157378" cy="853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Reminders</a:t>
          </a:r>
        </a:p>
      </dsp:txBody>
      <dsp:txXfrm>
        <a:off x="0" y="3415885"/>
        <a:ext cx="5157378" cy="8538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1AC6F-6B9F-4592-9FC6-578723D117B6}">
      <dsp:nvSpPr>
        <dsp:cNvPr id="0" name=""/>
        <dsp:cNvSpPr/>
      </dsp:nvSpPr>
      <dsp:spPr>
        <a:xfrm>
          <a:off x="2359901" y="523323"/>
          <a:ext cx="403374" cy="91440"/>
        </a:xfrm>
        <a:custGeom>
          <a:avLst/>
          <a:gdLst/>
          <a:ahLst/>
          <a:cxnLst/>
          <a:rect l="0" t="0" r="0" b="0"/>
          <a:pathLst>
            <a:path>
              <a:moveTo>
                <a:pt x="0" y="45720"/>
              </a:moveTo>
              <a:lnTo>
                <a:pt x="403374"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2550739" y="566871"/>
        <a:ext cx="21698" cy="4343"/>
      </dsp:txXfrm>
    </dsp:sp>
    <dsp:sp modelId="{9C8B9310-E46A-40F9-A515-08FD56AEEA55}">
      <dsp:nvSpPr>
        <dsp:cNvPr id="0" name=""/>
        <dsp:cNvSpPr/>
      </dsp:nvSpPr>
      <dsp:spPr>
        <a:xfrm>
          <a:off x="474858" y="2990"/>
          <a:ext cx="1886843" cy="1132106"/>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2457" tIns="97050" rIns="92457" bIns="9705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rPr>
            <a:t>Structuralism</a:t>
          </a:r>
          <a:r>
            <a:rPr lang="en-US" sz="1200" kern="1200" dirty="0">
              <a:solidFill>
                <a:schemeClr val="tx1"/>
              </a:solidFill>
            </a:rPr>
            <a:t> – understanding the conscious experience through introspection.</a:t>
          </a:r>
        </a:p>
      </dsp:txBody>
      <dsp:txXfrm>
        <a:off x="474858" y="2990"/>
        <a:ext cx="1886843" cy="1132106"/>
      </dsp:txXfrm>
    </dsp:sp>
    <dsp:sp modelId="{3BCF566D-CC70-4ADA-A69F-274D75BB190B}">
      <dsp:nvSpPr>
        <dsp:cNvPr id="0" name=""/>
        <dsp:cNvSpPr/>
      </dsp:nvSpPr>
      <dsp:spPr>
        <a:xfrm>
          <a:off x="1418280" y="1133296"/>
          <a:ext cx="2320817" cy="403374"/>
        </a:xfrm>
        <a:custGeom>
          <a:avLst/>
          <a:gdLst/>
          <a:ahLst/>
          <a:cxnLst/>
          <a:rect l="0" t="0" r="0" b="0"/>
          <a:pathLst>
            <a:path>
              <a:moveTo>
                <a:pt x="2320817" y="0"/>
              </a:moveTo>
              <a:lnTo>
                <a:pt x="2320817" y="218787"/>
              </a:lnTo>
              <a:lnTo>
                <a:pt x="0" y="218787"/>
              </a:lnTo>
              <a:lnTo>
                <a:pt x="0" y="403374"/>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2519662" y="1332811"/>
        <a:ext cx="118052" cy="4343"/>
      </dsp:txXfrm>
    </dsp:sp>
    <dsp:sp modelId="{2BED2170-CF83-4D24-BFC3-79F838843377}">
      <dsp:nvSpPr>
        <dsp:cNvPr id="0" name=""/>
        <dsp:cNvSpPr/>
      </dsp:nvSpPr>
      <dsp:spPr>
        <a:xfrm>
          <a:off x="2795676" y="2990"/>
          <a:ext cx="1886843" cy="1132106"/>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2457" tIns="97050" rIns="92457" bIns="9705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rPr>
            <a:t>Functionalism </a:t>
          </a:r>
          <a:r>
            <a:rPr lang="en-US" sz="1200" kern="1200" dirty="0">
              <a:solidFill>
                <a:schemeClr val="tx1"/>
              </a:solidFill>
            </a:rPr>
            <a:t>– focused on how mental activities helped an organism adapt to its environment.</a:t>
          </a:r>
        </a:p>
      </dsp:txBody>
      <dsp:txXfrm>
        <a:off x="2795676" y="2990"/>
        <a:ext cx="1886843" cy="1132106"/>
      </dsp:txXfrm>
    </dsp:sp>
    <dsp:sp modelId="{F5B7BE00-F601-44FA-8282-78D05292CDD4}">
      <dsp:nvSpPr>
        <dsp:cNvPr id="0" name=""/>
        <dsp:cNvSpPr/>
      </dsp:nvSpPr>
      <dsp:spPr>
        <a:xfrm>
          <a:off x="2359901" y="2089403"/>
          <a:ext cx="403374" cy="91440"/>
        </a:xfrm>
        <a:custGeom>
          <a:avLst/>
          <a:gdLst/>
          <a:ahLst/>
          <a:cxnLst/>
          <a:rect l="0" t="0" r="0" b="0"/>
          <a:pathLst>
            <a:path>
              <a:moveTo>
                <a:pt x="0" y="45720"/>
              </a:moveTo>
              <a:lnTo>
                <a:pt x="403374"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2550739" y="2132952"/>
        <a:ext cx="21698" cy="4343"/>
      </dsp:txXfrm>
    </dsp:sp>
    <dsp:sp modelId="{76629421-E4EE-4A0A-949A-2C524C714E79}">
      <dsp:nvSpPr>
        <dsp:cNvPr id="0" name=""/>
        <dsp:cNvSpPr/>
      </dsp:nvSpPr>
      <dsp:spPr>
        <a:xfrm>
          <a:off x="474858" y="1569070"/>
          <a:ext cx="1886843" cy="1132106"/>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2457" tIns="97050" rIns="92457" bIns="9705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rPr>
            <a:t>Psychoanalytic Theory </a:t>
          </a:r>
          <a:r>
            <a:rPr lang="en-US" sz="1200" kern="1200" dirty="0">
              <a:solidFill>
                <a:schemeClr val="tx1"/>
              </a:solidFill>
            </a:rPr>
            <a:t>– focuses on the role of the unconscious in affecting conscious behavior.</a:t>
          </a:r>
        </a:p>
      </dsp:txBody>
      <dsp:txXfrm>
        <a:off x="474858" y="1569070"/>
        <a:ext cx="1886843" cy="1132106"/>
      </dsp:txXfrm>
    </dsp:sp>
    <dsp:sp modelId="{95EFACBF-CFB8-441B-BE21-B1DA0B50C905}">
      <dsp:nvSpPr>
        <dsp:cNvPr id="0" name=""/>
        <dsp:cNvSpPr/>
      </dsp:nvSpPr>
      <dsp:spPr>
        <a:xfrm>
          <a:off x="1418280" y="2699377"/>
          <a:ext cx="2320817" cy="403374"/>
        </a:xfrm>
        <a:custGeom>
          <a:avLst/>
          <a:gdLst/>
          <a:ahLst/>
          <a:cxnLst/>
          <a:rect l="0" t="0" r="0" b="0"/>
          <a:pathLst>
            <a:path>
              <a:moveTo>
                <a:pt x="2320817" y="0"/>
              </a:moveTo>
              <a:lnTo>
                <a:pt x="2320817" y="218787"/>
              </a:lnTo>
              <a:lnTo>
                <a:pt x="0" y="218787"/>
              </a:lnTo>
              <a:lnTo>
                <a:pt x="0" y="403374"/>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2519662" y="2898892"/>
        <a:ext cx="118052" cy="4343"/>
      </dsp:txXfrm>
    </dsp:sp>
    <dsp:sp modelId="{A35820C4-CD63-48FF-A035-33413D86EC9A}">
      <dsp:nvSpPr>
        <dsp:cNvPr id="0" name=""/>
        <dsp:cNvSpPr/>
      </dsp:nvSpPr>
      <dsp:spPr>
        <a:xfrm>
          <a:off x="2795676" y="1569070"/>
          <a:ext cx="1886843" cy="1132106"/>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2457" tIns="97050" rIns="92457" bIns="9705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rPr>
            <a:t>Gestalt Psychology </a:t>
          </a:r>
          <a:r>
            <a:rPr lang="en-US" sz="1200" kern="1200" dirty="0">
              <a:solidFill>
                <a:schemeClr val="tx1"/>
              </a:solidFill>
            </a:rPr>
            <a:t>– Focuses on humans as a whole rather than individual parts.</a:t>
          </a:r>
        </a:p>
      </dsp:txBody>
      <dsp:txXfrm>
        <a:off x="2795676" y="1569070"/>
        <a:ext cx="1886843" cy="1132106"/>
      </dsp:txXfrm>
    </dsp:sp>
    <dsp:sp modelId="{ADA897E1-169F-4B2E-86E1-E1E44376F26A}">
      <dsp:nvSpPr>
        <dsp:cNvPr id="0" name=""/>
        <dsp:cNvSpPr/>
      </dsp:nvSpPr>
      <dsp:spPr>
        <a:xfrm>
          <a:off x="2359901" y="3655484"/>
          <a:ext cx="403374" cy="91440"/>
        </a:xfrm>
        <a:custGeom>
          <a:avLst/>
          <a:gdLst/>
          <a:ahLst/>
          <a:cxnLst/>
          <a:rect l="0" t="0" r="0" b="0"/>
          <a:pathLst>
            <a:path>
              <a:moveTo>
                <a:pt x="0" y="45720"/>
              </a:moveTo>
              <a:lnTo>
                <a:pt x="403374"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2550739" y="3699032"/>
        <a:ext cx="21698" cy="4343"/>
      </dsp:txXfrm>
    </dsp:sp>
    <dsp:sp modelId="{1763BA5A-C2CB-42AE-9CD8-9884BFD45B1F}">
      <dsp:nvSpPr>
        <dsp:cNvPr id="0" name=""/>
        <dsp:cNvSpPr/>
      </dsp:nvSpPr>
      <dsp:spPr>
        <a:xfrm>
          <a:off x="474858" y="3135151"/>
          <a:ext cx="1886843" cy="1132106"/>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2457" tIns="97050" rIns="92457" bIns="9705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rPr>
            <a:t>Behaviorism </a:t>
          </a:r>
          <a:r>
            <a:rPr lang="en-US" sz="1200" kern="1200" dirty="0">
              <a:solidFill>
                <a:schemeClr val="tx1"/>
              </a:solidFill>
            </a:rPr>
            <a:t>– focuses on observing and controlling behavior.</a:t>
          </a:r>
        </a:p>
      </dsp:txBody>
      <dsp:txXfrm>
        <a:off x="474858" y="3135151"/>
        <a:ext cx="1886843" cy="1132106"/>
      </dsp:txXfrm>
    </dsp:sp>
    <dsp:sp modelId="{D07C6BFC-25CF-4901-ACD7-CAEDD04D471C}">
      <dsp:nvSpPr>
        <dsp:cNvPr id="0" name=""/>
        <dsp:cNvSpPr/>
      </dsp:nvSpPr>
      <dsp:spPr>
        <a:xfrm>
          <a:off x="2795676" y="3135151"/>
          <a:ext cx="1886843" cy="1132106"/>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2457" tIns="97050" rIns="92457" bIns="9705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rPr>
            <a:t>Humanism </a:t>
          </a:r>
          <a:r>
            <a:rPr lang="en-US" sz="1200" kern="1200" dirty="0">
              <a:solidFill>
                <a:schemeClr val="tx1"/>
              </a:solidFill>
            </a:rPr>
            <a:t>- emphasizes the potential for good that is innate to all humans.</a:t>
          </a:r>
        </a:p>
      </dsp:txBody>
      <dsp:txXfrm>
        <a:off x="2795676" y="3135151"/>
        <a:ext cx="1886843" cy="113210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8D041A-73BB-E643-A8C7-50D88C2F22F5}" type="datetimeFigureOut">
              <a:rPr lang="en-US" smtClean="0"/>
              <a:t>1/15/2026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36EFEC5-3018-A548-B247-453C6EC1EC1A}" type="slidenum">
              <a:rPr lang="en-US" smtClean="0"/>
              <a:t>‹#›</a:t>
            </a:fld>
            <a:endParaRPr lang="en-US"/>
          </a:p>
        </p:txBody>
      </p:sp>
    </p:spTree>
    <p:extLst>
      <p:ext uri="{BB962C8B-B14F-4D97-AF65-F5344CB8AC3E}">
        <p14:creationId xmlns:p14="http://schemas.microsoft.com/office/powerpoint/2010/main" val="13300572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F9DF7B-F6DF-4040-BF00-4447D75AE71E}" type="datetimeFigureOut">
              <a:rPr lang="en-US" smtClean="0"/>
              <a:t>1/15/2026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FD5EBD-D990-46C8-82F6-3EB4E763E3D0}" type="slidenum">
              <a:rPr lang="en-US" smtClean="0"/>
              <a:t>‹#›</a:t>
            </a:fld>
            <a:endParaRPr lang="en-US"/>
          </a:p>
        </p:txBody>
      </p:sp>
    </p:spTree>
    <p:extLst>
      <p:ext uri="{BB962C8B-B14F-4D97-AF65-F5344CB8AC3E}">
        <p14:creationId xmlns:p14="http://schemas.microsoft.com/office/powerpoint/2010/main" val="1730310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68063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799873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881561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507348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695420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757272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211303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627501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152552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523750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657957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830081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445513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35820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119563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793701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1692705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0053494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671245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0914984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2998132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901875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007965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063245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6321501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3829836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5341426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8872045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892643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112121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hemeOverride" Target="../theme/themeOverride1.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hemeOverride" Target="../theme/themeOverride2.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2.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2.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p:nvSpPr>
        <p:spPr>
          <a:xfrm>
            <a:off x="6113349" y="2"/>
            <a:ext cx="3030651"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2536373"/>
            <a:ext cx="1647807" cy="3717471"/>
          </a:xfrm>
          <a:prstGeom prst="rect">
            <a:avLst/>
          </a:prstGeom>
        </p:spPr>
      </p:pic>
      <p:grpSp>
        <p:nvGrpSpPr>
          <p:cNvPr id="11" name="Group 10">
            <a:extLst>
              <a:ext uri="{FF2B5EF4-FFF2-40B4-BE49-F238E27FC236}">
                <a16:creationId xmlns:a16="http://schemas.microsoft.com/office/drawing/2014/main" id="{956C6AF7-C52F-0661-9756-4ACF5F53D270}"/>
              </a:ext>
              <a:ext uri="{C183D7F6-B498-43B3-948B-1728B52AA6E4}">
                <adec:decorative xmlns:adec="http://schemas.microsoft.com/office/drawing/2017/decorative" val="1"/>
              </a:ext>
            </a:extLst>
          </p:cNvPr>
          <p:cNvGrpSpPr/>
          <p:nvPr/>
        </p:nvGrpSpPr>
        <p:grpSpPr>
          <a:xfrm>
            <a:off x="1273628" y="691024"/>
            <a:ext cx="6596744" cy="5475954"/>
            <a:chOff x="1698171" y="691024"/>
            <a:chExt cx="8795658" cy="5475954"/>
          </a:xfrm>
        </p:grpSpPr>
        <p:grpSp>
          <p:nvGrpSpPr>
            <p:cNvPr id="6" name="Group 5">
              <a:extLst>
                <a:ext uri="{FF2B5EF4-FFF2-40B4-BE49-F238E27FC236}">
                  <a16:creationId xmlns:a16="http://schemas.microsoft.com/office/drawing/2014/main" id="{28E9A7E9-8102-96E8-3AFE-500CB362A1DC}"/>
                </a:ext>
              </a:extLst>
            </p:cNvPr>
            <p:cNvGrpSpPr/>
            <p:nvPr/>
          </p:nvGrpSpPr>
          <p:grpSpPr>
            <a:xfrm>
              <a:off x="1698171" y="691024"/>
              <a:ext cx="8795658" cy="5475954"/>
              <a:chOff x="1466850" y="380320"/>
              <a:chExt cx="9258300" cy="5763985"/>
            </a:xfrm>
          </p:grpSpPr>
          <p:sp>
            <p:nvSpPr>
              <p:cNvPr id="4" name="Rectangle 3">
                <a:extLst>
                  <a:ext uri="{FF2B5EF4-FFF2-40B4-BE49-F238E27FC236}">
                    <a16:creationId xmlns:a16="http://schemas.microsoft.com/office/drawing/2014/main" id="{053ECDAF-8D46-3B38-8636-403A9D6E1AE5}"/>
                  </a:ext>
                </a:extLst>
              </p:cNvPr>
              <p:cNvSpPr/>
              <p:nvPr/>
            </p:nvSpPr>
            <p:spPr>
              <a:xfrm>
                <a:off x="1466850" y="875620"/>
                <a:ext cx="9258300"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 name="Rectangle 4">
                <a:extLst>
                  <a:ext uri="{FF2B5EF4-FFF2-40B4-BE49-F238E27FC236}">
                    <a16:creationId xmlns:a16="http://schemas.microsoft.com/office/drawing/2014/main" id="{CF9042C5-541D-EACD-1550-73F521EE58CE}"/>
                  </a:ext>
                </a:extLst>
              </p:cNvPr>
              <p:cNvSpPr/>
              <p:nvPr/>
            </p:nvSpPr>
            <p:spPr>
              <a:xfrm>
                <a:off x="1466850" y="380320"/>
                <a:ext cx="925830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10" name="Group 9">
              <a:extLst>
                <a:ext uri="{FF2B5EF4-FFF2-40B4-BE49-F238E27FC236}">
                  <a16:creationId xmlns:a16="http://schemas.microsoft.com/office/drawing/2014/main" id="{C316982B-45E5-11C7-13E9-FFB7118F3739}"/>
                </a:ext>
              </a:extLst>
            </p:cNvPr>
            <p:cNvGrpSpPr/>
            <p:nvPr/>
          </p:nvGrpSpPr>
          <p:grpSpPr>
            <a:xfrm>
              <a:off x="1839686" y="815293"/>
              <a:ext cx="810985" cy="212272"/>
              <a:chOff x="1883229" y="800099"/>
              <a:chExt cx="810985" cy="212272"/>
            </a:xfrm>
          </p:grpSpPr>
          <p:sp>
            <p:nvSpPr>
              <p:cNvPr id="7" name="Oval 6">
                <a:extLst>
                  <a:ext uri="{FF2B5EF4-FFF2-40B4-BE49-F238E27FC236}">
                    <a16:creationId xmlns:a16="http://schemas.microsoft.com/office/drawing/2014/main" id="{BAEAE856-A4AE-737F-5F25-C2D45CCF9350}"/>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Oval 7">
                <a:extLst>
                  <a:ext uri="{FF2B5EF4-FFF2-40B4-BE49-F238E27FC236}">
                    <a16:creationId xmlns:a16="http://schemas.microsoft.com/office/drawing/2014/main" id="{1869E9B6-7A5C-6135-A347-B48DCD6D4E3A}"/>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 name="Oval 8">
                <a:extLst>
                  <a:ext uri="{FF2B5EF4-FFF2-40B4-BE49-F238E27FC236}">
                    <a16:creationId xmlns:a16="http://schemas.microsoft.com/office/drawing/2014/main" id="{04D07301-3180-6D7F-A1D1-2011E615007D}"/>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379765" y="1209643"/>
            <a:ext cx="6381205" cy="4968000"/>
          </a:xfrm>
        </p:spPr>
        <p:txBody>
          <a:bodyPr anchor="ctr">
            <a:noAutofit/>
          </a:bodyPr>
          <a:lstStyle>
            <a:lvl1pPr algn="ctr">
              <a:defRPr sz="5400"/>
            </a:lvl1pPr>
          </a:lstStyle>
          <a:p>
            <a:r>
              <a:rPr lang="en-US" dirty="0"/>
              <a:t>Click to add title</a:t>
            </a:r>
          </a:p>
        </p:txBody>
      </p:sp>
    </p:spTree>
    <p:extLst>
      <p:ext uri="{BB962C8B-B14F-4D97-AF65-F5344CB8AC3E}">
        <p14:creationId xmlns:p14="http://schemas.microsoft.com/office/powerpoint/2010/main" val="2524628524"/>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Agenda">
    <p:spTree>
      <p:nvGrpSpPr>
        <p:cNvPr id="1" name=""/>
        <p:cNvGrpSpPr/>
        <p:nvPr/>
      </p:nvGrpSpPr>
      <p:grpSpPr>
        <a:xfrm>
          <a:off x="0" y="0"/>
          <a:ext cx="0" cy="0"/>
          <a:chOff x="0" y="0"/>
          <a:chExt cx="0" cy="0"/>
        </a:xfrm>
      </p:grpSpPr>
      <p:pic>
        <p:nvPicPr>
          <p:cNvPr id="46" name="Graphic 45">
            <a:extLst>
              <a:ext uri="{FF2B5EF4-FFF2-40B4-BE49-F238E27FC236}">
                <a16:creationId xmlns:a16="http://schemas.microsoft.com/office/drawing/2014/main" id="{FFDE191C-52DF-6A6D-EC88-18A052FFB290}"/>
              </a:ext>
              <a:ext uri="{C183D7F6-B498-43B3-948B-1728B52AA6E4}">
                <adec:decorative xmlns:adec="http://schemas.microsoft.com/office/drawing/2017/decorative" val="1"/>
              </a:ext>
            </a:extLst>
          </p:cNvPr>
          <p:cNvPicPr>
            <a:picLocks noChangeAspect="1"/>
          </p:cNvPicPr>
          <p:nvPr/>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716"/>
          <a:stretch/>
        </p:blipFill>
        <p:spPr>
          <a:xfrm rot="16200000">
            <a:off x="6992343" y="478329"/>
            <a:ext cx="2394401" cy="1908917"/>
          </a:xfrm>
          <a:prstGeom prst="rect">
            <a:avLst/>
          </a:prstGeom>
        </p:spPr>
      </p:pic>
      <p:pic>
        <p:nvPicPr>
          <p:cNvPr id="31" name="Graphic 30">
            <a:extLst>
              <a:ext uri="{FF2B5EF4-FFF2-40B4-BE49-F238E27FC236}">
                <a16:creationId xmlns:a16="http://schemas.microsoft.com/office/drawing/2014/main" id="{6D30DCAC-B495-853F-9921-FBA3901866A5}"/>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5400000">
            <a:off x="556165" y="3127337"/>
            <a:ext cx="2394401" cy="3064833"/>
          </a:xfrm>
          <a:prstGeom prst="rect">
            <a:avLst/>
          </a:prstGeom>
        </p:spPr>
      </p:pic>
      <p:grpSp>
        <p:nvGrpSpPr>
          <p:cNvPr id="32" name="Group 31">
            <a:extLst>
              <a:ext uri="{FF2B5EF4-FFF2-40B4-BE49-F238E27FC236}">
                <a16:creationId xmlns:a16="http://schemas.microsoft.com/office/drawing/2014/main" id="{8CB78A71-D8F9-12A2-1D4E-A2C2E4E15530}"/>
              </a:ext>
              <a:ext uri="{C183D7F6-B498-43B3-948B-1728B52AA6E4}">
                <adec:decorative xmlns:adec="http://schemas.microsoft.com/office/drawing/2017/decorative" val="1"/>
              </a:ext>
            </a:extLst>
          </p:cNvPr>
          <p:cNvGrpSpPr/>
          <p:nvPr/>
        </p:nvGrpSpPr>
        <p:grpSpPr>
          <a:xfrm>
            <a:off x="2695575" y="380999"/>
            <a:ext cx="3729038" cy="5475954"/>
            <a:chOff x="1698171" y="691024"/>
            <a:chExt cx="4972050" cy="5475954"/>
          </a:xfrm>
        </p:grpSpPr>
        <p:grpSp>
          <p:nvGrpSpPr>
            <p:cNvPr id="33" name="Group 32">
              <a:extLst>
                <a:ext uri="{FF2B5EF4-FFF2-40B4-BE49-F238E27FC236}">
                  <a16:creationId xmlns:a16="http://schemas.microsoft.com/office/drawing/2014/main" id="{D1FCBAB4-0CBD-A738-A058-100C35A0BDF1}"/>
                </a:ext>
              </a:extLst>
            </p:cNvPr>
            <p:cNvGrpSpPr/>
            <p:nvPr/>
          </p:nvGrpSpPr>
          <p:grpSpPr>
            <a:xfrm>
              <a:off x="1698171" y="691024"/>
              <a:ext cx="4972050" cy="5475954"/>
              <a:chOff x="1466850" y="380320"/>
              <a:chExt cx="5233574" cy="5763985"/>
            </a:xfrm>
          </p:grpSpPr>
          <p:sp>
            <p:nvSpPr>
              <p:cNvPr id="38" name="Rectangle 37">
                <a:extLst>
                  <a:ext uri="{FF2B5EF4-FFF2-40B4-BE49-F238E27FC236}">
                    <a16:creationId xmlns:a16="http://schemas.microsoft.com/office/drawing/2014/main" id="{A67098CE-4555-2BEE-5226-2E2F9EE1D5BB}"/>
                  </a:ext>
                </a:extLst>
              </p:cNvPr>
              <p:cNvSpPr/>
              <p:nvPr/>
            </p:nvSpPr>
            <p:spPr>
              <a:xfrm>
                <a:off x="1466850" y="875620"/>
                <a:ext cx="5233574"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9" name="Rectangle 38">
                <a:extLst>
                  <a:ext uri="{FF2B5EF4-FFF2-40B4-BE49-F238E27FC236}">
                    <a16:creationId xmlns:a16="http://schemas.microsoft.com/office/drawing/2014/main" id="{6A0CBAEB-0BE9-F75E-CB8D-A411C52E889A}"/>
                  </a:ext>
                </a:extLst>
              </p:cNvPr>
              <p:cNvSpPr/>
              <p:nvPr/>
            </p:nvSpPr>
            <p:spPr>
              <a:xfrm>
                <a:off x="1466850" y="380320"/>
                <a:ext cx="5233574"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34" name="Group 33">
              <a:extLst>
                <a:ext uri="{FF2B5EF4-FFF2-40B4-BE49-F238E27FC236}">
                  <a16:creationId xmlns:a16="http://schemas.microsoft.com/office/drawing/2014/main" id="{0EDFCBD7-3731-A5D1-BB82-218531D6BA6E}"/>
                </a:ext>
              </a:extLst>
            </p:cNvPr>
            <p:cNvGrpSpPr/>
            <p:nvPr/>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AA6D4634-51B3-BE70-0479-199D811D75F3}"/>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6" name="Oval 35">
                <a:extLst>
                  <a:ext uri="{FF2B5EF4-FFF2-40B4-BE49-F238E27FC236}">
                    <a16:creationId xmlns:a16="http://schemas.microsoft.com/office/drawing/2014/main" id="{B2B1D16B-1A18-4890-4596-F24DD1C0BA94}"/>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7" name="Oval 36">
                <a:extLst>
                  <a:ext uri="{FF2B5EF4-FFF2-40B4-BE49-F238E27FC236}">
                    <a16:creationId xmlns:a16="http://schemas.microsoft.com/office/drawing/2014/main" id="{E98E60AF-0ABD-505A-4D5D-18B025CCA331}"/>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sp>
        <p:nvSpPr>
          <p:cNvPr id="40" name="Title 1">
            <a:extLst>
              <a:ext uri="{FF2B5EF4-FFF2-40B4-BE49-F238E27FC236}">
                <a16:creationId xmlns:a16="http://schemas.microsoft.com/office/drawing/2014/main" id="{A048DF11-5712-A1DF-9E33-2C705AF54B80}"/>
              </a:ext>
            </a:extLst>
          </p:cNvPr>
          <p:cNvSpPr>
            <a:spLocks noGrp="1"/>
          </p:cNvSpPr>
          <p:nvPr>
            <p:ph type="title" hasCustomPrompt="1"/>
          </p:nvPr>
        </p:nvSpPr>
        <p:spPr>
          <a:xfrm>
            <a:off x="2967801" y="851547"/>
            <a:ext cx="3206523" cy="1979634"/>
          </a:xfrm>
        </p:spPr>
        <p:txBody>
          <a:bodyPr anchor="ctr"/>
          <a:lstStyle>
            <a:lvl1pPr>
              <a:defRPr sz="2400"/>
            </a:lvl1pPr>
          </a:lstStyle>
          <a:p>
            <a:r>
              <a:rPr lang="en-US" dirty="0"/>
              <a:t>Click to add title</a:t>
            </a:r>
          </a:p>
        </p:txBody>
      </p:sp>
      <p:sp>
        <p:nvSpPr>
          <p:cNvPr id="41" name="Content Placeholder 2">
            <a:extLst>
              <a:ext uri="{FF2B5EF4-FFF2-40B4-BE49-F238E27FC236}">
                <a16:creationId xmlns:a16="http://schemas.microsoft.com/office/drawing/2014/main" id="{5FC08F1C-3206-A42D-3BCD-F04FBA78394F}"/>
              </a:ext>
            </a:extLst>
          </p:cNvPr>
          <p:cNvSpPr>
            <a:spLocks noGrp="1"/>
          </p:cNvSpPr>
          <p:nvPr>
            <p:ph idx="1" hasCustomPrompt="1"/>
          </p:nvPr>
        </p:nvSpPr>
        <p:spPr>
          <a:xfrm>
            <a:off x="2960915" y="2831183"/>
            <a:ext cx="3206523" cy="2660213"/>
          </a:xfrm>
        </p:spPr>
        <p:txBody>
          <a:bodyPr tIns="0" bIns="0"/>
          <a:lstStyle>
            <a:lvl1pPr>
              <a:lnSpc>
                <a:spcPct val="150000"/>
              </a:lnSpc>
              <a:defRPr sz="1350"/>
            </a:lvl1pPr>
            <a:lvl2pPr>
              <a:lnSpc>
                <a:spcPct val="150000"/>
              </a:lnSpc>
              <a:defRPr sz="1350"/>
            </a:lvl2pPr>
            <a:lvl3pPr>
              <a:lnSpc>
                <a:spcPct val="150000"/>
              </a:lnSpc>
              <a:defRPr sz="1200"/>
            </a:lvl3pPr>
            <a:lvl4pPr>
              <a:lnSpc>
                <a:spcPct val="150000"/>
              </a:lnSpc>
              <a:defRPr sz="1050"/>
            </a:lvl4pPr>
            <a:lvl5pPr>
              <a:lnSpc>
                <a:spcPct val="150000"/>
              </a:lnSpc>
              <a:defRPr sz="105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 name="Rectangle 41">
            <a:extLst>
              <a:ext uri="{FF2B5EF4-FFF2-40B4-BE49-F238E27FC236}">
                <a16:creationId xmlns:a16="http://schemas.microsoft.com/office/drawing/2014/main" id="{19671B5C-5A86-C6A6-2913-1F73F100E32C}"/>
              </a:ext>
              <a:ext uri="{C183D7F6-B498-43B3-948B-1728B52AA6E4}">
                <adec:decorative xmlns:adec="http://schemas.microsoft.com/office/drawing/2017/decorative" val="1"/>
              </a:ext>
            </a:extLst>
          </p:cNvPr>
          <p:cNvSpPr/>
          <p:nvPr/>
        </p:nvSpPr>
        <p:spPr>
          <a:xfrm>
            <a:off x="0" y="6226630"/>
            <a:ext cx="9144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43" name="Straight Connector 42">
            <a:extLst>
              <a:ext uri="{FF2B5EF4-FFF2-40B4-BE49-F238E27FC236}">
                <a16:creationId xmlns:a16="http://schemas.microsoft.com/office/drawing/2014/main" id="{542D9D8C-0E11-E268-D458-EC3BC4FD2425}"/>
              </a:ext>
              <a:ext uri="{C183D7F6-B498-43B3-948B-1728B52AA6E4}">
                <adec:decorative xmlns:adec="http://schemas.microsoft.com/office/drawing/2017/decorative" val="1"/>
              </a:ext>
            </a:extLst>
          </p:cNvPr>
          <p:cNvCxnSpPr>
            <a:cxnSpLocks/>
          </p:cNvCxnSpPr>
          <p:nvPr/>
        </p:nvCxnSpPr>
        <p:spPr>
          <a:xfrm>
            <a:off x="0" y="6226629"/>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Date Placeholder 3">
            <a:extLst>
              <a:ext uri="{FF2B5EF4-FFF2-40B4-BE49-F238E27FC236}">
                <a16:creationId xmlns:a16="http://schemas.microsoft.com/office/drawing/2014/main" id="{8E4CD02A-FF2F-864A-138B-368FE9BFDEE2}"/>
              </a:ext>
            </a:extLst>
          </p:cNvPr>
          <p:cNvSpPr>
            <a:spLocks noGrp="1"/>
          </p:cNvSpPr>
          <p:nvPr>
            <p:ph type="dt" sz="half" idx="2"/>
          </p:nvPr>
        </p:nvSpPr>
        <p:spPr>
          <a:xfrm>
            <a:off x="7508875" y="6226628"/>
            <a:ext cx="1170228" cy="631372"/>
          </a:xfrm>
          <a:prstGeom prst="rect">
            <a:avLst/>
          </a:prstGeom>
        </p:spPr>
        <p:txBody>
          <a:bodyPr vert="horz" lIns="91440" tIns="91440" rIns="91440" bIns="45720" rtlCol="0" anchor="ctr"/>
          <a:lstStyle>
            <a:lvl1pPr algn="ctr">
              <a:defRPr sz="1350">
                <a:solidFill>
                  <a:schemeClr val="tx1"/>
                </a:solidFill>
                <a:latin typeface="+mj-lt"/>
              </a:defRPr>
            </a:lvl1pPr>
          </a:lstStyle>
          <a:p>
            <a:fld id="{6610FD7F-1DC4-47AE-A8ED-D1A0469523A8}" type="datetime4">
              <a:rPr lang="en-US" smtClean="0"/>
              <a:t>January 15, 2026</a:t>
            </a:fld>
            <a:endParaRPr lang="en-US" dirty="0"/>
          </a:p>
        </p:txBody>
      </p:sp>
      <p:pic>
        <p:nvPicPr>
          <p:cNvPr id="47" name="Graphic 46">
            <a:extLst>
              <a:ext uri="{FF2B5EF4-FFF2-40B4-BE49-F238E27FC236}">
                <a16:creationId xmlns:a16="http://schemas.microsoft.com/office/drawing/2014/main" id="{5B0F505A-EE51-9D7A-42EA-2CD2CD432E72}"/>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156508" y="6405154"/>
            <a:ext cx="205740" cy="274320"/>
          </a:xfrm>
          <a:prstGeom prst="rect">
            <a:avLst/>
          </a:prstGeom>
        </p:spPr>
      </p:pic>
      <p:pic>
        <p:nvPicPr>
          <p:cNvPr id="48" name="Graphic 47">
            <a:extLst>
              <a:ext uri="{FF2B5EF4-FFF2-40B4-BE49-F238E27FC236}">
                <a16:creationId xmlns:a16="http://schemas.microsoft.com/office/drawing/2014/main" id="{B4905353-8D75-B3E2-2489-1D6907755CF2}"/>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6876711" y="6405154"/>
            <a:ext cx="205740" cy="274320"/>
          </a:xfrm>
          <a:prstGeom prst="rect">
            <a:avLst/>
          </a:prstGeom>
        </p:spPr>
      </p:pic>
      <p:pic>
        <p:nvPicPr>
          <p:cNvPr id="49" name="Graphic 48">
            <a:extLst>
              <a:ext uri="{FF2B5EF4-FFF2-40B4-BE49-F238E27FC236}">
                <a16:creationId xmlns:a16="http://schemas.microsoft.com/office/drawing/2014/main" id="{4DBFD95C-0912-3222-EECA-8F84031BCDF4}"/>
              </a:ext>
              <a:ext uri="{C183D7F6-B498-43B3-948B-1728B52AA6E4}">
                <adec:decorative xmlns:adec="http://schemas.microsoft.com/office/drawing/2017/decorative" val="1"/>
              </a:ext>
            </a:extLst>
          </p:cNvPr>
          <p:cNvPicPr>
            <a:picLocks noChangeAspect="1"/>
          </p:cNvPicPr>
          <p:nvPr/>
        </p:nvPicPr>
        <p:blipFill rotWithShape="1">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rcRect l="13558" t="13558" r="13558" b="13558"/>
          <a:stretch/>
        </p:blipFill>
        <p:spPr>
          <a:xfrm>
            <a:off x="6596913" y="6405154"/>
            <a:ext cx="205740" cy="274320"/>
          </a:xfrm>
          <a:prstGeom prst="rect">
            <a:avLst/>
          </a:prstGeom>
        </p:spPr>
      </p:pic>
      <p:sp>
        <p:nvSpPr>
          <p:cNvPr id="50" name="Slide Number Placeholder 5">
            <a:extLst>
              <a:ext uri="{FF2B5EF4-FFF2-40B4-BE49-F238E27FC236}">
                <a16:creationId xmlns:a16="http://schemas.microsoft.com/office/drawing/2014/main" id="{7F30B651-FA38-151D-A122-6186F222CA8C}"/>
              </a:ext>
            </a:extLst>
          </p:cNvPr>
          <p:cNvSpPr>
            <a:spLocks noGrp="1"/>
          </p:cNvSpPr>
          <p:nvPr>
            <p:ph type="sldNum" sz="quarter" idx="4"/>
          </p:nvPr>
        </p:nvSpPr>
        <p:spPr>
          <a:xfrm>
            <a:off x="8679103" y="6226628"/>
            <a:ext cx="473061" cy="631372"/>
          </a:xfrm>
          <a:prstGeom prst="rect">
            <a:avLst/>
          </a:prstGeom>
        </p:spPr>
        <p:txBody>
          <a:bodyPr vert="horz" lIns="91440" tIns="91440" rIns="91440" bIns="45720" rtlCol="0" anchor="ctr"/>
          <a:lstStyle>
            <a:lvl1pPr algn="ctr">
              <a:defRPr lang="en-US" sz="1350" smtClean="0">
                <a:solidFill>
                  <a:schemeClr val="tx1"/>
                </a:solidFill>
                <a:latin typeface="+mj-lt"/>
              </a:defRPr>
            </a:lvl1pPr>
          </a:lstStyle>
          <a:p>
            <a:fld id="{F38DF745-7D3F-47F4-83A3-874385CFAA69}" type="slidenum">
              <a:rPr lang="en-US" smtClean="0"/>
              <a:pPr/>
              <a:t>‹#›</a:t>
            </a:fld>
            <a:endParaRPr lang="en-US" dirty="0"/>
          </a:p>
        </p:txBody>
      </p:sp>
      <p:sp>
        <p:nvSpPr>
          <p:cNvPr id="51" name="Rectangle 50">
            <a:extLst>
              <a:ext uri="{FF2B5EF4-FFF2-40B4-BE49-F238E27FC236}">
                <a16:creationId xmlns:a16="http://schemas.microsoft.com/office/drawing/2014/main" id="{B343855C-EC70-E12C-3368-415B1AC40C1B}"/>
              </a:ext>
              <a:ext uri="{C183D7F6-B498-43B3-948B-1728B52AA6E4}">
                <adec:decorative xmlns:adec="http://schemas.microsoft.com/office/drawing/2017/decorative" val="1"/>
              </a:ext>
            </a:extLst>
          </p:cNvPr>
          <p:cNvSpPr/>
          <p:nvPr/>
        </p:nvSpPr>
        <p:spPr>
          <a:xfrm>
            <a:off x="285751" y="6352732"/>
            <a:ext cx="979715"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350" b="1" dirty="0">
                <a:solidFill>
                  <a:schemeClr val="tx1"/>
                </a:solidFill>
                <a:latin typeface="+mn-lt"/>
              </a:rPr>
              <a:t>START</a:t>
            </a:r>
          </a:p>
        </p:txBody>
      </p:sp>
    </p:spTree>
    <p:extLst>
      <p:ext uri="{BB962C8B-B14F-4D97-AF65-F5344CB8AC3E}">
        <p14:creationId xmlns:p14="http://schemas.microsoft.com/office/powerpoint/2010/main" val="1557476948"/>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ummary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B9D92F9-7505-2024-1DF6-10DB1241A72C}"/>
              </a:ext>
              <a:ext uri="{C183D7F6-B498-43B3-948B-1728B52AA6E4}">
                <adec:decorative xmlns:adec="http://schemas.microsoft.com/office/drawing/2017/decorative" val="1"/>
              </a:ext>
            </a:extLst>
          </p:cNvPr>
          <p:cNvPicPr>
            <a:picLocks noChangeAspect="1"/>
          </p:cNvPicPr>
          <p:nvPr/>
        </p:nvPicPr>
        <p:blipFill rotWithShape="1">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40898"/>
          <a:stretch/>
        </p:blipFill>
        <p:spPr>
          <a:xfrm>
            <a:off x="0" y="1448222"/>
            <a:ext cx="1647807" cy="3717471"/>
          </a:xfrm>
          <a:prstGeom prst="rect">
            <a:avLst/>
          </a:prstGeom>
        </p:spPr>
      </p:pic>
      <p:sp>
        <p:nvSpPr>
          <p:cNvPr id="21" name="Rectangle 20">
            <a:extLst>
              <a:ext uri="{FF2B5EF4-FFF2-40B4-BE49-F238E27FC236}">
                <a16:creationId xmlns:a16="http://schemas.microsoft.com/office/drawing/2014/main" id="{7D296A0E-AA2F-B543-BCEA-D30C665A2BA2}"/>
              </a:ext>
              <a:ext uri="{C183D7F6-B498-43B3-948B-1728B52AA6E4}">
                <adec:decorative xmlns:adec="http://schemas.microsoft.com/office/drawing/2017/decorative" val="1"/>
              </a:ext>
            </a:extLst>
          </p:cNvPr>
          <p:cNvSpPr/>
          <p:nvPr/>
        </p:nvSpPr>
        <p:spPr>
          <a:xfrm>
            <a:off x="285750" y="851549"/>
            <a:ext cx="5015986"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2" name="Rectangle 21">
            <a:extLst>
              <a:ext uri="{FF2B5EF4-FFF2-40B4-BE49-F238E27FC236}">
                <a16:creationId xmlns:a16="http://schemas.microsoft.com/office/drawing/2014/main" id="{FF4E35C9-2754-CF70-29E7-27AC12CE482E}"/>
              </a:ext>
              <a:ext uri="{C183D7F6-B498-43B3-948B-1728B52AA6E4}">
                <adec:decorative xmlns:adec="http://schemas.microsoft.com/office/drawing/2017/decorative" val="1"/>
              </a:ext>
            </a:extLst>
          </p:cNvPr>
          <p:cNvSpPr/>
          <p:nvPr/>
        </p:nvSpPr>
        <p:spPr>
          <a:xfrm>
            <a:off x="285750" y="380999"/>
            <a:ext cx="5015986"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17" name="Group 16">
            <a:extLst>
              <a:ext uri="{FF2B5EF4-FFF2-40B4-BE49-F238E27FC236}">
                <a16:creationId xmlns:a16="http://schemas.microsoft.com/office/drawing/2014/main" id="{69AAB6D3-CF07-3A44-F37A-9DEF7B82B56B}"/>
              </a:ext>
              <a:ext uri="{C183D7F6-B498-43B3-948B-1728B52AA6E4}">
                <adec:decorative xmlns:adec="http://schemas.microsoft.com/office/drawing/2017/decorative" val="1"/>
              </a:ext>
            </a:extLst>
          </p:cNvPr>
          <p:cNvGrpSpPr/>
          <p:nvPr/>
        </p:nvGrpSpPr>
        <p:grpSpPr>
          <a:xfrm>
            <a:off x="391887" y="505268"/>
            <a:ext cx="608239" cy="212272"/>
            <a:chOff x="1883229" y="800099"/>
            <a:chExt cx="810985" cy="212272"/>
          </a:xfrm>
        </p:grpSpPr>
        <p:sp>
          <p:nvSpPr>
            <p:cNvPr id="18" name="Oval 17">
              <a:extLst>
                <a:ext uri="{FF2B5EF4-FFF2-40B4-BE49-F238E27FC236}">
                  <a16:creationId xmlns:a16="http://schemas.microsoft.com/office/drawing/2014/main" id="{16E4DBAB-D882-5741-A690-F28CB547E059}"/>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9" name="Oval 18">
              <a:extLst>
                <a:ext uri="{FF2B5EF4-FFF2-40B4-BE49-F238E27FC236}">
                  <a16:creationId xmlns:a16="http://schemas.microsoft.com/office/drawing/2014/main" id="{59414570-C554-43C4-DF59-67790E6DBEB8}"/>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0" name="Oval 19">
              <a:extLst>
                <a:ext uri="{FF2B5EF4-FFF2-40B4-BE49-F238E27FC236}">
                  <a16:creationId xmlns:a16="http://schemas.microsoft.com/office/drawing/2014/main" id="{D9EC5277-EFEF-467F-A8E8-3AB6A62F3A00}"/>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1089" y="1059463"/>
            <a:ext cx="4506686" cy="4431932"/>
          </a:xfrm>
        </p:spPr>
        <p:txBody>
          <a:bodyPr/>
          <a:lstStyle>
            <a:lvl1pPr algn="ctr">
              <a:defRPr sz="4500"/>
            </a:lvl1pPr>
          </a:lstStyle>
          <a:p>
            <a:r>
              <a:rPr lang="en-US" dirty="0"/>
              <a:t>Click to add title</a:t>
            </a:r>
          </a:p>
        </p:txBody>
      </p:sp>
      <p:sp>
        <p:nvSpPr>
          <p:cNvPr id="31" name="Freeform: Shape 30">
            <a:extLst>
              <a:ext uri="{FF2B5EF4-FFF2-40B4-BE49-F238E27FC236}">
                <a16:creationId xmlns:a16="http://schemas.microsoft.com/office/drawing/2014/main" id="{A037F58E-633A-20EC-118A-2A3039E204FC}"/>
              </a:ext>
              <a:ext uri="{C183D7F6-B498-43B3-948B-1728B52AA6E4}">
                <adec:decorative xmlns:adec="http://schemas.microsoft.com/office/drawing/2017/decorative" val="1"/>
              </a:ext>
            </a:extLst>
          </p:cNvPr>
          <p:cNvSpPr/>
          <p:nvPr/>
        </p:nvSpPr>
        <p:spPr>
          <a:xfrm>
            <a:off x="6113349" y="2"/>
            <a:ext cx="3030651"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9400"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4" name="Rectangle 3">
            <a:extLst>
              <a:ext uri="{FF2B5EF4-FFF2-40B4-BE49-F238E27FC236}">
                <a16:creationId xmlns:a16="http://schemas.microsoft.com/office/drawing/2014/main" id="{683E7202-D4FD-97A5-44A7-EC8436DA2BFF}"/>
              </a:ext>
              <a:ext uri="{C183D7F6-B498-43B3-948B-1728B52AA6E4}">
                <adec:decorative xmlns:adec="http://schemas.microsoft.com/office/drawing/2017/decorative" val="1"/>
              </a:ext>
            </a:extLst>
          </p:cNvPr>
          <p:cNvSpPr/>
          <p:nvPr/>
        </p:nvSpPr>
        <p:spPr>
          <a:xfrm>
            <a:off x="5590449" y="851549"/>
            <a:ext cx="3264838"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3" name="Rectangle 12">
            <a:extLst>
              <a:ext uri="{FF2B5EF4-FFF2-40B4-BE49-F238E27FC236}">
                <a16:creationId xmlns:a16="http://schemas.microsoft.com/office/drawing/2014/main" id="{C680E844-DC94-8DC4-9D32-BFCC7888727A}"/>
              </a:ext>
              <a:ext uri="{C183D7F6-B498-43B3-948B-1728B52AA6E4}">
                <adec:decorative xmlns:adec="http://schemas.microsoft.com/office/drawing/2017/decorative" val="1"/>
              </a:ext>
            </a:extLst>
          </p:cNvPr>
          <p:cNvSpPr/>
          <p:nvPr/>
        </p:nvSpPr>
        <p:spPr>
          <a:xfrm>
            <a:off x="5590449" y="380999"/>
            <a:ext cx="3264838"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14" name="Group 13">
            <a:extLst>
              <a:ext uri="{FF2B5EF4-FFF2-40B4-BE49-F238E27FC236}">
                <a16:creationId xmlns:a16="http://schemas.microsoft.com/office/drawing/2014/main" id="{890C8A32-35EB-644B-4A78-F0837BB8C9A5}"/>
              </a:ext>
              <a:ext uri="{C183D7F6-B498-43B3-948B-1728B52AA6E4}">
                <adec:decorative xmlns:adec="http://schemas.microsoft.com/office/drawing/2017/decorative" val="1"/>
              </a:ext>
            </a:extLst>
          </p:cNvPr>
          <p:cNvGrpSpPr/>
          <p:nvPr/>
        </p:nvGrpSpPr>
        <p:grpSpPr>
          <a:xfrm>
            <a:off x="5696586" y="505268"/>
            <a:ext cx="608239" cy="212272"/>
            <a:chOff x="1883229" y="800099"/>
            <a:chExt cx="810985" cy="212272"/>
          </a:xfrm>
        </p:grpSpPr>
        <p:sp>
          <p:nvSpPr>
            <p:cNvPr id="29" name="Oval 28">
              <a:extLst>
                <a:ext uri="{FF2B5EF4-FFF2-40B4-BE49-F238E27FC236}">
                  <a16:creationId xmlns:a16="http://schemas.microsoft.com/office/drawing/2014/main" id="{7D61DD85-A825-A396-2A30-039913643826}"/>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0" name="Oval 29">
              <a:extLst>
                <a:ext uri="{FF2B5EF4-FFF2-40B4-BE49-F238E27FC236}">
                  <a16:creationId xmlns:a16="http://schemas.microsoft.com/office/drawing/2014/main" id="{AE29ECB8-2561-5C06-11F4-9DAB13E88AF9}"/>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2" name="Oval 31">
              <a:extLst>
                <a:ext uri="{FF2B5EF4-FFF2-40B4-BE49-F238E27FC236}">
                  <a16:creationId xmlns:a16="http://schemas.microsoft.com/office/drawing/2014/main" id="{EAE27364-A704-A922-E89E-C44E9040E1E4}"/>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36" name="Picture Placeholder 35">
            <a:extLst>
              <a:ext uri="{FF2B5EF4-FFF2-40B4-BE49-F238E27FC236}">
                <a16:creationId xmlns:a16="http://schemas.microsoft.com/office/drawing/2014/main" id="{E5704C24-F4AD-72DA-159C-32CBFB1AFD4B}"/>
              </a:ext>
            </a:extLst>
          </p:cNvPr>
          <p:cNvSpPr>
            <a:spLocks noGrp="1"/>
          </p:cNvSpPr>
          <p:nvPr>
            <p:ph type="pic" sz="quarter" idx="18"/>
          </p:nvPr>
        </p:nvSpPr>
        <p:spPr>
          <a:xfrm>
            <a:off x="5611403" y="881363"/>
            <a:ext cx="3223260" cy="4937760"/>
          </a:xfrm>
        </p:spPr>
        <p:txBody>
          <a:bodyPr/>
          <a:lstStyle>
            <a:lvl1pPr marL="0" indent="0" algn="ctr">
              <a:buNone/>
              <a:defRPr sz="1500"/>
            </a:lvl1pPr>
          </a:lstStyle>
          <a:p>
            <a:r>
              <a:rPr lang="en-US"/>
              <a:t>Click icon to add picture</a:t>
            </a:r>
            <a:endParaRPr lang="en-US" dirty="0"/>
          </a:p>
        </p:txBody>
      </p:sp>
      <p:sp>
        <p:nvSpPr>
          <p:cNvPr id="3" name="Rectangle 2">
            <a:extLst>
              <a:ext uri="{FF2B5EF4-FFF2-40B4-BE49-F238E27FC236}">
                <a16:creationId xmlns:a16="http://schemas.microsoft.com/office/drawing/2014/main" id="{2F8B87FB-2727-2ED0-7E72-76E55BE45CAA}"/>
              </a:ext>
              <a:ext uri="{C183D7F6-B498-43B3-948B-1728B52AA6E4}">
                <adec:decorative xmlns:adec="http://schemas.microsoft.com/office/drawing/2017/decorative" val="1"/>
              </a:ext>
            </a:extLst>
          </p:cNvPr>
          <p:cNvSpPr/>
          <p:nvPr/>
        </p:nvSpPr>
        <p:spPr>
          <a:xfrm>
            <a:off x="0" y="6226630"/>
            <a:ext cx="9144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6" name="Straight Connector 5">
            <a:extLst>
              <a:ext uri="{FF2B5EF4-FFF2-40B4-BE49-F238E27FC236}">
                <a16:creationId xmlns:a16="http://schemas.microsoft.com/office/drawing/2014/main" id="{D9C4F77E-C259-1702-5FF7-B1EF4F060EAB}"/>
              </a:ext>
              <a:ext uri="{C183D7F6-B498-43B3-948B-1728B52AA6E4}">
                <adec:decorative xmlns:adec="http://schemas.microsoft.com/office/drawing/2017/decorative" val="1"/>
              </a:ext>
            </a:extLst>
          </p:cNvPr>
          <p:cNvCxnSpPr>
            <a:cxnSpLocks/>
          </p:cNvCxnSpPr>
          <p:nvPr/>
        </p:nvCxnSpPr>
        <p:spPr>
          <a:xfrm>
            <a:off x="0" y="6226629"/>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3">
            <a:extLst>
              <a:ext uri="{FF2B5EF4-FFF2-40B4-BE49-F238E27FC236}">
                <a16:creationId xmlns:a16="http://schemas.microsoft.com/office/drawing/2014/main" id="{BE4EF1CA-0713-F725-CD7A-054E12143376}"/>
              </a:ext>
            </a:extLst>
          </p:cNvPr>
          <p:cNvSpPr>
            <a:spLocks noGrp="1"/>
          </p:cNvSpPr>
          <p:nvPr>
            <p:ph type="dt" sz="half" idx="2"/>
          </p:nvPr>
        </p:nvSpPr>
        <p:spPr>
          <a:xfrm>
            <a:off x="7508875" y="6226628"/>
            <a:ext cx="1170228" cy="631372"/>
          </a:xfrm>
          <a:prstGeom prst="rect">
            <a:avLst/>
          </a:prstGeom>
        </p:spPr>
        <p:txBody>
          <a:bodyPr vert="horz" lIns="91440" tIns="91440" rIns="91440" bIns="45720" rtlCol="0" anchor="ctr"/>
          <a:lstStyle>
            <a:lvl1pPr algn="ctr">
              <a:defRPr sz="1350">
                <a:solidFill>
                  <a:schemeClr val="tx1"/>
                </a:solidFill>
                <a:latin typeface="+mj-lt"/>
              </a:defRPr>
            </a:lvl1pPr>
          </a:lstStyle>
          <a:p>
            <a:fld id="{6610FD7F-1DC4-47AE-A8ED-D1A0469523A8}" type="datetime4">
              <a:rPr lang="en-US" smtClean="0"/>
              <a:t>January 15, 2026</a:t>
            </a:fld>
            <a:endParaRPr lang="en-US" dirty="0"/>
          </a:p>
        </p:txBody>
      </p:sp>
      <p:pic>
        <p:nvPicPr>
          <p:cNvPr id="8" name="Graphic 7">
            <a:extLst>
              <a:ext uri="{FF2B5EF4-FFF2-40B4-BE49-F238E27FC236}">
                <a16:creationId xmlns:a16="http://schemas.microsoft.com/office/drawing/2014/main" id="{C7C27500-80A5-ACE3-E5FE-30B63950C8C1}"/>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156508" y="6405154"/>
            <a:ext cx="205740" cy="274320"/>
          </a:xfrm>
          <a:prstGeom prst="rect">
            <a:avLst/>
          </a:prstGeom>
        </p:spPr>
      </p:pic>
      <p:pic>
        <p:nvPicPr>
          <p:cNvPr id="11" name="Graphic 10">
            <a:extLst>
              <a:ext uri="{FF2B5EF4-FFF2-40B4-BE49-F238E27FC236}">
                <a16:creationId xmlns:a16="http://schemas.microsoft.com/office/drawing/2014/main" id="{06256C1F-A548-F457-2753-E96A83E5E1B3}"/>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6876711" y="6405154"/>
            <a:ext cx="205740" cy="274320"/>
          </a:xfrm>
          <a:prstGeom prst="rect">
            <a:avLst/>
          </a:prstGeom>
        </p:spPr>
      </p:pic>
      <p:pic>
        <p:nvPicPr>
          <p:cNvPr id="12" name="Graphic 11">
            <a:extLst>
              <a:ext uri="{FF2B5EF4-FFF2-40B4-BE49-F238E27FC236}">
                <a16:creationId xmlns:a16="http://schemas.microsoft.com/office/drawing/2014/main" id="{797F79C1-FB83-AC51-70F8-8E7305F7C8E1}"/>
              </a:ext>
              <a:ext uri="{C183D7F6-B498-43B3-948B-1728B52AA6E4}">
                <adec:decorative xmlns:adec="http://schemas.microsoft.com/office/drawing/2017/decorative" val="1"/>
              </a:ext>
            </a:extLst>
          </p:cNvPr>
          <p:cNvPicPr>
            <a:picLocks noChangeAspect="1"/>
          </p:cNvPicPr>
          <p:nvPr/>
        </p:nvPicPr>
        <p:blipFill rotWithShape="1">
          <a:blip r:embed="rId9" cstate="hq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3558" t="13558" r="13558" b="13558"/>
          <a:stretch/>
        </p:blipFill>
        <p:spPr>
          <a:xfrm>
            <a:off x="6596913" y="6405154"/>
            <a:ext cx="205740" cy="274320"/>
          </a:xfrm>
          <a:prstGeom prst="rect">
            <a:avLst/>
          </a:prstGeom>
        </p:spPr>
      </p:pic>
      <p:sp>
        <p:nvSpPr>
          <p:cNvPr id="15" name="Slide Number Placeholder 5">
            <a:extLst>
              <a:ext uri="{FF2B5EF4-FFF2-40B4-BE49-F238E27FC236}">
                <a16:creationId xmlns:a16="http://schemas.microsoft.com/office/drawing/2014/main" id="{BBDD93F0-5136-93CB-0125-942AA638272F}"/>
              </a:ext>
            </a:extLst>
          </p:cNvPr>
          <p:cNvSpPr>
            <a:spLocks noGrp="1"/>
          </p:cNvSpPr>
          <p:nvPr>
            <p:ph type="sldNum" sz="quarter" idx="4"/>
          </p:nvPr>
        </p:nvSpPr>
        <p:spPr>
          <a:xfrm>
            <a:off x="8679103" y="6226628"/>
            <a:ext cx="473061" cy="631372"/>
          </a:xfrm>
          <a:prstGeom prst="rect">
            <a:avLst/>
          </a:prstGeom>
        </p:spPr>
        <p:txBody>
          <a:bodyPr vert="horz" lIns="91440" tIns="91440" rIns="91440" bIns="45720" rtlCol="0" anchor="ctr"/>
          <a:lstStyle>
            <a:lvl1pPr algn="ctr">
              <a:defRPr lang="en-US" sz="1350" smtClean="0">
                <a:solidFill>
                  <a:schemeClr val="tx1"/>
                </a:solidFill>
                <a:latin typeface="+mj-lt"/>
              </a:defRPr>
            </a:lvl1pPr>
          </a:lstStyle>
          <a:p>
            <a:fld id="{F38DF745-7D3F-47F4-83A3-874385CFAA69}" type="slidenum">
              <a:rPr lang="en-US" smtClean="0"/>
              <a:pPr/>
              <a:t>‹#›</a:t>
            </a:fld>
            <a:endParaRPr lang="en-US" dirty="0"/>
          </a:p>
        </p:txBody>
      </p:sp>
      <p:sp>
        <p:nvSpPr>
          <p:cNvPr id="16" name="Rectangle 15">
            <a:extLst>
              <a:ext uri="{FF2B5EF4-FFF2-40B4-BE49-F238E27FC236}">
                <a16:creationId xmlns:a16="http://schemas.microsoft.com/office/drawing/2014/main" id="{1FE7A212-2920-1971-09FB-8F2CF45120D7}"/>
              </a:ext>
              <a:ext uri="{C183D7F6-B498-43B3-948B-1728B52AA6E4}">
                <adec:decorative xmlns:adec="http://schemas.microsoft.com/office/drawing/2017/decorative" val="1"/>
              </a:ext>
            </a:extLst>
          </p:cNvPr>
          <p:cNvSpPr/>
          <p:nvPr/>
        </p:nvSpPr>
        <p:spPr>
          <a:xfrm>
            <a:off x="285751" y="6352732"/>
            <a:ext cx="979715"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350" b="1" dirty="0">
                <a:solidFill>
                  <a:schemeClr val="tx1"/>
                </a:solidFill>
                <a:latin typeface="+mn-lt"/>
              </a:rPr>
              <a:t>START</a:t>
            </a:r>
          </a:p>
        </p:txBody>
      </p:sp>
    </p:spTree>
    <p:extLst>
      <p:ext uri="{BB962C8B-B14F-4D97-AF65-F5344CB8AC3E}">
        <p14:creationId xmlns:p14="http://schemas.microsoft.com/office/powerpoint/2010/main" val="4141881467"/>
      </p:ext>
    </p:extLst>
  </p:cSld>
  <p:clrMapOvr>
    <a:overrideClrMapping bg1="lt1" tx1="dk1" bg2="lt2" tx2="dk2" accent1="accent1" accent2="accent2" accent3="accent3" accent4="accent4" accent5="accent5" accent6="accent6" hlink="hlink" folHlink="folHlink"/>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ummary 3">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B9D92F9-7505-2024-1DF6-10DB1241A72C}"/>
              </a:ext>
              <a:ext uri="{C183D7F6-B498-43B3-948B-1728B52AA6E4}">
                <adec:decorative xmlns:adec="http://schemas.microsoft.com/office/drawing/2017/decorative" val="1"/>
              </a:ext>
            </a:extLst>
          </p:cNvPr>
          <p:cNvPicPr>
            <a:picLocks noChangeAspect="1"/>
          </p:cNvPicPr>
          <p:nvPr/>
        </p:nvPicPr>
        <p:blipFill rotWithShape="1">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40898"/>
          <a:stretch/>
        </p:blipFill>
        <p:spPr>
          <a:xfrm>
            <a:off x="0" y="1448222"/>
            <a:ext cx="1647807" cy="3717471"/>
          </a:xfrm>
          <a:prstGeom prst="rect">
            <a:avLst/>
          </a:prstGeom>
        </p:spPr>
      </p:pic>
      <p:sp>
        <p:nvSpPr>
          <p:cNvPr id="21" name="Rectangle 20">
            <a:extLst>
              <a:ext uri="{FF2B5EF4-FFF2-40B4-BE49-F238E27FC236}">
                <a16:creationId xmlns:a16="http://schemas.microsoft.com/office/drawing/2014/main" id="{7D296A0E-AA2F-B543-BCEA-D30C665A2BA2}"/>
              </a:ext>
              <a:ext uri="{C183D7F6-B498-43B3-948B-1728B52AA6E4}">
                <adec:decorative xmlns:adec="http://schemas.microsoft.com/office/drawing/2017/decorative" val="1"/>
              </a:ext>
            </a:extLst>
          </p:cNvPr>
          <p:cNvSpPr/>
          <p:nvPr/>
        </p:nvSpPr>
        <p:spPr>
          <a:xfrm>
            <a:off x="285750" y="851549"/>
            <a:ext cx="5015986"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22" name="Rectangle 21">
            <a:extLst>
              <a:ext uri="{FF2B5EF4-FFF2-40B4-BE49-F238E27FC236}">
                <a16:creationId xmlns:a16="http://schemas.microsoft.com/office/drawing/2014/main" id="{FF4E35C9-2754-CF70-29E7-27AC12CE482E}"/>
              </a:ext>
              <a:ext uri="{C183D7F6-B498-43B3-948B-1728B52AA6E4}">
                <adec:decorative xmlns:adec="http://schemas.microsoft.com/office/drawing/2017/decorative" val="1"/>
              </a:ext>
            </a:extLst>
          </p:cNvPr>
          <p:cNvSpPr/>
          <p:nvPr/>
        </p:nvSpPr>
        <p:spPr>
          <a:xfrm>
            <a:off x="285750" y="380999"/>
            <a:ext cx="5015986"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17" name="Group 16">
            <a:extLst>
              <a:ext uri="{FF2B5EF4-FFF2-40B4-BE49-F238E27FC236}">
                <a16:creationId xmlns:a16="http://schemas.microsoft.com/office/drawing/2014/main" id="{69AAB6D3-CF07-3A44-F37A-9DEF7B82B56B}"/>
              </a:ext>
              <a:ext uri="{C183D7F6-B498-43B3-948B-1728B52AA6E4}">
                <adec:decorative xmlns:adec="http://schemas.microsoft.com/office/drawing/2017/decorative" val="1"/>
              </a:ext>
            </a:extLst>
          </p:cNvPr>
          <p:cNvGrpSpPr/>
          <p:nvPr/>
        </p:nvGrpSpPr>
        <p:grpSpPr>
          <a:xfrm>
            <a:off x="391887" y="505268"/>
            <a:ext cx="608239" cy="212272"/>
            <a:chOff x="1883229" y="800099"/>
            <a:chExt cx="810985" cy="212272"/>
          </a:xfrm>
        </p:grpSpPr>
        <p:sp>
          <p:nvSpPr>
            <p:cNvPr id="18" name="Oval 17">
              <a:extLst>
                <a:ext uri="{FF2B5EF4-FFF2-40B4-BE49-F238E27FC236}">
                  <a16:creationId xmlns:a16="http://schemas.microsoft.com/office/drawing/2014/main" id="{16E4DBAB-D882-5741-A690-F28CB547E059}"/>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9" name="Oval 18">
              <a:extLst>
                <a:ext uri="{FF2B5EF4-FFF2-40B4-BE49-F238E27FC236}">
                  <a16:creationId xmlns:a16="http://schemas.microsoft.com/office/drawing/2014/main" id="{59414570-C554-43C4-DF59-67790E6DBEB8}"/>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0" name="Oval 19">
              <a:extLst>
                <a:ext uri="{FF2B5EF4-FFF2-40B4-BE49-F238E27FC236}">
                  <a16:creationId xmlns:a16="http://schemas.microsoft.com/office/drawing/2014/main" id="{D9EC5277-EFEF-467F-A8E8-3AB6A62F3A00}"/>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289233" y="841809"/>
            <a:ext cx="5034115" cy="4012867"/>
          </a:xfrm>
        </p:spPr>
        <p:txBody>
          <a:bodyPr anchor="ctr"/>
          <a:lstStyle>
            <a:lvl1pPr algn="ctr">
              <a:defRPr sz="4050"/>
            </a:lvl1pPr>
          </a:lstStyle>
          <a:p>
            <a:r>
              <a:rPr lang="en-US" dirty="0"/>
              <a:t>Click to add title</a:t>
            </a:r>
          </a:p>
        </p:txBody>
      </p:sp>
      <p:sp>
        <p:nvSpPr>
          <p:cNvPr id="3" name="Rectangle: Rounded Corners 2">
            <a:extLst>
              <a:ext uri="{FF2B5EF4-FFF2-40B4-BE49-F238E27FC236}">
                <a16:creationId xmlns:a16="http://schemas.microsoft.com/office/drawing/2014/main" id="{A63774F2-22B6-2050-1FA9-905E2B2B5FD4}"/>
              </a:ext>
              <a:ext uri="{C183D7F6-B498-43B3-948B-1728B52AA6E4}">
                <adec:decorative xmlns:adec="http://schemas.microsoft.com/office/drawing/2017/decorative" val="1"/>
              </a:ext>
            </a:extLst>
          </p:cNvPr>
          <p:cNvSpPr/>
          <p:nvPr/>
        </p:nvSpPr>
        <p:spPr>
          <a:xfrm>
            <a:off x="540400" y="4854678"/>
            <a:ext cx="4506686" cy="652923"/>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 name="Subtitle 2">
            <a:extLst>
              <a:ext uri="{FF2B5EF4-FFF2-40B4-BE49-F238E27FC236}">
                <a16:creationId xmlns:a16="http://schemas.microsoft.com/office/drawing/2014/main" id="{D406CD66-4AAA-6429-2E99-B4514373C2AE}"/>
              </a:ext>
            </a:extLst>
          </p:cNvPr>
          <p:cNvSpPr>
            <a:spLocks noGrp="1"/>
          </p:cNvSpPr>
          <p:nvPr>
            <p:ph type="subTitle" idx="1" hasCustomPrompt="1"/>
          </p:nvPr>
        </p:nvSpPr>
        <p:spPr>
          <a:xfrm>
            <a:off x="551089" y="4854678"/>
            <a:ext cx="4506686" cy="652923"/>
          </a:xfrm>
        </p:spPr>
        <p:txBody>
          <a:bodyPr anchor="ctr">
            <a:noAutofit/>
          </a:bodyPr>
          <a:lstStyle>
            <a:lvl1pPr marL="0" indent="0" algn="ctr">
              <a:buNone/>
              <a:defRPr sz="135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add subtitle</a:t>
            </a:r>
          </a:p>
        </p:txBody>
      </p:sp>
      <p:sp>
        <p:nvSpPr>
          <p:cNvPr id="31" name="Freeform: Shape 30">
            <a:extLst>
              <a:ext uri="{FF2B5EF4-FFF2-40B4-BE49-F238E27FC236}">
                <a16:creationId xmlns:a16="http://schemas.microsoft.com/office/drawing/2014/main" id="{A037F58E-633A-20EC-118A-2A3039E204FC}"/>
              </a:ext>
              <a:ext uri="{C183D7F6-B498-43B3-948B-1728B52AA6E4}">
                <adec:decorative xmlns:adec="http://schemas.microsoft.com/office/drawing/2017/decorative" val="1"/>
              </a:ext>
            </a:extLst>
          </p:cNvPr>
          <p:cNvSpPr/>
          <p:nvPr/>
        </p:nvSpPr>
        <p:spPr>
          <a:xfrm>
            <a:off x="6113349" y="2"/>
            <a:ext cx="3030651"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9400"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sp>
        <p:nvSpPr>
          <p:cNvPr id="4" name="Rectangle 3">
            <a:extLst>
              <a:ext uri="{FF2B5EF4-FFF2-40B4-BE49-F238E27FC236}">
                <a16:creationId xmlns:a16="http://schemas.microsoft.com/office/drawing/2014/main" id="{683E7202-D4FD-97A5-44A7-EC8436DA2BFF}"/>
              </a:ext>
              <a:ext uri="{C183D7F6-B498-43B3-948B-1728B52AA6E4}">
                <adec:decorative xmlns:adec="http://schemas.microsoft.com/office/drawing/2017/decorative" val="1"/>
              </a:ext>
            </a:extLst>
          </p:cNvPr>
          <p:cNvSpPr/>
          <p:nvPr/>
        </p:nvSpPr>
        <p:spPr>
          <a:xfrm>
            <a:off x="5590449" y="851549"/>
            <a:ext cx="3264838"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3" name="Rectangle 12">
            <a:extLst>
              <a:ext uri="{FF2B5EF4-FFF2-40B4-BE49-F238E27FC236}">
                <a16:creationId xmlns:a16="http://schemas.microsoft.com/office/drawing/2014/main" id="{C680E844-DC94-8DC4-9D32-BFCC7888727A}"/>
              </a:ext>
              <a:ext uri="{C183D7F6-B498-43B3-948B-1728B52AA6E4}">
                <adec:decorative xmlns:adec="http://schemas.microsoft.com/office/drawing/2017/decorative" val="1"/>
              </a:ext>
            </a:extLst>
          </p:cNvPr>
          <p:cNvSpPr/>
          <p:nvPr/>
        </p:nvSpPr>
        <p:spPr>
          <a:xfrm>
            <a:off x="5590449" y="380999"/>
            <a:ext cx="3264838"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14" name="Group 13">
            <a:extLst>
              <a:ext uri="{FF2B5EF4-FFF2-40B4-BE49-F238E27FC236}">
                <a16:creationId xmlns:a16="http://schemas.microsoft.com/office/drawing/2014/main" id="{890C8A32-35EB-644B-4A78-F0837BB8C9A5}"/>
              </a:ext>
              <a:ext uri="{C183D7F6-B498-43B3-948B-1728B52AA6E4}">
                <adec:decorative xmlns:adec="http://schemas.microsoft.com/office/drawing/2017/decorative" val="1"/>
              </a:ext>
            </a:extLst>
          </p:cNvPr>
          <p:cNvGrpSpPr/>
          <p:nvPr/>
        </p:nvGrpSpPr>
        <p:grpSpPr>
          <a:xfrm>
            <a:off x="5696586" y="505268"/>
            <a:ext cx="608239" cy="212272"/>
            <a:chOff x="1883229" y="800099"/>
            <a:chExt cx="810985" cy="212272"/>
          </a:xfrm>
        </p:grpSpPr>
        <p:sp>
          <p:nvSpPr>
            <p:cNvPr id="29" name="Oval 28">
              <a:extLst>
                <a:ext uri="{FF2B5EF4-FFF2-40B4-BE49-F238E27FC236}">
                  <a16:creationId xmlns:a16="http://schemas.microsoft.com/office/drawing/2014/main" id="{7D61DD85-A825-A396-2A30-039913643826}"/>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0" name="Oval 29">
              <a:extLst>
                <a:ext uri="{FF2B5EF4-FFF2-40B4-BE49-F238E27FC236}">
                  <a16:creationId xmlns:a16="http://schemas.microsoft.com/office/drawing/2014/main" id="{AE29ECB8-2561-5C06-11F4-9DAB13E88AF9}"/>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2" name="Oval 31">
              <a:extLst>
                <a:ext uri="{FF2B5EF4-FFF2-40B4-BE49-F238E27FC236}">
                  <a16:creationId xmlns:a16="http://schemas.microsoft.com/office/drawing/2014/main" id="{EAE27364-A704-A922-E89E-C44E9040E1E4}"/>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36" name="Picture Placeholder 35">
            <a:extLst>
              <a:ext uri="{FF2B5EF4-FFF2-40B4-BE49-F238E27FC236}">
                <a16:creationId xmlns:a16="http://schemas.microsoft.com/office/drawing/2014/main" id="{E5704C24-F4AD-72DA-159C-32CBFB1AFD4B}"/>
              </a:ext>
            </a:extLst>
          </p:cNvPr>
          <p:cNvSpPr>
            <a:spLocks noGrp="1"/>
          </p:cNvSpPr>
          <p:nvPr>
            <p:ph type="pic" sz="quarter" idx="18"/>
          </p:nvPr>
        </p:nvSpPr>
        <p:spPr>
          <a:xfrm>
            <a:off x="5599974" y="859509"/>
            <a:ext cx="3243364" cy="4983480"/>
          </a:xfrm>
        </p:spPr>
        <p:txBody>
          <a:bodyPr/>
          <a:lstStyle>
            <a:lvl1pPr marL="0" indent="0" algn="ctr">
              <a:buNone/>
              <a:defRPr sz="1500"/>
            </a:lvl1pPr>
          </a:lstStyle>
          <a:p>
            <a:r>
              <a:rPr lang="en-US"/>
              <a:t>Click icon to add picture</a:t>
            </a:r>
            <a:endParaRPr lang="en-US" dirty="0"/>
          </a:p>
        </p:txBody>
      </p:sp>
      <p:sp>
        <p:nvSpPr>
          <p:cNvPr id="7" name="Rectangle 6">
            <a:extLst>
              <a:ext uri="{FF2B5EF4-FFF2-40B4-BE49-F238E27FC236}">
                <a16:creationId xmlns:a16="http://schemas.microsoft.com/office/drawing/2014/main" id="{579CD2F2-6C1D-5B8C-C5CF-40222BAE8609}"/>
              </a:ext>
              <a:ext uri="{C183D7F6-B498-43B3-948B-1728B52AA6E4}">
                <adec:decorative xmlns:adec="http://schemas.microsoft.com/office/drawing/2017/decorative" val="1"/>
              </a:ext>
            </a:extLst>
          </p:cNvPr>
          <p:cNvSpPr/>
          <p:nvPr/>
        </p:nvSpPr>
        <p:spPr>
          <a:xfrm>
            <a:off x="0" y="6226630"/>
            <a:ext cx="9144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8" name="Straight Connector 7">
            <a:extLst>
              <a:ext uri="{FF2B5EF4-FFF2-40B4-BE49-F238E27FC236}">
                <a16:creationId xmlns:a16="http://schemas.microsoft.com/office/drawing/2014/main" id="{B216551A-8E0E-2E51-2D2F-BD765A674C39}"/>
              </a:ext>
              <a:ext uri="{C183D7F6-B498-43B3-948B-1728B52AA6E4}">
                <adec:decorative xmlns:adec="http://schemas.microsoft.com/office/drawing/2017/decorative" val="1"/>
              </a:ext>
            </a:extLst>
          </p:cNvPr>
          <p:cNvCxnSpPr>
            <a:cxnSpLocks/>
          </p:cNvCxnSpPr>
          <p:nvPr/>
        </p:nvCxnSpPr>
        <p:spPr>
          <a:xfrm>
            <a:off x="0" y="6226629"/>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Date Placeholder 3">
            <a:extLst>
              <a:ext uri="{FF2B5EF4-FFF2-40B4-BE49-F238E27FC236}">
                <a16:creationId xmlns:a16="http://schemas.microsoft.com/office/drawing/2014/main" id="{B612F406-221C-DFC9-5B2E-A6B4A06FF4C7}"/>
              </a:ext>
            </a:extLst>
          </p:cNvPr>
          <p:cNvSpPr>
            <a:spLocks noGrp="1"/>
          </p:cNvSpPr>
          <p:nvPr>
            <p:ph type="dt" sz="half" idx="2"/>
          </p:nvPr>
        </p:nvSpPr>
        <p:spPr>
          <a:xfrm>
            <a:off x="7508875" y="6226628"/>
            <a:ext cx="1170228" cy="631372"/>
          </a:xfrm>
          <a:prstGeom prst="rect">
            <a:avLst/>
          </a:prstGeom>
        </p:spPr>
        <p:txBody>
          <a:bodyPr vert="horz" lIns="91440" tIns="91440" rIns="91440" bIns="45720" rtlCol="0" anchor="ctr"/>
          <a:lstStyle>
            <a:lvl1pPr algn="ctr">
              <a:defRPr sz="1350">
                <a:solidFill>
                  <a:schemeClr val="tx1"/>
                </a:solidFill>
                <a:latin typeface="+mj-lt"/>
              </a:defRPr>
            </a:lvl1pPr>
          </a:lstStyle>
          <a:p>
            <a:fld id="{6610FD7F-1DC4-47AE-A8ED-D1A0469523A8}" type="datetime4">
              <a:rPr lang="en-US" smtClean="0"/>
              <a:t>January 15, 2026</a:t>
            </a:fld>
            <a:endParaRPr lang="en-US" dirty="0"/>
          </a:p>
        </p:txBody>
      </p:sp>
      <p:pic>
        <p:nvPicPr>
          <p:cNvPr id="12" name="Graphic 11">
            <a:extLst>
              <a:ext uri="{FF2B5EF4-FFF2-40B4-BE49-F238E27FC236}">
                <a16:creationId xmlns:a16="http://schemas.microsoft.com/office/drawing/2014/main" id="{A08FB81D-7980-C91F-E68F-CA152DB4AD8D}"/>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156508" y="6405154"/>
            <a:ext cx="205740" cy="274320"/>
          </a:xfrm>
          <a:prstGeom prst="rect">
            <a:avLst/>
          </a:prstGeom>
        </p:spPr>
      </p:pic>
      <p:pic>
        <p:nvPicPr>
          <p:cNvPr id="15" name="Graphic 14">
            <a:extLst>
              <a:ext uri="{FF2B5EF4-FFF2-40B4-BE49-F238E27FC236}">
                <a16:creationId xmlns:a16="http://schemas.microsoft.com/office/drawing/2014/main" id="{C790F93D-BC22-F46A-6921-211237434936}"/>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6876711" y="6405154"/>
            <a:ext cx="205740" cy="274320"/>
          </a:xfrm>
          <a:prstGeom prst="rect">
            <a:avLst/>
          </a:prstGeom>
        </p:spPr>
      </p:pic>
      <p:pic>
        <p:nvPicPr>
          <p:cNvPr id="16" name="Graphic 15">
            <a:extLst>
              <a:ext uri="{FF2B5EF4-FFF2-40B4-BE49-F238E27FC236}">
                <a16:creationId xmlns:a16="http://schemas.microsoft.com/office/drawing/2014/main" id="{CBA151EE-A96C-A1AB-6996-3FF8F8AFA1D2}"/>
              </a:ext>
              <a:ext uri="{C183D7F6-B498-43B3-948B-1728B52AA6E4}">
                <adec:decorative xmlns:adec="http://schemas.microsoft.com/office/drawing/2017/decorative" val="1"/>
              </a:ext>
            </a:extLst>
          </p:cNvPr>
          <p:cNvPicPr>
            <a:picLocks noChangeAspect="1"/>
          </p:cNvPicPr>
          <p:nvPr/>
        </p:nvPicPr>
        <p:blipFill rotWithShape="1">
          <a:blip r:embed="rId9" cstate="hq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3558" t="13558" r="13558" b="13558"/>
          <a:stretch/>
        </p:blipFill>
        <p:spPr>
          <a:xfrm>
            <a:off x="6596913" y="6405154"/>
            <a:ext cx="205740" cy="274320"/>
          </a:xfrm>
          <a:prstGeom prst="rect">
            <a:avLst/>
          </a:prstGeom>
        </p:spPr>
      </p:pic>
      <p:sp>
        <p:nvSpPr>
          <p:cNvPr id="33" name="Slide Number Placeholder 5">
            <a:extLst>
              <a:ext uri="{FF2B5EF4-FFF2-40B4-BE49-F238E27FC236}">
                <a16:creationId xmlns:a16="http://schemas.microsoft.com/office/drawing/2014/main" id="{0FBE0826-C479-F9B2-BE8C-B31F4CD98E4C}"/>
              </a:ext>
            </a:extLst>
          </p:cNvPr>
          <p:cNvSpPr>
            <a:spLocks noGrp="1"/>
          </p:cNvSpPr>
          <p:nvPr>
            <p:ph type="sldNum" sz="quarter" idx="4"/>
          </p:nvPr>
        </p:nvSpPr>
        <p:spPr>
          <a:xfrm>
            <a:off x="8679103" y="6226628"/>
            <a:ext cx="473061" cy="631372"/>
          </a:xfrm>
          <a:prstGeom prst="rect">
            <a:avLst/>
          </a:prstGeom>
        </p:spPr>
        <p:txBody>
          <a:bodyPr vert="horz" lIns="91440" tIns="91440" rIns="91440" bIns="45720" rtlCol="0" anchor="ctr"/>
          <a:lstStyle>
            <a:lvl1pPr algn="ctr">
              <a:defRPr lang="en-US" sz="1350" smtClean="0">
                <a:solidFill>
                  <a:schemeClr val="tx1"/>
                </a:solidFill>
                <a:latin typeface="+mj-lt"/>
              </a:defRPr>
            </a:lvl1pPr>
          </a:lstStyle>
          <a:p>
            <a:fld id="{F38DF745-7D3F-47F4-83A3-874385CFAA69}" type="slidenum">
              <a:rPr lang="en-US" smtClean="0"/>
              <a:pPr/>
              <a:t>‹#›</a:t>
            </a:fld>
            <a:endParaRPr lang="en-US" dirty="0"/>
          </a:p>
        </p:txBody>
      </p:sp>
      <p:sp>
        <p:nvSpPr>
          <p:cNvPr id="34" name="Rectangle 33">
            <a:extLst>
              <a:ext uri="{FF2B5EF4-FFF2-40B4-BE49-F238E27FC236}">
                <a16:creationId xmlns:a16="http://schemas.microsoft.com/office/drawing/2014/main" id="{62278FC6-6AA7-8092-6593-326853123591}"/>
              </a:ext>
              <a:ext uri="{C183D7F6-B498-43B3-948B-1728B52AA6E4}">
                <adec:decorative xmlns:adec="http://schemas.microsoft.com/office/drawing/2017/decorative" val="1"/>
              </a:ext>
            </a:extLst>
          </p:cNvPr>
          <p:cNvSpPr/>
          <p:nvPr/>
        </p:nvSpPr>
        <p:spPr>
          <a:xfrm>
            <a:off x="285751" y="6352732"/>
            <a:ext cx="979715"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350" b="1" dirty="0">
                <a:solidFill>
                  <a:schemeClr val="tx1"/>
                </a:solidFill>
                <a:latin typeface="+mn-lt"/>
              </a:rPr>
              <a:t>START</a:t>
            </a:r>
          </a:p>
        </p:txBody>
      </p:sp>
    </p:spTree>
    <p:extLst>
      <p:ext uri="{BB962C8B-B14F-4D97-AF65-F5344CB8AC3E}">
        <p14:creationId xmlns:p14="http://schemas.microsoft.com/office/powerpoint/2010/main" val="2962982745"/>
      </p:ext>
    </p:extLst>
  </p:cSld>
  <p:clrMapOvr>
    <a:overrideClrMapping bg1="lt1" tx1="dk1" bg2="lt2" tx2="dk2" accent1="accent1" accent2="accent2" accent3="accent3" accent4="accent4" accent5="accent5" accent6="accent6" hlink="hlink" folHlink="folHlink"/>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Introduction">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41A884-237A-64B6-32E7-217992605B35}"/>
              </a:ext>
              <a:ext uri="{C183D7F6-B498-43B3-948B-1728B52AA6E4}">
                <adec:decorative xmlns:adec="http://schemas.microsoft.com/office/drawing/2017/decorative" val="1"/>
              </a:ext>
            </a:extLst>
          </p:cNvPr>
          <p:cNvSpPr/>
          <p:nvPr/>
        </p:nvSpPr>
        <p:spPr>
          <a:xfrm>
            <a:off x="252413" y="327025"/>
            <a:ext cx="8639175"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7" name="Title 1">
            <a:extLst>
              <a:ext uri="{FF2B5EF4-FFF2-40B4-BE49-F238E27FC236}">
                <a16:creationId xmlns:a16="http://schemas.microsoft.com/office/drawing/2014/main" id="{BA79ADB4-793B-694B-0F44-63AED5A3B60F}"/>
              </a:ext>
            </a:extLst>
          </p:cNvPr>
          <p:cNvSpPr>
            <a:spLocks noGrp="1"/>
          </p:cNvSpPr>
          <p:nvPr>
            <p:ph type="title" hasCustomPrompt="1"/>
          </p:nvPr>
        </p:nvSpPr>
        <p:spPr>
          <a:xfrm>
            <a:off x="481013" y="530572"/>
            <a:ext cx="8180262" cy="1162882"/>
          </a:xfrm>
        </p:spPr>
        <p:txBody>
          <a:bodyPr tIns="182880"/>
          <a:lstStyle>
            <a:lvl1pPr algn="l">
              <a:defRPr sz="2400"/>
            </a:lvl1pPr>
          </a:lstStyle>
          <a:p>
            <a:r>
              <a:rPr lang="en-US" dirty="0"/>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481013" y="1917701"/>
            <a:ext cx="8180262" cy="3340099"/>
          </a:xfrm>
        </p:spPr>
        <p:txBody>
          <a:bodyPr/>
          <a:lstStyle>
            <a:lvl1pPr marL="214313" indent="-214313">
              <a:lnSpc>
                <a:spcPts val="1425"/>
              </a:lnSpc>
              <a:buFont typeface="Arial" panose="020B0604020202020204" pitchFamily="34" charset="0"/>
              <a:buChar char="•"/>
              <a:defRPr sz="1350"/>
            </a:lvl1pPr>
            <a:lvl2pPr marL="557213" indent="-214313">
              <a:lnSpc>
                <a:spcPts val="1425"/>
              </a:lnSpc>
              <a:buFont typeface="Arial" panose="020B0604020202020204" pitchFamily="34" charset="0"/>
              <a:buChar char="•"/>
              <a:defRPr sz="1350"/>
            </a:lvl2pPr>
            <a:lvl3pPr marL="900113" indent="-214313">
              <a:lnSpc>
                <a:spcPts val="1425"/>
              </a:lnSpc>
              <a:buFont typeface="Arial" panose="020B0604020202020204" pitchFamily="34" charset="0"/>
              <a:buChar char="•"/>
              <a:defRPr sz="1350"/>
            </a:lvl3pPr>
            <a:lvl4pPr marL="1243013" indent="-214313">
              <a:lnSpc>
                <a:spcPts val="1425"/>
              </a:lnSpc>
              <a:buFont typeface="Arial" panose="020B0604020202020204" pitchFamily="34" charset="0"/>
              <a:buChar char="•"/>
              <a:defRPr sz="1350"/>
            </a:lvl4pPr>
            <a:lvl5pPr marL="1585913" indent="-214313">
              <a:lnSpc>
                <a:spcPts val="1425"/>
              </a:lnSpc>
              <a:buFont typeface="Arial" panose="020B0604020202020204" pitchFamily="34" charset="0"/>
              <a:buChar char="•"/>
              <a:defRPr sz="135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874C63F8-081B-3D1E-1EC2-A59B7627A0FF}"/>
              </a:ext>
              <a:ext uri="{C183D7F6-B498-43B3-948B-1728B52AA6E4}">
                <adec:decorative xmlns:adec="http://schemas.microsoft.com/office/drawing/2017/decorative" val="1"/>
              </a:ext>
            </a:extLst>
          </p:cNvPr>
          <p:cNvSpPr/>
          <p:nvPr/>
        </p:nvSpPr>
        <p:spPr>
          <a:xfrm>
            <a:off x="0" y="6226630"/>
            <a:ext cx="9144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9" name="Straight Connector 8">
            <a:extLst>
              <a:ext uri="{FF2B5EF4-FFF2-40B4-BE49-F238E27FC236}">
                <a16:creationId xmlns:a16="http://schemas.microsoft.com/office/drawing/2014/main" id="{80B6F8D9-3C25-DDB8-6C45-D06BF5D837DD}"/>
              </a:ext>
              <a:ext uri="{C183D7F6-B498-43B3-948B-1728B52AA6E4}">
                <adec:decorative xmlns:adec="http://schemas.microsoft.com/office/drawing/2017/decorative" val="1"/>
              </a:ext>
            </a:extLst>
          </p:cNvPr>
          <p:cNvCxnSpPr>
            <a:cxnSpLocks/>
          </p:cNvCxnSpPr>
          <p:nvPr/>
        </p:nvCxnSpPr>
        <p:spPr>
          <a:xfrm>
            <a:off x="0" y="6226629"/>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Date Placeholder 3">
            <a:extLst>
              <a:ext uri="{FF2B5EF4-FFF2-40B4-BE49-F238E27FC236}">
                <a16:creationId xmlns:a16="http://schemas.microsoft.com/office/drawing/2014/main" id="{BA069417-406B-7583-F175-EE9B3830EE82}"/>
              </a:ext>
            </a:extLst>
          </p:cNvPr>
          <p:cNvSpPr>
            <a:spLocks noGrp="1"/>
          </p:cNvSpPr>
          <p:nvPr>
            <p:ph type="dt" sz="half" idx="2"/>
          </p:nvPr>
        </p:nvSpPr>
        <p:spPr>
          <a:xfrm>
            <a:off x="7508875" y="6226628"/>
            <a:ext cx="1170228" cy="631372"/>
          </a:xfrm>
          <a:prstGeom prst="rect">
            <a:avLst/>
          </a:prstGeom>
        </p:spPr>
        <p:txBody>
          <a:bodyPr vert="horz" lIns="91440" tIns="91440" rIns="91440" bIns="45720" rtlCol="0" anchor="ctr"/>
          <a:lstStyle>
            <a:lvl1pPr algn="ctr">
              <a:defRPr sz="1350">
                <a:solidFill>
                  <a:schemeClr val="tx1"/>
                </a:solidFill>
                <a:latin typeface="+mj-lt"/>
              </a:defRPr>
            </a:lvl1pPr>
          </a:lstStyle>
          <a:p>
            <a:fld id="{6610FD7F-1DC4-47AE-A8ED-D1A0469523A8}" type="datetime4">
              <a:rPr lang="en-US" smtClean="0"/>
              <a:t>January 15, 2026</a:t>
            </a:fld>
            <a:endParaRPr lang="en-US" dirty="0"/>
          </a:p>
        </p:txBody>
      </p:sp>
      <p:pic>
        <p:nvPicPr>
          <p:cNvPr id="11" name="Graphic 10">
            <a:extLst>
              <a:ext uri="{FF2B5EF4-FFF2-40B4-BE49-F238E27FC236}">
                <a16:creationId xmlns:a16="http://schemas.microsoft.com/office/drawing/2014/main" id="{8DDC80A3-1127-C309-CCCF-459D4B365B0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56508" y="6405154"/>
            <a:ext cx="205740" cy="274320"/>
          </a:xfrm>
          <a:prstGeom prst="rect">
            <a:avLst/>
          </a:prstGeom>
        </p:spPr>
      </p:pic>
      <p:pic>
        <p:nvPicPr>
          <p:cNvPr id="12" name="Graphic 11">
            <a:extLst>
              <a:ext uri="{FF2B5EF4-FFF2-40B4-BE49-F238E27FC236}">
                <a16:creationId xmlns:a16="http://schemas.microsoft.com/office/drawing/2014/main" id="{A7D4C341-6443-CB24-41AE-09E84AA6E89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6876711" y="6405154"/>
            <a:ext cx="205740" cy="274320"/>
          </a:xfrm>
          <a:prstGeom prst="rect">
            <a:avLst/>
          </a:prstGeom>
        </p:spPr>
      </p:pic>
      <p:pic>
        <p:nvPicPr>
          <p:cNvPr id="13" name="Graphic 12">
            <a:extLst>
              <a:ext uri="{FF2B5EF4-FFF2-40B4-BE49-F238E27FC236}">
                <a16:creationId xmlns:a16="http://schemas.microsoft.com/office/drawing/2014/main" id="{553FCF92-6C55-D212-BCA4-51709D62AC13}"/>
              </a:ext>
              <a:ext uri="{C183D7F6-B498-43B3-948B-1728B52AA6E4}">
                <adec:decorative xmlns:adec="http://schemas.microsoft.com/office/drawing/2017/decorative" val="1"/>
              </a:ext>
            </a:extLst>
          </p:cNvPr>
          <p:cNvPicPr>
            <a:picLocks noChangeAspect="1"/>
          </p:cNvPicPr>
          <p:nvPr/>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6596913" y="6405154"/>
            <a:ext cx="205740" cy="274320"/>
          </a:xfrm>
          <a:prstGeom prst="rect">
            <a:avLst/>
          </a:prstGeom>
        </p:spPr>
      </p:pic>
      <p:sp>
        <p:nvSpPr>
          <p:cNvPr id="16" name="Slide Number Placeholder 5">
            <a:extLst>
              <a:ext uri="{FF2B5EF4-FFF2-40B4-BE49-F238E27FC236}">
                <a16:creationId xmlns:a16="http://schemas.microsoft.com/office/drawing/2014/main" id="{25EF7369-613A-D7D3-3478-17904CF31D29}"/>
              </a:ext>
            </a:extLst>
          </p:cNvPr>
          <p:cNvSpPr>
            <a:spLocks noGrp="1"/>
          </p:cNvSpPr>
          <p:nvPr>
            <p:ph type="sldNum" sz="quarter" idx="4"/>
          </p:nvPr>
        </p:nvSpPr>
        <p:spPr>
          <a:xfrm>
            <a:off x="8679103" y="6226628"/>
            <a:ext cx="473061" cy="631372"/>
          </a:xfrm>
          <a:prstGeom prst="rect">
            <a:avLst/>
          </a:prstGeom>
        </p:spPr>
        <p:txBody>
          <a:bodyPr vert="horz" lIns="91440" tIns="91440" rIns="91440" bIns="45720" rtlCol="0" anchor="ctr"/>
          <a:lstStyle>
            <a:lvl1pPr algn="ctr">
              <a:defRPr lang="en-US" sz="1350" smtClean="0">
                <a:solidFill>
                  <a:schemeClr val="tx1"/>
                </a:solidFill>
                <a:latin typeface="+mj-lt"/>
              </a:defRPr>
            </a:lvl1pPr>
          </a:lstStyle>
          <a:p>
            <a:fld id="{F38DF745-7D3F-47F4-83A3-874385CFAA69}" type="slidenum">
              <a:rPr lang="en-US" smtClean="0"/>
              <a:pPr/>
              <a:t>‹#›</a:t>
            </a:fld>
            <a:endParaRPr lang="en-US" dirty="0"/>
          </a:p>
        </p:txBody>
      </p:sp>
      <p:sp>
        <p:nvSpPr>
          <p:cNvPr id="17" name="Rectangle 16">
            <a:extLst>
              <a:ext uri="{FF2B5EF4-FFF2-40B4-BE49-F238E27FC236}">
                <a16:creationId xmlns:a16="http://schemas.microsoft.com/office/drawing/2014/main" id="{72B5CA49-A7D8-662B-28C7-95B7B7AD441B}"/>
              </a:ext>
              <a:ext uri="{C183D7F6-B498-43B3-948B-1728B52AA6E4}">
                <adec:decorative xmlns:adec="http://schemas.microsoft.com/office/drawing/2017/decorative" val="1"/>
              </a:ext>
            </a:extLst>
          </p:cNvPr>
          <p:cNvSpPr/>
          <p:nvPr/>
        </p:nvSpPr>
        <p:spPr>
          <a:xfrm>
            <a:off x="285751" y="6352732"/>
            <a:ext cx="979715"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350" b="1" dirty="0">
                <a:solidFill>
                  <a:schemeClr val="tx1"/>
                </a:solidFill>
                <a:latin typeface="+mn-lt"/>
              </a:rPr>
              <a:t>START</a:t>
            </a:r>
          </a:p>
        </p:txBody>
      </p:sp>
    </p:spTree>
    <p:extLst>
      <p:ext uri="{BB962C8B-B14F-4D97-AF65-F5344CB8AC3E}">
        <p14:creationId xmlns:p14="http://schemas.microsoft.com/office/powerpoint/2010/main" val="3457095006"/>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p:nvSpPr>
        <p:spPr>
          <a:xfrm>
            <a:off x="6113349" y="2"/>
            <a:ext cx="3030651"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2536373"/>
            <a:ext cx="1647807" cy="3717471"/>
          </a:xfrm>
          <a:prstGeom prst="rect">
            <a:avLst/>
          </a:prstGeom>
        </p:spPr>
      </p:pic>
      <p:grpSp>
        <p:nvGrpSpPr>
          <p:cNvPr id="11" name="Group 10">
            <a:extLst>
              <a:ext uri="{FF2B5EF4-FFF2-40B4-BE49-F238E27FC236}">
                <a16:creationId xmlns:a16="http://schemas.microsoft.com/office/drawing/2014/main" id="{956C6AF7-C52F-0661-9756-4ACF5F53D270}"/>
              </a:ext>
              <a:ext uri="{C183D7F6-B498-43B3-948B-1728B52AA6E4}">
                <adec:decorative xmlns:adec="http://schemas.microsoft.com/office/drawing/2017/decorative" val="1"/>
              </a:ext>
            </a:extLst>
          </p:cNvPr>
          <p:cNvGrpSpPr/>
          <p:nvPr/>
        </p:nvGrpSpPr>
        <p:grpSpPr>
          <a:xfrm>
            <a:off x="1273628" y="691024"/>
            <a:ext cx="6596744" cy="5475954"/>
            <a:chOff x="1698171" y="691024"/>
            <a:chExt cx="8795658" cy="5475954"/>
          </a:xfrm>
        </p:grpSpPr>
        <p:grpSp>
          <p:nvGrpSpPr>
            <p:cNvPr id="6" name="Group 5">
              <a:extLst>
                <a:ext uri="{FF2B5EF4-FFF2-40B4-BE49-F238E27FC236}">
                  <a16:creationId xmlns:a16="http://schemas.microsoft.com/office/drawing/2014/main" id="{28E9A7E9-8102-96E8-3AFE-500CB362A1DC}"/>
                </a:ext>
              </a:extLst>
            </p:cNvPr>
            <p:cNvGrpSpPr/>
            <p:nvPr/>
          </p:nvGrpSpPr>
          <p:grpSpPr>
            <a:xfrm>
              <a:off x="1698171" y="691024"/>
              <a:ext cx="8795658" cy="5475954"/>
              <a:chOff x="1466850" y="380320"/>
              <a:chExt cx="9258300" cy="5763985"/>
            </a:xfrm>
          </p:grpSpPr>
          <p:sp>
            <p:nvSpPr>
              <p:cNvPr id="4" name="Rectangle 3">
                <a:extLst>
                  <a:ext uri="{FF2B5EF4-FFF2-40B4-BE49-F238E27FC236}">
                    <a16:creationId xmlns:a16="http://schemas.microsoft.com/office/drawing/2014/main" id="{053ECDAF-8D46-3B38-8636-403A9D6E1AE5}"/>
                  </a:ext>
                </a:extLst>
              </p:cNvPr>
              <p:cNvSpPr/>
              <p:nvPr/>
            </p:nvSpPr>
            <p:spPr>
              <a:xfrm>
                <a:off x="1466850" y="875620"/>
                <a:ext cx="9258300"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 name="Rectangle 4">
                <a:extLst>
                  <a:ext uri="{FF2B5EF4-FFF2-40B4-BE49-F238E27FC236}">
                    <a16:creationId xmlns:a16="http://schemas.microsoft.com/office/drawing/2014/main" id="{CF9042C5-541D-EACD-1550-73F521EE58CE}"/>
                  </a:ext>
                </a:extLst>
              </p:cNvPr>
              <p:cNvSpPr/>
              <p:nvPr/>
            </p:nvSpPr>
            <p:spPr>
              <a:xfrm>
                <a:off x="1466850" y="380320"/>
                <a:ext cx="925830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10" name="Group 9">
              <a:extLst>
                <a:ext uri="{FF2B5EF4-FFF2-40B4-BE49-F238E27FC236}">
                  <a16:creationId xmlns:a16="http://schemas.microsoft.com/office/drawing/2014/main" id="{C316982B-45E5-11C7-13E9-FFB7118F3739}"/>
                </a:ext>
              </a:extLst>
            </p:cNvPr>
            <p:cNvGrpSpPr/>
            <p:nvPr/>
          </p:nvGrpSpPr>
          <p:grpSpPr>
            <a:xfrm>
              <a:off x="1839686" y="815293"/>
              <a:ext cx="810985" cy="212272"/>
              <a:chOff x="1883229" y="800099"/>
              <a:chExt cx="810985" cy="212272"/>
            </a:xfrm>
          </p:grpSpPr>
          <p:sp>
            <p:nvSpPr>
              <p:cNvPr id="7" name="Oval 6">
                <a:extLst>
                  <a:ext uri="{FF2B5EF4-FFF2-40B4-BE49-F238E27FC236}">
                    <a16:creationId xmlns:a16="http://schemas.microsoft.com/office/drawing/2014/main" id="{BAEAE856-A4AE-737F-5F25-C2D45CCF9350}"/>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Oval 7">
                <a:extLst>
                  <a:ext uri="{FF2B5EF4-FFF2-40B4-BE49-F238E27FC236}">
                    <a16:creationId xmlns:a16="http://schemas.microsoft.com/office/drawing/2014/main" id="{1869E9B6-7A5C-6135-A347-B48DCD6D4E3A}"/>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 name="Oval 8">
                <a:extLst>
                  <a:ext uri="{FF2B5EF4-FFF2-40B4-BE49-F238E27FC236}">
                    <a16:creationId xmlns:a16="http://schemas.microsoft.com/office/drawing/2014/main" id="{04D07301-3180-6D7F-A1D1-2011E615007D}"/>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219745" y="1224098"/>
            <a:ext cx="6704512" cy="3717472"/>
          </a:xfrm>
        </p:spPr>
        <p:txBody>
          <a:bodyPr anchor="ctr">
            <a:noAutofit/>
          </a:bodyPr>
          <a:lstStyle>
            <a:lvl1pPr algn="ctr">
              <a:defRPr sz="4500"/>
            </a:lvl1pPr>
          </a:lstStyle>
          <a:p>
            <a:r>
              <a:rPr lang="en-US" dirty="0"/>
              <a:t>Click to add title</a:t>
            </a:r>
          </a:p>
        </p:txBody>
      </p:sp>
      <p:sp>
        <p:nvSpPr>
          <p:cNvPr id="13" name="Rectangle: Rounded Corners 12">
            <a:extLst>
              <a:ext uri="{FF2B5EF4-FFF2-40B4-BE49-F238E27FC236}">
                <a16:creationId xmlns:a16="http://schemas.microsoft.com/office/drawing/2014/main" id="{CB0A1C84-853A-628A-A9BA-CA6C9B1A535E}"/>
              </a:ext>
              <a:ext uri="{C183D7F6-B498-43B3-948B-1728B52AA6E4}">
                <adec:decorative xmlns:adec="http://schemas.microsoft.com/office/drawing/2017/decorative" val="1"/>
              </a:ext>
            </a:extLst>
          </p:cNvPr>
          <p:cNvSpPr/>
          <p:nvPr/>
        </p:nvSpPr>
        <p:spPr>
          <a:xfrm>
            <a:off x="1845130" y="5017289"/>
            <a:ext cx="5453742" cy="652923"/>
          </a:xfrm>
          <a:prstGeom prst="roundRect">
            <a:avLst>
              <a:gd name="adj" fmla="val 50000"/>
            </a:avLst>
          </a:prstGeom>
          <a:solidFill>
            <a:schemeClr val="accent6"/>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845129" y="5017289"/>
            <a:ext cx="5453743" cy="652923"/>
          </a:xfrm>
        </p:spPr>
        <p:txBody>
          <a:bodyPr anchor="ctr">
            <a:noAutofit/>
          </a:bodyPr>
          <a:lstStyle>
            <a:lvl1pPr marL="0" indent="0" algn="ctr">
              <a:buNone/>
              <a:defRPr sz="135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add subtitle</a:t>
            </a:r>
          </a:p>
        </p:txBody>
      </p:sp>
    </p:spTree>
    <p:extLst>
      <p:ext uri="{BB962C8B-B14F-4D97-AF65-F5344CB8AC3E}">
        <p14:creationId xmlns:p14="http://schemas.microsoft.com/office/powerpoint/2010/main" val="1000605121"/>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p:nvSpPr>
        <p:spPr>
          <a:xfrm>
            <a:off x="252413" y="327025"/>
            <a:ext cx="8639175"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p:nvSpPr>
        <p:spPr>
          <a:xfrm>
            <a:off x="4675062" y="1933576"/>
            <a:ext cx="3984498"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p:nvSpPr>
        <p:spPr>
          <a:xfrm>
            <a:off x="481012" y="1933576"/>
            <a:ext cx="3986213" cy="3661683"/>
          </a:xfrm>
          <a:prstGeom prst="roundRect">
            <a:avLst>
              <a:gd name="adj" fmla="val 9932"/>
            </a:avLst>
          </a:prstGeom>
          <a:solidFill>
            <a:schemeClr val="accent5">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 name="Title 1">
            <a:extLst>
              <a:ext uri="{FF2B5EF4-FFF2-40B4-BE49-F238E27FC236}">
                <a16:creationId xmlns:a16="http://schemas.microsoft.com/office/drawing/2014/main" id="{7AB85A72-D42C-6248-9886-01A284D0AE4C}"/>
              </a:ext>
            </a:extLst>
          </p:cNvPr>
          <p:cNvSpPr>
            <a:spLocks noGrp="1"/>
          </p:cNvSpPr>
          <p:nvPr>
            <p:ph type="title" hasCustomPrompt="1"/>
          </p:nvPr>
        </p:nvSpPr>
        <p:spPr>
          <a:xfrm>
            <a:off x="481013" y="576292"/>
            <a:ext cx="8180262" cy="922516"/>
          </a:xfrm>
        </p:spPr>
        <p:txBody>
          <a:bodyPr tIns="182880"/>
          <a:lstStyle>
            <a:lvl1pPr algn="l">
              <a:defRPr sz="2400"/>
            </a:lvl1pPr>
          </a:lstStyle>
          <a:p>
            <a:r>
              <a:rPr lang="en-US" dirty="0"/>
              <a:t>Click to add title</a:t>
            </a:r>
          </a:p>
        </p:txBody>
      </p:sp>
      <p:sp>
        <p:nvSpPr>
          <p:cNvPr id="10" name="Rectangle 9">
            <a:extLst>
              <a:ext uri="{FF2B5EF4-FFF2-40B4-BE49-F238E27FC236}">
                <a16:creationId xmlns:a16="http://schemas.microsoft.com/office/drawing/2014/main" id="{A0C8E618-75F9-458D-3A62-1F2682AD94FB}"/>
              </a:ext>
              <a:ext uri="{C183D7F6-B498-43B3-948B-1728B52AA6E4}">
                <adec:decorative xmlns:adec="http://schemas.microsoft.com/office/drawing/2017/decorative" val="1"/>
              </a:ext>
            </a:extLst>
          </p:cNvPr>
          <p:cNvSpPr/>
          <p:nvPr/>
        </p:nvSpPr>
        <p:spPr>
          <a:xfrm>
            <a:off x="0" y="6226630"/>
            <a:ext cx="9144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11" name="Straight Connector 10">
            <a:extLst>
              <a:ext uri="{FF2B5EF4-FFF2-40B4-BE49-F238E27FC236}">
                <a16:creationId xmlns:a16="http://schemas.microsoft.com/office/drawing/2014/main" id="{1A417590-A410-1B88-C23B-74EA0E7EA5A9}"/>
              </a:ext>
              <a:ext uri="{C183D7F6-B498-43B3-948B-1728B52AA6E4}">
                <adec:decorative xmlns:adec="http://schemas.microsoft.com/office/drawing/2017/decorative" val="1"/>
              </a:ext>
            </a:extLst>
          </p:cNvPr>
          <p:cNvCxnSpPr>
            <a:cxnSpLocks/>
          </p:cNvCxnSpPr>
          <p:nvPr/>
        </p:nvCxnSpPr>
        <p:spPr>
          <a:xfrm>
            <a:off x="0" y="6226629"/>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20C0BEF1-6AFB-D9F2-2B8C-DF15558CAB57}"/>
              </a:ext>
            </a:extLst>
          </p:cNvPr>
          <p:cNvSpPr>
            <a:spLocks noGrp="1"/>
          </p:cNvSpPr>
          <p:nvPr>
            <p:ph sz="half" idx="14" hasCustomPrompt="1"/>
          </p:nvPr>
        </p:nvSpPr>
        <p:spPr>
          <a:xfrm>
            <a:off x="666749" y="2343150"/>
            <a:ext cx="3655085" cy="2994868"/>
          </a:xfrm>
        </p:spPr>
        <p:txBody>
          <a:bodyPr/>
          <a:lstStyle>
            <a:lvl1pPr marL="0" indent="0">
              <a:lnSpc>
                <a:spcPts val="1425"/>
              </a:lnSpc>
              <a:spcBef>
                <a:spcPts val="750"/>
              </a:spcBef>
              <a:buNone/>
              <a:defRPr sz="1350"/>
            </a:lvl1pPr>
            <a:lvl2pPr marL="171450">
              <a:lnSpc>
                <a:spcPts val="1425"/>
              </a:lnSpc>
              <a:spcBef>
                <a:spcPts val="750"/>
              </a:spcBef>
              <a:defRPr sz="1350"/>
            </a:lvl2pPr>
            <a:lvl3pPr marL="514350">
              <a:lnSpc>
                <a:spcPts val="1425"/>
              </a:lnSpc>
              <a:spcBef>
                <a:spcPts val="750"/>
              </a:spcBef>
              <a:defRPr sz="1350"/>
            </a:lvl3pPr>
            <a:lvl4pPr marL="857250">
              <a:lnSpc>
                <a:spcPts val="1425"/>
              </a:lnSpc>
              <a:spcBef>
                <a:spcPts val="750"/>
              </a:spcBef>
              <a:defRPr sz="1350"/>
            </a:lvl4pPr>
            <a:lvl5pPr marL="1200150">
              <a:lnSpc>
                <a:spcPts val="1425"/>
              </a:lnSpc>
              <a:spcBef>
                <a:spcPts val="750"/>
              </a:spcBef>
              <a:defRPr sz="135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2">
            <a:extLst>
              <a:ext uri="{FF2B5EF4-FFF2-40B4-BE49-F238E27FC236}">
                <a16:creationId xmlns:a16="http://schemas.microsoft.com/office/drawing/2014/main" id="{F9B32CC6-748C-4CAB-2EAB-F498EBD8B32C}"/>
              </a:ext>
            </a:extLst>
          </p:cNvPr>
          <p:cNvSpPr>
            <a:spLocks noGrp="1"/>
          </p:cNvSpPr>
          <p:nvPr>
            <p:ph sz="half" idx="15" hasCustomPrompt="1"/>
          </p:nvPr>
        </p:nvSpPr>
        <p:spPr>
          <a:xfrm>
            <a:off x="4872241" y="2343150"/>
            <a:ext cx="3655085" cy="2990850"/>
          </a:xfrm>
        </p:spPr>
        <p:txBody>
          <a:bodyPr/>
          <a:lstStyle>
            <a:lvl1pPr marL="0" indent="0">
              <a:lnSpc>
                <a:spcPts val="1425"/>
              </a:lnSpc>
              <a:spcBef>
                <a:spcPts val="750"/>
              </a:spcBef>
              <a:buNone/>
              <a:defRPr sz="1350"/>
            </a:lvl1pPr>
            <a:lvl2pPr marL="171450">
              <a:lnSpc>
                <a:spcPts val="1425"/>
              </a:lnSpc>
              <a:spcBef>
                <a:spcPts val="750"/>
              </a:spcBef>
              <a:defRPr sz="1350"/>
            </a:lvl2pPr>
            <a:lvl3pPr marL="514350">
              <a:lnSpc>
                <a:spcPts val="1425"/>
              </a:lnSpc>
              <a:spcBef>
                <a:spcPts val="750"/>
              </a:spcBef>
              <a:defRPr sz="1350"/>
            </a:lvl3pPr>
            <a:lvl4pPr marL="857250">
              <a:lnSpc>
                <a:spcPts val="1425"/>
              </a:lnSpc>
              <a:spcBef>
                <a:spcPts val="750"/>
              </a:spcBef>
              <a:defRPr sz="1350"/>
            </a:lvl4pPr>
            <a:lvl5pPr marL="1200150">
              <a:lnSpc>
                <a:spcPts val="1425"/>
              </a:lnSpc>
              <a:spcBef>
                <a:spcPts val="750"/>
              </a:spcBef>
              <a:defRPr sz="135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3">
            <a:extLst>
              <a:ext uri="{FF2B5EF4-FFF2-40B4-BE49-F238E27FC236}">
                <a16:creationId xmlns:a16="http://schemas.microsoft.com/office/drawing/2014/main" id="{95B39729-974D-AA19-321C-259F9E677498}"/>
              </a:ext>
            </a:extLst>
          </p:cNvPr>
          <p:cNvSpPr>
            <a:spLocks noGrp="1"/>
          </p:cNvSpPr>
          <p:nvPr>
            <p:ph type="dt" sz="half" idx="2"/>
          </p:nvPr>
        </p:nvSpPr>
        <p:spPr>
          <a:xfrm>
            <a:off x="7508875" y="6226628"/>
            <a:ext cx="1170228" cy="631372"/>
          </a:xfrm>
          <a:prstGeom prst="rect">
            <a:avLst/>
          </a:prstGeom>
        </p:spPr>
        <p:txBody>
          <a:bodyPr vert="horz" lIns="91440" tIns="91440" rIns="91440" bIns="45720" rtlCol="0" anchor="ctr"/>
          <a:lstStyle>
            <a:lvl1pPr algn="ctr">
              <a:defRPr sz="1350">
                <a:solidFill>
                  <a:schemeClr val="tx1"/>
                </a:solidFill>
                <a:latin typeface="+mj-lt"/>
              </a:defRPr>
            </a:lvl1pPr>
          </a:lstStyle>
          <a:p>
            <a:fld id="{6610FD7F-1DC4-47AE-A8ED-D1A0469523A8}" type="datetime4">
              <a:rPr lang="en-US" smtClean="0"/>
              <a:t>January 15, 2026</a:t>
            </a:fld>
            <a:endParaRPr lang="en-US" dirty="0"/>
          </a:p>
        </p:txBody>
      </p:sp>
      <p:pic>
        <p:nvPicPr>
          <p:cNvPr id="15" name="Graphic 14">
            <a:extLst>
              <a:ext uri="{FF2B5EF4-FFF2-40B4-BE49-F238E27FC236}">
                <a16:creationId xmlns:a16="http://schemas.microsoft.com/office/drawing/2014/main" id="{D0225ACC-FFD9-6B8F-F487-1D67910EA85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56508" y="6405154"/>
            <a:ext cx="205740" cy="274320"/>
          </a:xfrm>
          <a:prstGeom prst="rect">
            <a:avLst/>
          </a:prstGeom>
        </p:spPr>
      </p:pic>
      <p:pic>
        <p:nvPicPr>
          <p:cNvPr id="17" name="Graphic 16">
            <a:extLst>
              <a:ext uri="{FF2B5EF4-FFF2-40B4-BE49-F238E27FC236}">
                <a16:creationId xmlns:a16="http://schemas.microsoft.com/office/drawing/2014/main" id="{61D0E68D-DD6F-159D-E995-52C3D7D5EAA7}"/>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6876711" y="6405154"/>
            <a:ext cx="205740" cy="274320"/>
          </a:xfrm>
          <a:prstGeom prst="rect">
            <a:avLst/>
          </a:prstGeom>
        </p:spPr>
      </p:pic>
      <p:pic>
        <p:nvPicPr>
          <p:cNvPr id="18" name="Graphic 17">
            <a:extLst>
              <a:ext uri="{FF2B5EF4-FFF2-40B4-BE49-F238E27FC236}">
                <a16:creationId xmlns:a16="http://schemas.microsoft.com/office/drawing/2014/main" id="{FB0E3525-56EE-84A4-2487-4BBC37B43DF1}"/>
              </a:ext>
              <a:ext uri="{C183D7F6-B498-43B3-948B-1728B52AA6E4}">
                <adec:decorative xmlns:adec="http://schemas.microsoft.com/office/drawing/2017/decorative" val="1"/>
              </a:ext>
            </a:extLst>
          </p:cNvPr>
          <p:cNvPicPr>
            <a:picLocks noChangeAspect="1"/>
          </p:cNvPicPr>
          <p:nvPr/>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6596913" y="6405154"/>
            <a:ext cx="205740" cy="274320"/>
          </a:xfrm>
          <a:prstGeom prst="rect">
            <a:avLst/>
          </a:prstGeom>
        </p:spPr>
      </p:pic>
      <p:sp>
        <p:nvSpPr>
          <p:cNvPr id="19" name="Slide Number Placeholder 5">
            <a:extLst>
              <a:ext uri="{FF2B5EF4-FFF2-40B4-BE49-F238E27FC236}">
                <a16:creationId xmlns:a16="http://schemas.microsoft.com/office/drawing/2014/main" id="{3F9CA93E-AA01-748E-065E-20F3E1A1A058}"/>
              </a:ext>
            </a:extLst>
          </p:cNvPr>
          <p:cNvSpPr>
            <a:spLocks noGrp="1"/>
          </p:cNvSpPr>
          <p:nvPr>
            <p:ph type="sldNum" sz="quarter" idx="4"/>
          </p:nvPr>
        </p:nvSpPr>
        <p:spPr>
          <a:xfrm>
            <a:off x="8679103" y="6226628"/>
            <a:ext cx="473061" cy="631372"/>
          </a:xfrm>
          <a:prstGeom prst="rect">
            <a:avLst/>
          </a:prstGeom>
        </p:spPr>
        <p:txBody>
          <a:bodyPr vert="horz" lIns="91440" tIns="91440" rIns="91440" bIns="45720" rtlCol="0" anchor="ctr"/>
          <a:lstStyle>
            <a:lvl1pPr algn="ctr">
              <a:defRPr lang="en-US" sz="1350" smtClean="0">
                <a:solidFill>
                  <a:schemeClr val="tx1"/>
                </a:solidFill>
                <a:latin typeface="+mj-lt"/>
              </a:defRPr>
            </a:lvl1pPr>
          </a:lstStyle>
          <a:p>
            <a:fld id="{F38DF745-7D3F-47F4-83A3-874385CFAA69}" type="slidenum">
              <a:rPr lang="en-US" smtClean="0"/>
              <a:pPr/>
              <a:t>‹#›</a:t>
            </a:fld>
            <a:endParaRPr lang="en-US" dirty="0"/>
          </a:p>
        </p:txBody>
      </p:sp>
      <p:sp>
        <p:nvSpPr>
          <p:cNvPr id="20" name="Rectangle 19">
            <a:extLst>
              <a:ext uri="{FF2B5EF4-FFF2-40B4-BE49-F238E27FC236}">
                <a16:creationId xmlns:a16="http://schemas.microsoft.com/office/drawing/2014/main" id="{0043D476-B609-7D5A-A9DF-7D73B31B13A5}"/>
              </a:ext>
              <a:ext uri="{C183D7F6-B498-43B3-948B-1728B52AA6E4}">
                <adec:decorative xmlns:adec="http://schemas.microsoft.com/office/drawing/2017/decorative" val="1"/>
              </a:ext>
            </a:extLst>
          </p:cNvPr>
          <p:cNvSpPr/>
          <p:nvPr/>
        </p:nvSpPr>
        <p:spPr>
          <a:xfrm>
            <a:off x="285751" y="6352732"/>
            <a:ext cx="979715"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350" b="1" dirty="0">
                <a:solidFill>
                  <a:schemeClr val="tx1"/>
                </a:solidFill>
                <a:latin typeface="+mn-lt"/>
              </a:rPr>
              <a:t>START</a:t>
            </a:r>
          </a:p>
        </p:txBody>
      </p:sp>
    </p:spTree>
    <p:extLst>
      <p:ext uri="{BB962C8B-B14F-4D97-AF65-F5344CB8AC3E}">
        <p14:creationId xmlns:p14="http://schemas.microsoft.com/office/powerpoint/2010/main" val="3736748135"/>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3">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p:nvSpPr>
        <p:spPr>
          <a:xfrm>
            <a:off x="252413" y="327025"/>
            <a:ext cx="8639175"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p:nvSpPr>
        <p:spPr>
          <a:xfrm>
            <a:off x="6093619" y="1933576"/>
            <a:ext cx="2565941"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p:nvSpPr>
        <p:spPr>
          <a:xfrm>
            <a:off x="481012" y="1933576"/>
            <a:ext cx="5380577" cy="3661683"/>
          </a:xfrm>
          <a:prstGeom prst="roundRect">
            <a:avLst>
              <a:gd name="adj" fmla="val 9932"/>
            </a:avLst>
          </a:prstGeom>
          <a:solidFill>
            <a:schemeClr val="accent3">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0" name="Title 1">
            <a:extLst>
              <a:ext uri="{FF2B5EF4-FFF2-40B4-BE49-F238E27FC236}">
                <a16:creationId xmlns:a16="http://schemas.microsoft.com/office/drawing/2014/main" id="{48533775-BAF7-CC9D-D6AD-AD60D3BA94FD}"/>
              </a:ext>
            </a:extLst>
          </p:cNvPr>
          <p:cNvSpPr>
            <a:spLocks noGrp="1"/>
          </p:cNvSpPr>
          <p:nvPr>
            <p:ph type="title" hasCustomPrompt="1"/>
          </p:nvPr>
        </p:nvSpPr>
        <p:spPr>
          <a:xfrm>
            <a:off x="481013" y="576292"/>
            <a:ext cx="8180262" cy="922516"/>
          </a:xfrm>
        </p:spPr>
        <p:txBody>
          <a:bodyPr tIns="182880"/>
          <a:lstStyle>
            <a:lvl1pPr algn="l">
              <a:defRPr sz="2400"/>
            </a:lvl1pPr>
          </a:lstStyle>
          <a:p>
            <a:r>
              <a:rPr lang="en-US" dirty="0"/>
              <a:t>Click to add title</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hasCustomPrompt="1"/>
          </p:nvPr>
        </p:nvSpPr>
        <p:spPr>
          <a:xfrm>
            <a:off x="666749" y="2343150"/>
            <a:ext cx="5071973" cy="2994868"/>
          </a:xfrm>
        </p:spPr>
        <p:txBody>
          <a:bodyPr/>
          <a:lstStyle>
            <a:lvl1pPr marL="0" indent="0">
              <a:lnSpc>
                <a:spcPts val="1425"/>
              </a:lnSpc>
              <a:spcBef>
                <a:spcPts val="750"/>
              </a:spcBef>
              <a:buNone/>
              <a:defRPr sz="1350"/>
            </a:lvl1pPr>
            <a:lvl2pPr marL="171450">
              <a:lnSpc>
                <a:spcPts val="1425"/>
              </a:lnSpc>
              <a:spcBef>
                <a:spcPts val="750"/>
              </a:spcBef>
              <a:defRPr sz="1350"/>
            </a:lvl2pPr>
            <a:lvl3pPr marL="514350">
              <a:lnSpc>
                <a:spcPts val="1425"/>
              </a:lnSpc>
              <a:spcBef>
                <a:spcPts val="750"/>
              </a:spcBef>
              <a:defRPr sz="1350"/>
            </a:lvl3pPr>
            <a:lvl4pPr marL="857250">
              <a:lnSpc>
                <a:spcPts val="1425"/>
              </a:lnSpc>
              <a:spcBef>
                <a:spcPts val="750"/>
              </a:spcBef>
              <a:defRPr sz="1350"/>
            </a:lvl4pPr>
            <a:lvl5pPr marL="1200150">
              <a:lnSpc>
                <a:spcPts val="1425"/>
              </a:lnSpc>
              <a:spcBef>
                <a:spcPts val="750"/>
              </a:spcBef>
              <a:defRPr sz="135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a:extLst>
              <a:ext uri="{FF2B5EF4-FFF2-40B4-BE49-F238E27FC236}">
                <a16:creationId xmlns:a16="http://schemas.microsoft.com/office/drawing/2014/main" id="{EEF67B58-AA53-B48D-DD97-72B3116B22D2}"/>
              </a:ext>
            </a:extLst>
          </p:cNvPr>
          <p:cNvSpPr>
            <a:spLocks noGrp="1"/>
          </p:cNvSpPr>
          <p:nvPr>
            <p:ph sz="half" idx="13" hasCustomPrompt="1"/>
          </p:nvPr>
        </p:nvSpPr>
        <p:spPr>
          <a:xfrm>
            <a:off x="6222207" y="2343150"/>
            <a:ext cx="2297225" cy="2990850"/>
          </a:xfrm>
        </p:spPr>
        <p:txBody>
          <a:bodyPr/>
          <a:lstStyle>
            <a:lvl1pPr>
              <a:lnSpc>
                <a:spcPts val="1425"/>
              </a:lnSpc>
              <a:defRPr sz="1350"/>
            </a:lvl1pPr>
            <a:lvl2pPr>
              <a:lnSpc>
                <a:spcPts val="1425"/>
              </a:lnSpc>
              <a:defRPr sz="1350"/>
            </a:lvl2pPr>
            <a:lvl3pPr>
              <a:lnSpc>
                <a:spcPts val="1425"/>
              </a:lnSpc>
              <a:defRPr sz="1350"/>
            </a:lvl3pPr>
            <a:lvl4pPr>
              <a:lnSpc>
                <a:spcPts val="1425"/>
              </a:lnSpc>
              <a:defRPr sz="1350"/>
            </a:lvl4pPr>
            <a:lvl5pPr>
              <a:lnSpc>
                <a:spcPts val="1425"/>
              </a:lnSpc>
              <a:defRPr sz="135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7E94BBE0-379D-0165-CAC7-1F8B11D76D17}"/>
              </a:ext>
              <a:ext uri="{C183D7F6-B498-43B3-948B-1728B52AA6E4}">
                <adec:decorative xmlns:adec="http://schemas.microsoft.com/office/drawing/2017/decorative" val="1"/>
              </a:ext>
            </a:extLst>
          </p:cNvPr>
          <p:cNvSpPr/>
          <p:nvPr/>
        </p:nvSpPr>
        <p:spPr>
          <a:xfrm>
            <a:off x="0" y="6226630"/>
            <a:ext cx="9144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15" name="Straight Connector 14">
            <a:extLst>
              <a:ext uri="{FF2B5EF4-FFF2-40B4-BE49-F238E27FC236}">
                <a16:creationId xmlns:a16="http://schemas.microsoft.com/office/drawing/2014/main" id="{F202F7C8-DEF9-7613-2C2E-1BE67CDD0A47}"/>
              </a:ext>
              <a:ext uri="{C183D7F6-B498-43B3-948B-1728B52AA6E4}">
                <adec:decorative xmlns:adec="http://schemas.microsoft.com/office/drawing/2017/decorative" val="1"/>
              </a:ext>
            </a:extLst>
          </p:cNvPr>
          <p:cNvCxnSpPr>
            <a:cxnSpLocks/>
          </p:cNvCxnSpPr>
          <p:nvPr/>
        </p:nvCxnSpPr>
        <p:spPr>
          <a:xfrm>
            <a:off x="0" y="6226629"/>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Date Placeholder 3">
            <a:extLst>
              <a:ext uri="{FF2B5EF4-FFF2-40B4-BE49-F238E27FC236}">
                <a16:creationId xmlns:a16="http://schemas.microsoft.com/office/drawing/2014/main" id="{160EE65A-711D-F38D-9188-D4EAE00310C9}"/>
              </a:ext>
            </a:extLst>
          </p:cNvPr>
          <p:cNvSpPr>
            <a:spLocks noGrp="1"/>
          </p:cNvSpPr>
          <p:nvPr>
            <p:ph type="dt" sz="half" idx="2"/>
          </p:nvPr>
        </p:nvSpPr>
        <p:spPr>
          <a:xfrm>
            <a:off x="7508875" y="6226628"/>
            <a:ext cx="1170228" cy="631372"/>
          </a:xfrm>
          <a:prstGeom prst="rect">
            <a:avLst/>
          </a:prstGeom>
        </p:spPr>
        <p:txBody>
          <a:bodyPr vert="horz" lIns="91440" tIns="91440" rIns="91440" bIns="45720" rtlCol="0" anchor="ctr"/>
          <a:lstStyle>
            <a:lvl1pPr algn="ctr">
              <a:defRPr sz="1350">
                <a:solidFill>
                  <a:schemeClr val="tx1"/>
                </a:solidFill>
                <a:latin typeface="+mj-lt"/>
              </a:defRPr>
            </a:lvl1pPr>
          </a:lstStyle>
          <a:p>
            <a:fld id="{6610FD7F-1DC4-47AE-A8ED-D1A0469523A8}" type="datetime4">
              <a:rPr lang="en-US" smtClean="0"/>
              <a:t>January 15, 2026</a:t>
            </a:fld>
            <a:endParaRPr lang="en-US" dirty="0"/>
          </a:p>
        </p:txBody>
      </p:sp>
      <p:pic>
        <p:nvPicPr>
          <p:cNvPr id="18" name="Graphic 17">
            <a:extLst>
              <a:ext uri="{FF2B5EF4-FFF2-40B4-BE49-F238E27FC236}">
                <a16:creationId xmlns:a16="http://schemas.microsoft.com/office/drawing/2014/main" id="{528D3B9C-A39A-B7F4-9EF1-8DACD6392DB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56508" y="6405154"/>
            <a:ext cx="205740" cy="274320"/>
          </a:xfrm>
          <a:prstGeom prst="rect">
            <a:avLst/>
          </a:prstGeom>
        </p:spPr>
      </p:pic>
      <p:pic>
        <p:nvPicPr>
          <p:cNvPr id="19" name="Graphic 18">
            <a:extLst>
              <a:ext uri="{FF2B5EF4-FFF2-40B4-BE49-F238E27FC236}">
                <a16:creationId xmlns:a16="http://schemas.microsoft.com/office/drawing/2014/main" id="{025BC426-76D2-E6A7-7ACC-B430676DC17A}"/>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6876711" y="6405154"/>
            <a:ext cx="205740" cy="274320"/>
          </a:xfrm>
          <a:prstGeom prst="rect">
            <a:avLst/>
          </a:prstGeom>
        </p:spPr>
      </p:pic>
      <p:pic>
        <p:nvPicPr>
          <p:cNvPr id="20" name="Graphic 19">
            <a:extLst>
              <a:ext uri="{FF2B5EF4-FFF2-40B4-BE49-F238E27FC236}">
                <a16:creationId xmlns:a16="http://schemas.microsoft.com/office/drawing/2014/main" id="{BEC2F84A-080B-721D-C47A-BA27BCE90CA7}"/>
              </a:ext>
              <a:ext uri="{C183D7F6-B498-43B3-948B-1728B52AA6E4}">
                <adec:decorative xmlns:adec="http://schemas.microsoft.com/office/drawing/2017/decorative" val="1"/>
              </a:ext>
            </a:extLst>
          </p:cNvPr>
          <p:cNvPicPr>
            <a:picLocks noChangeAspect="1"/>
          </p:cNvPicPr>
          <p:nvPr/>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6596913" y="6405154"/>
            <a:ext cx="205740" cy="274320"/>
          </a:xfrm>
          <a:prstGeom prst="rect">
            <a:avLst/>
          </a:prstGeom>
        </p:spPr>
      </p:pic>
      <p:sp>
        <p:nvSpPr>
          <p:cNvPr id="21" name="Slide Number Placeholder 5">
            <a:extLst>
              <a:ext uri="{FF2B5EF4-FFF2-40B4-BE49-F238E27FC236}">
                <a16:creationId xmlns:a16="http://schemas.microsoft.com/office/drawing/2014/main" id="{AEAD915F-02B9-E376-AEE8-C9188A70E1AA}"/>
              </a:ext>
            </a:extLst>
          </p:cNvPr>
          <p:cNvSpPr>
            <a:spLocks noGrp="1"/>
          </p:cNvSpPr>
          <p:nvPr>
            <p:ph type="sldNum" sz="quarter" idx="4"/>
          </p:nvPr>
        </p:nvSpPr>
        <p:spPr>
          <a:xfrm>
            <a:off x="8679103" y="6226628"/>
            <a:ext cx="473061" cy="631372"/>
          </a:xfrm>
          <a:prstGeom prst="rect">
            <a:avLst/>
          </a:prstGeom>
        </p:spPr>
        <p:txBody>
          <a:bodyPr vert="horz" lIns="91440" tIns="91440" rIns="91440" bIns="45720" rtlCol="0" anchor="ctr"/>
          <a:lstStyle>
            <a:lvl1pPr algn="ctr">
              <a:defRPr lang="en-US" sz="1350" smtClean="0">
                <a:solidFill>
                  <a:schemeClr val="tx1"/>
                </a:solidFill>
                <a:latin typeface="+mj-lt"/>
              </a:defRPr>
            </a:lvl1pPr>
          </a:lstStyle>
          <a:p>
            <a:fld id="{F38DF745-7D3F-47F4-83A3-874385CFAA69}" type="slidenum">
              <a:rPr lang="en-US" smtClean="0"/>
              <a:pPr/>
              <a:t>‹#›</a:t>
            </a:fld>
            <a:endParaRPr lang="en-US" dirty="0"/>
          </a:p>
        </p:txBody>
      </p:sp>
      <p:sp>
        <p:nvSpPr>
          <p:cNvPr id="22" name="Rectangle 21">
            <a:extLst>
              <a:ext uri="{FF2B5EF4-FFF2-40B4-BE49-F238E27FC236}">
                <a16:creationId xmlns:a16="http://schemas.microsoft.com/office/drawing/2014/main" id="{2991E374-28A1-DAB0-74F1-E14DD4733741}"/>
              </a:ext>
              <a:ext uri="{C183D7F6-B498-43B3-948B-1728B52AA6E4}">
                <adec:decorative xmlns:adec="http://schemas.microsoft.com/office/drawing/2017/decorative" val="1"/>
              </a:ext>
            </a:extLst>
          </p:cNvPr>
          <p:cNvSpPr/>
          <p:nvPr/>
        </p:nvSpPr>
        <p:spPr>
          <a:xfrm>
            <a:off x="285751" y="6352732"/>
            <a:ext cx="979715"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350" b="1" dirty="0">
                <a:solidFill>
                  <a:schemeClr val="tx1"/>
                </a:solidFill>
                <a:latin typeface="+mn-lt"/>
              </a:rPr>
              <a:t>START</a:t>
            </a:r>
          </a:p>
        </p:txBody>
      </p:sp>
    </p:spTree>
    <p:extLst>
      <p:ext uri="{BB962C8B-B14F-4D97-AF65-F5344CB8AC3E}">
        <p14:creationId xmlns:p14="http://schemas.microsoft.com/office/powerpoint/2010/main" val="513558857"/>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ntroduction">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41A884-237A-64B6-32E7-217992605B35}"/>
              </a:ext>
              <a:ext uri="{C183D7F6-B498-43B3-948B-1728B52AA6E4}">
                <adec:decorative xmlns:adec="http://schemas.microsoft.com/office/drawing/2017/decorative" val="1"/>
              </a:ext>
            </a:extLst>
          </p:cNvPr>
          <p:cNvSpPr/>
          <p:nvPr/>
        </p:nvSpPr>
        <p:spPr>
          <a:xfrm>
            <a:off x="252413" y="327025"/>
            <a:ext cx="8639175"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a:extLst>
              <a:ext uri="{FF2B5EF4-FFF2-40B4-BE49-F238E27FC236}">
                <a16:creationId xmlns:a16="http://schemas.microsoft.com/office/drawing/2014/main" id="{0C245F31-81CB-7608-A735-BE1B508EC03F}"/>
              </a:ext>
            </a:extLst>
          </p:cNvPr>
          <p:cNvSpPr>
            <a:spLocks noGrp="1"/>
          </p:cNvSpPr>
          <p:nvPr>
            <p:ph type="title" hasCustomPrompt="1"/>
          </p:nvPr>
        </p:nvSpPr>
        <p:spPr>
          <a:xfrm>
            <a:off x="481012" y="403224"/>
            <a:ext cx="4459792" cy="2219552"/>
          </a:xfrm>
        </p:spPr>
        <p:txBody>
          <a:bodyPr anchor="b"/>
          <a:lstStyle>
            <a:lvl1pPr>
              <a:defRPr sz="2400"/>
            </a:lvl1pPr>
          </a:lstStyle>
          <a:p>
            <a:r>
              <a:rPr lang="en-US" dirty="0"/>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481012" y="2884714"/>
            <a:ext cx="4459792" cy="1997530"/>
          </a:xfrm>
        </p:spPr>
        <p:txBody>
          <a:bodyPr/>
          <a:lstStyle>
            <a:lvl1pPr marL="214313" indent="-214313">
              <a:lnSpc>
                <a:spcPts val="1425"/>
              </a:lnSpc>
              <a:buFont typeface="Arial" panose="020B0604020202020204" pitchFamily="34" charset="0"/>
              <a:buChar char="•"/>
              <a:defRPr sz="1350"/>
            </a:lvl1pPr>
            <a:lvl2pPr marL="557213" indent="-214313">
              <a:lnSpc>
                <a:spcPts val="1425"/>
              </a:lnSpc>
              <a:buFont typeface="Arial" panose="020B0604020202020204" pitchFamily="34" charset="0"/>
              <a:buChar char="•"/>
              <a:defRPr sz="1350"/>
            </a:lvl2pPr>
            <a:lvl3pPr marL="900113" indent="-214313">
              <a:lnSpc>
                <a:spcPts val="1425"/>
              </a:lnSpc>
              <a:buFont typeface="Arial" panose="020B0604020202020204" pitchFamily="34" charset="0"/>
              <a:buChar char="•"/>
              <a:defRPr sz="1350"/>
            </a:lvl3pPr>
            <a:lvl4pPr marL="1243013" indent="-214313">
              <a:lnSpc>
                <a:spcPts val="1425"/>
              </a:lnSpc>
              <a:buFont typeface="Arial" panose="020B0604020202020204" pitchFamily="34" charset="0"/>
              <a:buChar char="•"/>
              <a:defRPr sz="1350"/>
            </a:lvl4pPr>
            <a:lvl5pPr marL="1585913" indent="-214313">
              <a:lnSpc>
                <a:spcPts val="1425"/>
              </a:lnSpc>
              <a:buFont typeface="Arial" panose="020B0604020202020204" pitchFamily="34" charset="0"/>
              <a:buChar char="•"/>
              <a:defRPr sz="135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6" name="Group 15">
            <a:extLst>
              <a:ext uri="{FF2B5EF4-FFF2-40B4-BE49-F238E27FC236}">
                <a16:creationId xmlns:a16="http://schemas.microsoft.com/office/drawing/2014/main" id="{C9D8C8DC-9BBB-5079-F2BB-7AFCEF6C3AED}"/>
              </a:ext>
              <a:ext uri="{C183D7F6-B498-43B3-948B-1728B52AA6E4}">
                <adec:decorative xmlns:adec="http://schemas.microsoft.com/office/drawing/2017/decorative" val="1"/>
              </a:ext>
            </a:extLst>
          </p:cNvPr>
          <p:cNvGrpSpPr/>
          <p:nvPr/>
        </p:nvGrpSpPr>
        <p:grpSpPr>
          <a:xfrm>
            <a:off x="5517796" y="1320979"/>
            <a:ext cx="2662818" cy="3561705"/>
            <a:chOff x="1698171" y="691024"/>
            <a:chExt cx="3550424" cy="3561705"/>
          </a:xfrm>
        </p:grpSpPr>
        <p:grpSp>
          <p:nvGrpSpPr>
            <p:cNvPr id="17" name="Group 16">
              <a:extLst>
                <a:ext uri="{FF2B5EF4-FFF2-40B4-BE49-F238E27FC236}">
                  <a16:creationId xmlns:a16="http://schemas.microsoft.com/office/drawing/2014/main" id="{58853234-6427-C6E9-934B-8E3D20680399}"/>
                </a:ext>
              </a:extLst>
            </p:cNvPr>
            <p:cNvGrpSpPr/>
            <p:nvPr/>
          </p:nvGrpSpPr>
          <p:grpSpPr>
            <a:xfrm>
              <a:off x="1698171" y="691024"/>
              <a:ext cx="3550424" cy="3561705"/>
              <a:chOff x="1466850" y="380319"/>
              <a:chExt cx="3737172" cy="3749048"/>
            </a:xfrm>
          </p:grpSpPr>
          <p:sp>
            <p:nvSpPr>
              <p:cNvPr id="22" name="Rectangle 21">
                <a:extLst>
                  <a:ext uri="{FF2B5EF4-FFF2-40B4-BE49-F238E27FC236}">
                    <a16:creationId xmlns:a16="http://schemas.microsoft.com/office/drawing/2014/main" id="{24A333EF-A4E5-C14C-30ED-1D0431BF42BD}"/>
                  </a:ext>
                </a:extLst>
              </p:cNvPr>
              <p:cNvSpPr/>
              <p:nvPr/>
            </p:nvSpPr>
            <p:spPr>
              <a:xfrm>
                <a:off x="1466850" y="875621"/>
                <a:ext cx="3737172" cy="325374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a:extLst>
                  <a:ext uri="{FF2B5EF4-FFF2-40B4-BE49-F238E27FC236}">
                    <a16:creationId xmlns:a16="http://schemas.microsoft.com/office/drawing/2014/main" id="{E7DA7D0A-FCD9-8D61-7756-4D154DAE693F}"/>
                  </a:ext>
                </a:extLst>
              </p:cNvPr>
              <p:cNvSpPr/>
              <p:nvPr/>
            </p:nvSpPr>
            <p:spPr>
              <a:xfrm>
                <a:off x="1466850" y="380320"/>
                <a:ext cx="3737172"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18" name="Group 17">
              <a:extLst>
                <a:ext uri="{FF2B5EF4-FFF2-40B4-BE49-F238E27FC236}">
                  <a16:creationId xmlns:a16="http://schemas.microsoft.com/office/drawing/2014/main" id="{FAAD6121-8E16-380C-3CEE-AA15587ABCCA}"/>
                </a:ext>
              </a:extLst>
            </p:cNvPr>
            <p:cNvGrpSpPr/>
            <p:nvPr/>
          </p:nvGrpSpPr>
          <p:grpSpPr>
            <a:xfrm>
              <a:off x="1839686" y="815293"/>
              <a:ext cx="810985" cy="212272"/>
              <a:chOff x="1883229" y="800099"/>
              <a:chExt cx="810985" cy="212272"/>
            </a:xfrm>
          </p:grpSpPr>
          <p:sp>
            <p:nvSpPr>
              <p:cNvPr id="19" name="Oval 18">
                <a:extLst>
                  <a:ext uri="{FF2B5EF4-FFF2-40B4-BE49-F238E27FC236}">
                    <a16:creationId xmlns:a16="http://schemas.microsoft.com/office/drawing/2014/main" id="{FB5606C5-9513-E7A1-2E78-26147F563805}"/>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0" name="Oval 19">
                <a:extLst>
                  <a:ext uri="{FF2B5EF4-FFF2-40B4-BE49-F238E27FC236}">
                    <a16:creationId xmlns:a16="http://schemas.microsoft.com/office/drawing/2014/main" id="{57FCFA69-6517-C9E2-41E5-851F0B39E300}"/>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1" name="Oval 20">
                <a:extLst>
                  <a:ext uri="{FF2B5EF4-FFF2-40B4-BE49-F238E27FC236}">
                    <a16:creationId xmlns:a16="http://schemas.microsoft.com/office/drawing/2014/main" id="{71DB0373-9CE8-0C17-DC5D-A761A9680A74}"/>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sp>
        <p:nvSpPr>
          <p:cNvPr id="9" name="Rectangle 8">
            <a:extLst>
              <a:ext uri="{FF2B5EF4-FFF2-40B4-BE49-F238E27FC236}">
                <a16:creationId xmlns:a16="http://schemas.microsoft.com/office/drawing/2014/main" id="{8208C6DE-C3F7-D9D8-5020-CC917762A357}"/>
              </a:ext>
              <a:ext uri="{C183D7F6-B498-43B3-948B-1728B52AA6E4}">
                <adec:decorative xmlns:adec="http://schemas.microsoft.com/office/drawing/2017/decorative" val="1"/>
              </a:ext>
            </a:extLst>
          </p:cNvPr>
          <p:cNvSpPr/>
          <p:nvPr/>
        </p:nvSpPr>
        <p:spPr>
          <a:xfrm>
            <a:off x="0" y="6226630"/>
            <a:ext cx="9144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10" name="Straight Connector 9">
            <a:extLst>
              <a:ext uri="{FF2B5EF4-FFF2-40B4-BE49-F238E27FC236}">
                <a16:creationId xmlns:a16="http://schemas.microsoft.com/office/drawing/2014/main" id="{BAD6D2E6-00C3-DFC4-E3CC-F7667A4CF42A}"/>
              </a:ext>
              <a:ext uri="{C183D7F6-B498-43B3-948B-1728B52AA6E4}">
                <adec:decorative xmlns:adec="http://schemas.microsoft.com/office/drawing/2017/decorative" val="1"/>
              </a:ext>
            </a:extLst>
          </p:cNvPr>
          <p:cNvCxnSpPr>
            <a:cxnSpLocks/>
          </p:cNvCxnSpPr>
          <p:nvPr/>
        </p:nvCxnSpPr>
        <p:spPr>
          <a:xfrm>
            <a:off x="0" y="6226629"/>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A1250816-70E6-472B-5427-B70F068971C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56508" y="6405154"/>
            <a:ext cx="205740" cy="274320"/>
          </a:xfrm>
          <a:prstGeom prst="rect">
            <a:avLst/>
          </a:prstGeom>
        </p:spPr>
      </p:pic>
      <p:pic>
        <p:nvPicPr>
          <p:cNvPr id="28" name="Graphic 27">
            <a:extLst>
              <a:ext uri="{FF2B5EF4-FFF2-40B4-BE49-F238E27FC236}">
                <a16:creationId xmlns:a16="http://schemas.microsoft.com/office/drawing/2014/main" id="{843018F2-43DC-265A-AC49-91D41C8BF00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6876711" y="6405154"/>
            <a:ext cx="205740" cy="274320"/>
          </a:xfrm>
          <a:prstGeom prst="rect">
            <a:avLst/>
          </a:prstGeom>
        </p:spPr>
      </p:pic>
      <p:pic>
        <p:nvPicPr>
          <p:cNvPr id="29" name="Graphic 28">
            <a:extLst>
              <a:ext uri="{FF2B5EF4-FFF2-40B4-BE49-F238E27FC236}">
                <a16:creationId xmlns:a16="http://schemas.microsoft.com/office/drawing/2014/main" id="{42402DB9-1860-2811-AF1D-2D4273F21768}"/>
              </a:ext>
              <a:ext uri="{C183D7F6-B498-43B3-948B-1728B52AA6E4}">
                <adec:decorative xmlns:adec="http://schemas.microsoft.com/office/drawing/2017/decorative" val="1"/>
              </a:ext>
            </a:extLst>
          </p:cNvPr>
          <p:cNvPicPr>
            <a:picLocks noChangeAspect="1"/>
          </p:cNvPicPr>
          <p:nvPr/>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6596913" y="6405154"/>
            <a:ext cx="205740" cy="274320"/>
          </a:xfrm>
          <a:prstGeom prst="rect">
            <a:avLst/>
          </a:prstGeom>
        </p:spPr>
      </p:pic>
      <p:sp>
        <p:nvSpPr>
          <p:cNvPr id="5" name="Picture Placeholder 4">
            <a:extLst>
              <a:ext uri="{FF2B5EF4-FFF2-40B4-BE49-F238E27FC236}">
                <a16:creationId xmlns:a16="http://schemas.microsoft.com/office/drawing/2014/main" id="{62D499E7-F68F-77A3-7384-16F7358B1FAF}"/>
              </a:ext>
            </a:extLst>
          </p:cNvPr>
          <p:cNvSpPr>
            <a:spLocks noGrp="1"/>
          </p:cNvSpPr>
          <p:nvPr>
            <p:ph type="pic" sz="quarter" idx="11"/>
          </p:nvPr>
        </p:nvSpPr>
        <p:spPr>
          <a:xfrm>
            <a:off x="5532775" y="1809865"/>
            <a:ext cx="2640330" cy="3063240"/>
          </a:xfrm>
          <a:ln w="38100">
            <a:noFill/>
          </a:ln>
        </p:spPr>
        <p:txBody>
          <a:bodyPr/>
          <a:lstStyle>
            <a:lvl1pPr marL="0" indent="0" algn="ctr">
              <a:buNone/>
              <a:defRPr sz="1500"/>
            </a:lvl1pPr>
          </a:lstStyle>
          <a:p>
            <a:r>
              <a:rPr lang="en-US"/>
              <a:t>Click icon to add picture</a:t>
            </a:r>
            <a:endParaRPr lang="en-US" dirty="0"/>
          </a:p>
        </p:txBody>
      </p:sp>
      <p:sp>
        <p:nvSpPr>
          <p:cNvPr id="12" name="Date Placeholder 3">
            <a:extLst>
              <a:ext uri="{FF2B5EF4-FFF2-40B4-BE49-F238E27FC236}">
                <a16:creationId xmlns:a16="http://schemas.microsoft.com/office/drawing/2014/main" id="{3215DAD2-571F-6D7B-15E5-224268BDE287}"/>
              </a:ext>
            </a:extLst>
          </p:cNvPr>
          <p:cNvSpPr>
            <a:spLocks noGrp="1"/>
          </p:cNvSpPr>
          <p:nvPr>
            <p:ph type="dt" sz="half" idx="2"/>
          </p:nvPr>
        </p:nvSpPr>
        <p:spPr>
          <a:xfrm>
            <a:off x="7508875" y="6226628"/>
            <a:ext cx="1170228" cy="631372"/>
          </a:xfrm>
          <a:prstGeom prst="rect">
            <a:avLst/>
          </a:prstGeom>
        </p:spPr>
        <p:txBody>
          <a:bodyPr vert="horz" lIns="91440" tIns="91440" rIns="91440" bIns="45720" rtlCol="0" anchor="ctr"/>
          <a:lstStyle>
            <a:lvl1pPr algn="ctr">
              <a:defRPr sz="1350">
                <a:solidFill>
                  <a:schemeClr val="tx1"/>
                </a:solidFill>
                <a:latin typeface="+mj-lt"/>
              </a:defRPr>
            </a:lvl1pPr>
          </a:lstStyle>
          <a:p>
            <a:fld id="{6610FD7F-1DC4-47AE-A8ED-D1A0469523A8}" type="datetime4">
              <a:rPr lang="en-US" smtClean="0"/>
              <a:t>January 15, 2026</a:t>
            </a:fld>
            <a:endParaRPr lang="en-US" dirty="0"/>
          </a:p>
        </p:txBody>
      </p:sp>
      <p:sp>
        <p:nvSpPr>
          <p:cNvPr id="31" name="Rectangle 30">
            <a:extLst>
              <a:ext uri="{FF2B5EF4-FFF2-40B4-BE49-F238E27FC236}">
                <a16:creationId xmlns:a16="http://schemas.microsoft.com/office/drawing/2014/main" id="{FE724EE9-07D6-911A-3D7F-82EBAF5605E3}"/>
              </a:ext>
              <a:ext uri="{C183D7F6-B498-43B3-948B-1728B52AA6E4}">
                <adec:decorative xmlns:adec="http://schemas.microsoft.com/office/drawing/2017/decorative" val="1"/>
              </a:ext>
            </a:extLst>
          </p:cNvPr>
          <p:cNvSpPr/>
          <p:nvPr/>
        </p:nvSpPr>
        <p:spPr>
          <a:xfrm>
            <a:off x="285751" y="6352732"/>
            <a:ext cx="979715"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350" b="1" dirty="0">
                <a:solidFill>
                  <a:schemeClr val="tx1"/>
                </a:solidFill>
                <a:latin typeface="+mn-lt"/>
              </a:rPr>
              <a:t>START</a:t>
            </a:r>
          </a:p>
        </p:txBody>
      </p:sp>
      <p:sp>
        <p:nvSpPr>
          <p:cNvPr id="30" name="Slide Number Placeholder 5">
            <a:extLst>
              <a:ext uri="{FF2B5EF4-FFF2-40B4-BE49-F238E27FC236}">
                <a16:creationId xmlns:a16="http://schemas.microsoft.com/office/drawing/2014/main" id="{6DE1CF9C-D85F-CED5-1FFF-902538AAD6D5}"/>
              </a:ext>
            </a:extLst>
          </p:cNvPr>
          <p:cNvSpPr>
            <a:spLocks noGrp="1"/>
          </p:cNvSpPr>
          <p:nvPr>
            <p:ph type="sldNum" sz="quarter" idx="4"/>
          </p:nvPr>
        </p:nvSpPr>
        <p:spPr>
          <a:xfrm>
            <a:off x="8679103" y="6226628"/>
            <a:ext cx="473061" cy="631372"/>
          </a:xfrm>
          <a:prstGeom prst="rect">
            <a:avLst/>
          </a:prstGeom>
        </p:spPr>
        <p:txBody>
          <a:bodyPr vert="horz" lIns="91440" tIns="91440" rIns="91440" bIns="45720" rtlCol="0" anchor="ctr"/>
          <a:lstStyle>
            <a:lvl1pPr algn="ctr">
              <a:defRPr lang="en-US" sz="1350" smtClean="0">
                <a:solidFill>
                  <a:schemeClr val="tx1"/>
                </a:solidFill>
                <a:latin typeface="+mj-lt"/>
              </a:defRPr>
            </a:lvl1pPr>
          </a:lstStyle>
          <a:p>
            <a:fld id="{F38DF745-7D3F-47F4-83A3-874385CFAA69}" type="slidenum">
              <a:rPr lang="en-US" smtClean="0"/>
              <a:pPr/>
              <a:t>‹#›</a:t>
            </a:fld>
            <a:endParaRPr lang="en-US" dirty="0"/>
          </a:p>
        </p:txBody>
      </p:sp>
    </p:spTree>
    <p:extLst>
      <p:ext uri="{BB962C8B-B14F-4D97-AF65-F5344CB8AC3E}">
        <p14:creationId xmlns:p14="http://schemas.microsoft.com/office/powerpoint/2010/main" val="901494836"/>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Char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p:nvGrpSpPr>
        <p:grpSpPr>
          <a:xfrm>
            <a:off x="285749" y="381000"/>
            <a:ext cx="8572500" cy="1643137"/>
            <a:chOff x="1698170" y="691024"/>
            <a:chExt cx="11430000" cy="1643137"/>
          </a:xfrm>
        </p:grpSpPr>
        <p:grpSp>
          <p:nvGrpSpPr>
            <p:cNvPr id="23" name="Group 22">
              <a:extLst>
                <a:ext uri="{FF2B5EF4-FFF2-40B4-BE49-F238E27FC236}">
                  <a16:creationId xmlns:a16="http://schemas.microsoft.com/office/drawing/2014/main" id="{B6302B80-DDF6-B2B7-6559-5B19EDC98763}"/>
                </a:ext>
              </a:extLst>
            </p:cNvPr>
            <p:cNvGrpSpPr/>
            <p:nvPr/>
          </p:nvGrpSpPr>
          <p:grpSpPr>
            <a:xfrm>
              <a:off x="1698170" y="691024"/>
              <a:ext cx="11430000" cy="1643137"/>
              <a:chOff x="1466849" y="380320"/>
              <a:chExt cx="12031205" cy="1729565"/>
            </a:xfrm>
          </p:grpSpPr>
          <p:sp>
            <p:nvSpPr>
              <p:cNvPr id="28" name="Rectangle 27">
                <a:extLst>
                  <a:ext uri="{FF2B5EF4-FFF2-40B4-BE49-F238E27FC236}">
                    <a16:creationId xmlns:a16="http://schemas.microsoft.com/office/drawing/2014/main" id="{81CCE774-3C05-A473-EC2B-CC0477DD95B7}"/>
                  </a:ext>
                </a:extLst>
              </p:cNvPr>
              <p:cNvSpPr/>
              <p:nvPr/>
            </p:nvSpPr>
            <p:spPr>
              <a:xfrm>
                <a:off x="1466849" y="875621"/>
                <a:ext cx="12031204" cy="123426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9" name="Rectangle 28">
                <a:extLst>
                  <a:ext uri="{FF2B5EF4-FFF2-40B4-BE49-F238E27FC236}">
                    <a16:creationId xmlns:a16="http://schemas.microsoft.com/office/drawing/2014/main" id="{F2119DFF-8596-5767-9E16-1F5D2A0890B0}"/>
                  </a:ext>
                </a:extLst>
              </p:cNvPr>
              <p:cNvSpPr/>
              <p:nvPr/>
            </p:nvSpPr>
            <p:spPr>
              <a:xfrm>
                <a:off x="1466849" y="380320"/>
                <a:ext cx="12031205"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24" name="Group 23">
              <a:extLst>
                <a:ext uri="{FF2B5EF4-FFF2-40B4-BE49-F238E27FC236}">
                  <a16:creationId xmlns:a16="http://schemas.microsoft.com/office/drawing/2014/main" id="{66202FE4-E23F-5D9F-6685-2591771D5E07}"/>
                </a:ext>
              </a:extLst>
            </p:cNvPr>
            <p:cNvGrpSpPr/>
            <p:nvPr/>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6" name="Oval 25">
                <a:extLst>
                  <a:ext uri="{FF2B5EF4-FFF2-40B4-BE49-F238E27FC236}">
                    <a16:creationId xmlns:a16="http://schemas.microsoft.com/office/drawing/2014/main" id="{75490BAC-795F-B586-F7A7-4DFB64162F77}"/>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7" name="Oval 26">
                <a:extLst>
                  <a:ext uri="{FF2B5EF4-FFF2-40B4-BE49-F238E27FC236}">
                    <a16:creationId xmlns:a16="http://schemas.microsoft.com/office/drawing/2014/main" id="{F93C3DAB-2ED3-29C3-4C46-70C1FE5C77D0}"/>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p:nvGrpSpPr>
        <p:grpSpPr>
          <a:xfrm>
            <a:off x="285750" y="2252872"/>
            <a:ext cx="8572499" cy="3635330"/>
            <a:chOff x="1698170" y="691024"/>
            <a:chExt cx="11429999" cy="3635330"/>
          </a:xfrm>
        </p:grpSpPr>
        <p:grpSp>
          <p:nvGrpSpPr>
            <p:cNvPr id="33" name="Group 32">
              <a:extLst>
                <a:ext uri="{FF2B5EF4-FFF2-40B4-BE49-F238E27FC236}">
                  <a16:creationId xmlns:a16="http://schemas.microsoft.com/office/drawing/2014/main" id="{C0DAD512-E415-2CBA-7F91-C6B058A5ADBD}"/>
                </a:ext>
              </a:extLst>
            </p:cNvPr>
            <p:cNvGrpSpPr/>
            <p:nvPr/>
          </p:nvGrpSpPr>
          <p:grpSpPr>
            <a:xfrm>
              <a:off x="1698170" y="691024"/>
              <a:ext cx="11429999" cy="3635330"/>
              <a:chOff x="1466849" y="380320"/>
              <a:chExt cx="12031203" cy="3826546"/>
            </a:xfrm>
          </p:grpSpPr>
          <p:sp>
            <p:nvSpPr>
              <p:cNvPr id="38" name="Rectangle 37">
                <a:extLst>
                  <a:ext uri="{FF2B5EF4-FFF2-40B4-BE49-F238E27FC236}">
                    <a16:creationId xmlns:a16="http://schemas.microsoft.com/office/drawing/2014/main" id="{921D068B-EDAE-2B09-0C52-3807110CD594}"/>
                  </a:ext>
                </a:extLst>
              </p:cNvPr>
              <p:cNvSpPr/>
              <p:nvPr/>
            </p:nvSpPr>
            <p:spPr>
              <a:xfrm>
                <a:off x="1466850" y="875621"/>
                <a:ext cx="12031202" cy="333124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9" name="Rectangle 38">
                <a:extLst>
                  <a:ext uri="{FF2B5EF4-FFF2-40B4-BE49-F238E27FC236}">
                    <a16:creationId xmlns:a16="http://schemas.microsoft.com/office/drawing/2014/main" id="{6825F6B8-7F31-9F6F-6F40-4446D62B0C09}"/>
                  </a:ext>
                </a:extLst>
              </p:cNvPr>
              <p:cNvSpPr/>
              <p:nvPr/>
            </p:nvSpPr>
            <p:spPr>
              <a:xfrm>
                <a:off x="1466849" y="380320"/>
                <a:ext cx="12031202"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34" name="Group 33">
              <a:extLst>
                <a:ext uri="{FF2B5EF4-FFF2-40B4-BE49-F238E27FC236}">
                  <a16:creationId xmlns:a16="http://schemas.microsoft.com/office/drawing/2014/main" id="{7110B156-7097-18AF-109C-9129C1D27D5C}"/>
                </a:ext>
              </a:extLst>
            </p:cNvPr>
            <p:cNvGrpSpPr/>
            <p:nvPr/>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6" name="Oval 35">
                <a:extLst>
                  <a:ext uri="{FF2B5EF4-FFF2-40B4-BE49-F238E27FC236}">
                    <a16:creationId xmlns:a16="http://schemas.microsoft.com/office/drawing/2014/main" id="{BD13927A-0814-22EA-70B1-CD822828F18E}"/>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7" name="Oval 36">
                <a:extLst>
                  <a:ext uri="{FF2B5EF4-FFF2-40B4-BE49-F238E27FC236}">
                    <a16:creationId xmlns:a16="http://schemas.microsoft.com/office/drawing/2014/main" id="{7BEDD65C-96D1-E6E2-62CE-14973E1DB1B4}"/>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sp>
        <p:nvSpPr>
          <p:cNvPr id="8" name="Title 1">
            <a:extLst>
              <a:ext uri="{FF2B5EF4-FFF2-40B4-BE49-F238E27FC236}">
                <a16:creationId xmlns:a16="http://schemas.microsoft.com/office/drawing/2014/main" id="{DD7FB8EE-5B3A-2DFB-6FDF-44E5B3D93935}"/>
              </a:ext>
            </a:extLst>
          </p:cNvPr>
          <p:cNvSpPr>
            <a:spLocks noGrp="1"/>
          </p:cNvSpPr>
          <p:nvPr>
            <p:ph type="title" hasCustomPrompt="1"/>
          </p:nvPr>
        </p:nvSpPr>
        <p:spPr>
          <a:xfrm>
            <a:off x="481013" y="990005"/>
            <a:ext cx="8180262" cy="922516"/>
          </a:xfrm>
        </p:spPr>
        <p:txBody>
          <a:bodyPr tIns="182880"/>
          <a:lstStyle>
            <a:lvl1pPr algn="l">
              <a:defRPr sz="2400"/>
            </a:lvl1pPr>
          </a:lstStyle>
          <a:p>
            <a:r>
              <a:rPr lang="en-US" dirty="0"/>
              <a:t>Click to add title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551090" y="3059962"/>
            <a:ext cx="2970779" cy="2467383"/>
          </a:xfrm>
        </p:spPr>
        <p:txBody>
          <a:bodyPr/>
          <a:lstStyle>
            <a:lvl1pPr>
              <a:defRPr sz="1350"/>
            </a:lvl1pPr>
            <a:lvl2pPr>
              <a:defRPr sz="1350"/>
            </a:lvl2pPr>
            <a:lvl3pPr>
              <a:defRPr sz="1350"/>
            </a:lvl3pPr>
            <a:lvl4pPr>
              <a:defRPr sz="1350"/>
            </a:lvl4pPr>
            <a:lvl5pPr>
              <a:defRPr sz="1350"/>
            </a:lvl5pPr>
            <a:lvl6pPr>
              <a:defRPr sz="1500"/>
            </a:lvl6pPr>
            <a:lvl7pPr>
              <a:defRPr sz="1500"/>
            </a:lvl7pPr>
            <a:lvl8pPr>
              <a:defRPr sz="1500"/>
            </a:lvl8pPr>
            <a:lvl9pPr>
              <a:defRPr sz="1500"/>
            </a:lvl9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able Placeholder 8">
            <a:extLst>
              <a:ext uri="{FF2B5EF4-FFF2-40B4-BE49-F238E27FC236}">
                <a16:creationId xmlns:a16="http://schemas.microsoft.com/office/drawing/2014/main" id="{6539386C-EDE8-05CD-6687-DDB57EB0D55D}"/>
              </a:ext>
            </a:extLst>
          </p:cNvPr>
          <p:cNvSpPr>
            <a:spLocks noGrp="1"/>
          </p:cNvSpPr>
          <p:nvPr>
            <p:ph type="tbl" sz="quarter" idx="10" hasCustomPrompt="1"/>
          </p:nvPr>
        </p:nvSpPr>
        <p:spPr>
          <a:xfrm>
            <a:off x="3786188" y="3059961"/>
            <a:ext cx="4875087" cy="2467383"/>
          </a:xfrm>
        </p:spPr>
        <p:txBody>
          <a:bodyPr/>
          <a:lstStyle>
            <a:lvl1pPr>
              <a:defRPr sz="1500"/>
            </a:lvl1pPr>
          </a:lstStyle>
          <a:p>
            <a:pPr lvl="0"/>
            <a:r>
              <a:rPr lang="en-US" dirty="0"/>
              <a:t>Click to add table</a:t>
            </a:r>
          </a:p>
        </p:txBody>
      </p:sp>
      <p:sp>
        <p:nvSpPr>
          <p:cNvPr id="10" name="Rectangle 9">
            <a:extLst>
              <a:ext uri="{FF2B5EF4-FFF2-40B4-BE49-F238E27FC236}">
                <a16:creationId xmlns:a16="http://schemas.microsoft.com/office/drawing/2014/main" id="{1E150A47-3CDE-6A2F-544A-5F98134DFA4F}"/>
              </a:ext>
              <a:ext uri="{C183D7F6-B498-43B3-948B-1728B52AA6E4}">
                <adec:decorative xmlns:adec="http://schemas.microsoft.com/office/drawing/2017/decorative" val="1"/>
              </a:ext>
            </a:extLst>
          </p:cNvPr>
          <p:cNvSpPr/>
          <p:nvPr/>
        </p:nvSpPr>
        <p:spPr>
          <a:xfrm>
            <a:off x="0" y="6226630"/>
            <a:ext cx="9144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11" name="Straight Connector 10">
            <a:extLst>
              <a:ext uri="{FF2B5EF4-FFF2-40B4-BE49-F238E27FC236}">
                <a16:creationId xmlns:a16="http://schemas.microsoft.com/office/drawing/2014/main" id="{50829F0F-DBDF-07B3-7893-FA37927FB30E}"/>
              </a:ext>
              <a:ext uri="{C183D7F6-B498-43B3-948B-1728B52AA6E4}">
                <adec:decorative xmlns:adec="http://schemas.microsoft.com/office/drawing/2017/decorative" val="1"/>
              </a:ext>
            </a:extLst>
          </p:cNvPr>
          <p:cNvCxnSpPr>
            <a:cxnSpLocks/>
          </p:cNvCxnSpPr>
          <p:nvPr/>
        </p:nvCxnSpPr>
        <p:spPr>
          <a:xfrm>
            <a:off x="0" y="6226629"/>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e Placeholder 3">
            <a:extLst>
              <a:ext uri="{FF2B5EF4-FFF2-40B4-BE49-F238E27FC236}">
                <a16:creationId xmlns:a16="http://schemas.microsoft.com/office/drawing/2014/main" id="{48B8345A-1B48-25C5-67AE-D78987BEF15C}"/>
              </a:ext>
            </a:extLst>
          </p:cNvPr>
          <p:cNvSpPr>
            <a:spLocks noGrp="1"/>
          </p:cNvSpPr>
          <p:nvPr>
            <p:ph type="dt" sz="half" idx="2"/>
          </p:nvPr>
        </p:nvSpPr>
        <p:spPr>
          <a:xfrm>
            <a:off x="7508875" y="6226628"/>
            <a:ext cx="1170228" cy="631372"/>
          </a:xfrm>
          <a:prstGeom prst="rect">
            <a:avLst/>
          </a:prstGeom>
        </p:spPr>
        <p:txBody>
          <a:bodyPr vert="horz" lIns="91440" tIns="91440" rIns="91440" bIns="45720" rtlCol="0" anchor="ctr"/>
          <a:lstStyle>
            <a:lvl1pPr algn="ctr">
              <a:defRPr sz="1350">
                <a:solidFill>
                  <a:schemeClr val="tx1"/>
                </a:solidFill>
                <a:latin typeface="+mj-lt"/>
              </a:defRPr>
            </a:lvl1pPr>
          </a:lstStyle>
          <a:p>
            <a:fld id="{6610FD7F-1DC4-47AE-A8ED-D1A0469523A8}" type="datetime4">
              <a:rPr lang="en-US" smtClean="0"/>
              <a:t>January 15, 2026</a:t>
            </a:fld>
            <a:endParaRPr lang="en-US" dirty="0"/>
          </a:p>
        </p:txBody>
      </p:sp>
      <p:pic>
        <p:nvPicPr>
          <p:cNvPr id="13" name="Graphic 12">
            <a:extLst>
              <a:ext uri="{FF2B5EF4-FFF2-40B4-BE49-F238E27FC236}">
                <a16:creationId xmlns:a16="http://schemas.microsoft.com/office/drawing/2014/main" id="{938A89FC-B8CA-14B7-D2D8-E768D99D863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56508" y="6405154"/>
            <a:ext cx="205740" cy="274320"/>
          </a:xfrm>
          <a:prstGeom prst="rect">
            <a:avLst/>
          </a:prstGeom>
        </p:spPr>
      </p:pic>
      <p:pic>
        <p:nvPicPr>
          <p:cNvPr id="14" name="Graphic 13">
            <a:extLst>
              <a:ext uri="{FF2B5EF4-FFF2-40B4-BE49-F238E27FC236}">
                <a16:creationId xmlns:a16="http://schemas.microsoft.com/office/drawing/2014/main" id="{3FF78B34-411F-1CA2-E7AE-72EE59FB9109}"/>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6876711" y="6405154"/>
            <a:ext cx="205740" cy="274320"/>
          </a:xfrm>
          <a:prstGeom prst="rect">
            <a:avLst/>
          </a:prstGeom>
        </p:spPr>
      </p:pic>
      <p:pic>
        <p:nvPicPr>
          <p:cNvPr id="19" name="Graphic 18">
            <a:extLst>
              <a:ext uri="{FF2B5EF4-FFF2-40B4-BE49-F238E27FC236}">
                <a16:creationId xmlns:a16="http://schemas.microsoft.com/office/drawing/2014/main" id="{3F0324D9-6571-4E22-7F05-EB7C4C25242C}"/>
              </a:ext>
              <a:ext uri="{C183D7F6-B498-43B3-948B-1728B52AA6E4}">
                <adec:decorative xmlns:adec="http://schemas.microsoft.com/office/drawing/2017/decorative" val="1"/>
              </a:ext>
            </a:extLst>
          </p:cNvPr>
          <p:cNvPicPr>
            <a:picLocks noChangeAspect="1"/>
          </p:cNvPicPr>
          <p:nvPr/>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6596913" y="6405154"/>
            <a:ext cx="205740" cy="274320"/>
          </a:xfrm>
          <a:prstGeom prst="rect">
            <a:avLst/>
          </a:prstGeom>
        </p:spPr>
      </p:pic>
      <p:sp>
        <p:nvSpPr>
          <p:cNvPr id="20" name="Slide Number Placeholder 5">
            <a:extLst>
              <a:ext uri="{FF2B5EF4-FFF2-40B4-BE49-F238E27FC236}">
                <a16:creationId xmlns:a16="http://schemas.microsoft.com/office/drawing/2014/main" id="{F5AD4638-F38E-56C0-D181-3C9488FAF123}"/>
              </a:ext>
            </a:extLst>
          </p:cNvPr>
          <p:cNvSpPr>
            <a:spLocks noGrp="1"/>
          </p:cNvSpPr>
          <p:nvPr>
            <p:ph type="sldNum" sz="quarter" idx="4"/>
          </p:nvPr>
        </p:nvSpPr>
        <p:spPr>
          <a:xfrm>
            <a:off x="8679103" y="6226628"/>
            <a:ext cx="473061" cy="631372"/>
          </a:xfrm>
          <a:prstGeom prst="rect">
            <a:avLst/>
          </a:prstGeom>
        </p:spPr>
        <p:txBody>
          <a:bodyPr vert="horz" lIns="91440" tIns="91440" rIns="91440" bIns="45720" rtlCol="0" anchor="ctr"/>
          <a:lstStyle>
            <a:lvl1pPr algn="ctr">
              <a:defRPr lang="en-US" sz="1350" smtClean="0">
                <a:solidFill>
                  <a:schemeClr val="tx1"/>
                </a:solidFill>
                <a:latin typeface="+mj-lt"/>
              </a:defRPr>
            </a:lvl1pPr>
          </a:lstStyle>
          <a:p>
            <a:fld id="{F38DF745-7D3F-47F4-83A3-874385CFAA69}" type="slidenum">
              <a:rPr lang="en-US" smtClean="0"/>
              <a:pPr/>
              <a:t>‹#›</a:t>
            </a:fld>
            <a:endParaRPr lang="en-US" dirty="0"/>
          </a:p>
        </p:txBody>
      </p:sp>
      <p:sp>
        <p:nvSpPr>
          <p:cNvPr id="21" name="Rectangle 20">
            <a:extLst>
              <a:ext uri="{FF2B5EF4-FFF2-40B4-BE49-F238E27FC236}">
                <a16:creationId xmlns:a16="http://schemas.microsoft.com/office/drawing/2014/main" id="{0E8BB575-A42F-625D-F8C0-71BACF904AFE}"/>
              </a:ext>
              <a:ext uri="{C183D7F6-B498-43B3-948B-1728B52AA6E4}">
                <adec:decorative xmlns:adec="http://schemas.microsoft.com/office/drawing/2017/decorative" val="1"/>
              </a:ext>
            </a:extLst>
          </p:cNvPr>
          <p:cNvSpPr/>
          <p:nvPr/>
        </p:nvSpPr>
        <p:spPr>
          <a:xfrm>
            <a:off x="285751" y="6352732"/>
            <a:ext cx="979715"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350" b="1" dirty="0">
                <a:solidFill>
                  <a:schemeClr val="tx1"/>
                </a:solidFill>
                <a:latin typeface="+mn-lt"/>
              </a:rPr>
              <a:t>START</a:t>
            </a:r>
          </a:p>
        </p:txBody>
      </p:sp>
    </p:spTree>
    <p:extLst>
      <p:ext uri="{BB962C8B-B14F-4D97-AF65-F5344CB8AC3E}">
        <p14:creationId xmlns:p14="http://schemas.microsoft.com/office/powerpoint/2010/main" val="3785223302"/>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4">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p:nvSpPr>
        <p:spPr>
          <a:xfrm>
            <a:off x="252413" y="327025"/>
            <a:ext cx="8639175"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p:nvSpPr>
        <p:spPr>
          <a:xfrm>
            <a:off x="487871" y="1933576"/>
            <a:ext cx="2565941" cy="3661683"/>
          </a:xfrm>
          <a:prstGeom prst="roundRect">
            <a:avLst>
              <a:gd name="adj" fmla="val 9932"/>
            </a:avLst>
          </a:prstGeom>
          <a:solidFill>
            <a:schemeClr val="accent2">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p:nvSpPr>
        <p:spPr>
          <a:xfrm>
            <a:off x="3278983" y="1933576"/>
            <a:ext cx="5380577"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0" name="Title 1">
            <a:extLst>
              <a:ext uri="{FF2B5EF4-FFF2-40B4-BE49-F238E27FC236}">
                <a16:creationId xmlns:a16="http://schemas.microsoft.com/office/drawing/2014/main" id="{038E9543-72F0-3B98-EBDB-95F36BA54FA1}"/>
              </a:ext>
            </a:extLst>
          </p:cNvPr>
          <p:cNvSpPr>
            <a:spLocks noGrp="1"/>
          </p:cNvSpPr>
          <p:nvPr>
            <p:ph type="title" hasCustomPrompt="1"/>
          </p:nvPr>
        </p:nvSpPr>
        <p:spPr>
          <a:xfrm>
            <a:off x="481013" y="576292"/>
            <a:ext cx="8180262" cy="922516"/>
          </a:xfrm>
        </p:spPr>
        <p:txBody>
          <a:bodyPr tIns="182880"/>
          <a:lstStyle>
            <a:lvl1pPr algn="l">
              <a:defRPr sz="2400"/>
            </a:lvl1pPr>
          </a:lstStyle>
          <a:p>
            <a:r>
              <a:rPr lang="en-US" dirty="0"/>
              <a:t>Click to add title</a:t>
            </a:r>
          </a:p>
        </p:txBody>
      </p:sp>
      <p:sp>
        <p:nvSpPr>
          <p:cNvPr id="9" name="Content Placeholder 3">
            <a:extLst>
              <a:ext uri="{FF2B5EF4-FFF2-40B4-BE49-F238E27FC236}">
                <a16:creationId xmlns:a16="http://schemas.microsoft.com/office/drawing/2014/main" id="{EEF67B58-AA53-B48D-DD97-72B3116B22D2}"/>
              </a:ext>
            </a:extLst>
          </p:cNvPr>
          <p:cNvSpPr>
            <a:spLocks noGrp="1"/>
          </p:cNvSpPr>
          <p:nvPr>
            <p:ph sz="half" idx="13" hasCustomPrompt="1"/>
          </p:nvPr>
        </p:nvSpPr>
        <p:spPr>
          <a:xfrm>
            <a:off x="616459" y="2343150"/>
            <a:ext cx="2297225" cy="2990850"/>
          </a:xfrm>
        </p:spPr>
        <p:txBody>
          <a:bodyPr/>
          <a:lstStyle>
            <a:lvl1pPr marL="214313" indent="-214313">
              <a:lnSpc>
                <a:spcPts val="1425"/>
              </a:lnSpc>
              <a:buFont typeface="Arial" panose="020B0604020202020204" pitchFamily="34" charset="0"/>
              <a:buChar char="•"/>
              <a:defRPr sz="1350"/>
            </a:lvl1pPr>
            <a:lvl2pPr marL="557213" indent="-214313">
              <a:lnSpc>
                <a:spcPts val="1425"/>
              </a:lnSpc>
              <a:buFont typeface="Arial" panose="020B0604020202020204" pitchFamily="34" charset="0"/>
              <a:buChar char="•"/>
              <a:defRPr sz="1350"/>
            </a:lvl2pPr>
            <a:lvl3pPr marL="900113" indent="-214313">
              <a:lnSpc>
                <a:spcPts val="1425"/>
              </a:lnSpc>
              <a:buFont typeface="Arial" panose="020B0604020202020204" pitchFamily="34" charset="0"/>
              <a:buChar char="•"/>
              <a:defRPr sz="1350"/>
            </a:lvl3pPr>
            <a:lvl4pPr marL="1243013" indent="-214313">
              <a:lnSpc>
                <a:spcPts val="1425"/>
              </a:lnSpc>
              <a:buFont typeface="Arial" panose="020B0604020202020204" pitchFamily="34" charset="0"/>
              <a:buChar char="•"/>
              <a:defRPr sz="1350"/>
            </a:lvl4pPr>
            <a:lvl5pPr marL="1585913" indent="-214313">
              <a:lnSpc>
                <a:spcPts val="1425"/>
              </a:lnSpc>
              <a:buFont typeface="Arial" panose="020B0604020202020204" pitchFamily="34" charset="0"/>
              <a:buChar char="•"/>
              <a:defRPr sz="135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hasCustomPrompt="1"/>
          </p:nvPr>
        </p:nvSpPr>
        <p:spPr>
          <a:xfrm>
            <a:off x="3464719" y="2343150"/>
            <a:ext cx="4969670" cy="2994868"/>
          </a:xfrm>
        </p:spPr>
        <p:txBody>
          <a:bodyPr/>
          <a:lstStyle>
            <a:lvl1pPr marL="0" indent="0">
              <a:lnSpc>
                <a:spcPts val="1425"/>
              </a:lnSpc>
              <a:buNone/>
              <a:defRPr sz="1350"/>
            </a:lvl1pPr>
            <a:lvl2pPr>
              <a:lnSpc>
                <a:spcPts val="1425"/>
              </a:lnSpc>
              <a:defRPr sz="1350"/>
            </a:lvl2pPr>
            <a:lvl3pPr>
              <a:lnSpc>
                <a:spcPts val="1425"/>
              </a:lnSpc>
              <a:defRPr sz="1350"/>
            </a:lvl3pPr>
            <a:lvl4pPr>
              <a:lnSpc>
                <a:spcPts val="1425"/>
              </a:lnSpc>
              <a:defRPr sz="1350"/>
            </a:lvl4pPr>
            <a:lvl5pPr>
              <a:lnSpc>
                <a:spcPts val="1425"/>
              </a:lnSpc>
              <a:defRPr sz="135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E0299C66-96F4-78D6-A62C-38668D590AEB}"/>
              </a:ext>
              <a:ext uri="{C183D7F6-B498-43B3-948B-1728B52AA6E4}">
                <adec:decorative xmlns:adec="http://schemas.microsoft.com/office/drawing/2017/decorative" val="1"/>
              </a:ext>
            </a:extLst>
          </p:cNvPr>
          <p:cNvSpPr/>
          <p:nvPr/>
        </p:nvSpPr>
        <p:spPr>
          <a:xfrm>
            <a:off x="0" y="6226630"/>
            <a:ext cx="9144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14" name="Straight Connector 13">
            <a:extLst>
              <a:ext uri="{FF2B5EF4-FFF2-40B4-BE49-F238E27FC236}">
                <a16:creationId xmlns:a16="http://schemas.microsoft.com/office/drawing/2014/main" id="{EC2A6D20-3BBC-4875-E1DD-C75389BF2676}"/>
              </a:ext>
              <a:ext uri="{C183D7F6-B498-43B3-948B-1728B52AA6E4}">
                <adec:decorative xmlns:adec="http://schemas.microsoft.com/office/drawing/2017/decorative" val="1"/>
              </a:ext>
            </a:extLst>
          </p:cNvPr>
          <p:cNvCxnSpPr>
            <a:cxnSpLocks/>
          </p:cNvCxnSpPr>
          <p:nvPr/>
        </p:nvCxnSpPr>
        <p:spPr>
          <a:xfrm>
            <a:off x="0" y="6226629"/>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Date Placeholder 3">
            <a:extLst>
              <a:ext uri="{FF2B5EF4-FFF2-40B4-BE49-F238E27FC236}">
                <a16:creationId xmlns:a16="http://schemas.microsoft.com/office/drawing/2014/main" id="{0375AD72-FEF2-7BD7-B33E-DE98FDD651EC}"/>
              </a:ext>
            </a:extLst>
          </p:cNvPr>
          <p:cNvSpPr>
            <a:spLocks noGrp="1"/>
          </p:cNvSpPr>
          <p:nvPr>
            <p:ph type="dt" sz="half" idx="2"/>
          </p:nvPr>
        </p:nvSpPr>
        <p:spPr>
          <a:xfrm>
            <a:off x="7508875" y="6226628"/>
            <a:ext cx="1170228" cy="631372"/>
          </a:xfrm>
          <a:prstGeom prst="rect">
            <a:avLst/>
          </a:prstGeom>
        </p:spPr>
        <p:txBody>
          <a:bodyPr vert="horz" lIns="91440" tIns="91440" rIns="91440" bIns="45720" rtlCol="0" anchor="ctr"/>
          <a:lstStyle>
            <a:lvl1pPr algn="ctr">
              <a:defRPr sz="1350">
                <a:solidFill>
                  <a:schemeClr val="tx1"/>
                </a:solidFill>
                <a:latin typeface="+mj-lt"/>
              </a:defRPr>
            </a:lvl1pPr>
          </a:lstStyle>
          <a:p>
            <a:fld id="{6610FD7F-1DC4-47AE-A8ED-D1A0469523A8}" type="datetime4">
              <a:rPr lang="en-US" smtClean="0"/>
              <a:t>January 15, 2026</a:t>
            </a:fld>
            <a:endParaRPr lang="en-US" dirty="0"/>
          </a:p>
        </p:txBody>
      </p:sp>
      <p:pic>
        <p:nvPicPr>
          <p:cNvPr id="17" name="Graphic 16">
            <a:extLst>
              <a:ext uri="{FF2B5EF4-FFF2-40B4-BE49-F238E27FC236}">
                <a16:creationId xmlns:a16="http://schemas.microsoft.com/office/drawing/2014/main" id="{45C69E5E-6C22-57DA-0C62-9C6B32032229}"/>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56508" y="6405154"/>
            <a:ext cx="205740" cy="274320"/>
          </a:xfrm>
          <a:prstGeom prst="rect">
            <a:avLst/>
          </a:prstGeom>
        </p:spPr>
      </p:pic>
      <p:pic>
        <p:nvPicPr>
          <p:cNvPr id="18" name="Graphic 17">
            <a:extLst>
              <a:ext uri="{FF2B5EF4-FFF2-40B4-BE49-F238E27FC236}">
                <a16:creationId xmlns:a16="http://schemas.microsoft.com/office/drawing/2014/main" id="{34542827-11B9-15CF-AB8E-86115BEF9FA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6876711" y="6405154"/>
            <a:ext cx="205740" cy="274320"/>
          </a:xfrm>
          <a:prstGeom prst="rect">
            <a:avLst/>
          </a:prstGeom>
        </p:spPr>
      </p:pic>
      <p:pic>
        <p:nvPicPr>
          <p:cNvPr id="19" name="Graphic 18">
            <a:extLst>
              <a:ext uri="{FF2B5EF4-FFF2-40B4-BE49-F238E27FC236}">
                <a16:creationId xmlns:a16="http://schemas.microsoft.com/office/drawing/2014/main" id="{BEF1536F-20D9-1950-220E-4E6B881E9E50}"/>
              </a:ext>
              <a:ext uri="{C183D7F6-B498-43B3-948B-1728B52AA6E4}">
                <adec:decorative xmlns:adec="http://schemas.microsoft.com/office/drawing/2017/decorative" val="1"/>
              </a:ext>
            </a:extLst>
          </p:cNvPr>
          <p:cNvPicPr>
            <a:picLocks noChangeAspect="1"/>
          </p:cNvPicPr>
          <p:nvPr/>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6596913" y="6405154"/>
            <a:ext cx="205740" cy="274320"/>
          </a:xfrm>
          <a:prstGeom prst="rect">
            <a:avLst/>
          </a:prstGeom>
        </p:spPr>
      </p:pic>
      <p:sp>
        <p:nvSpPr>
          <p:cNvPr id="20" name="Slide Number Placeholder 5">
            <a:extLst>
              <a:ext uri="{FF2B5EF4-FFF2-40B4-BE49-F238E27FC236}">
                <a16:creationId xmlns:a16="http://schemas.microsoft.com/office/drawing/2014/main" id="{F8E904D7-AB01-FD2A-6191-37814CBD0829}"/>
              </a:ext>
            </a:extLst>
          </p:cNvPr>
          <p:cNvSpPr>
            <a:spLocks noGrp="1"/>
          </p:cNvSpPr>
          <p:nvPr>
            <p:ph type="sldNum" sz="quarter" idx="4"/>
          </p:nvPr>
        </p:nvSpPr>
        <p:spPr>
          <a:xfrm>
            <a:off x="8679103" y="6226628"/>
            <a:ext cx="473061" cy="631372"/>
          </a:xfrm>
          <a:prstGeom prst="rect">
            <a:avLst/>
          </a:prstGeom>
        </p:spPr>
        <p:txBody>
          <a:bodyPr vert="horz" lIns="91440" tIns="91440" rIns="91440" bIns="45720" rtlCol="0" anchor="ctr"/>
          <a:lstStyle>
            <a:lvl1pPr algn="ctr">
              <a:defRPr lang="en-US" sz="1350" smtClean="0">
                <a:solidFill>
                  <a:schemeClr val="tx1"/>
                </a:solidFill>
                <a:latin typeface="+mj-lt"/>
              </a:defRPr>
            </a:lvl1pPr>
          </a:lstStyle>
          <a:p>
            <a:fld id="{F38DF745-7D3F-47F4-83A3-874385CFAA69}" type="slidenum">
              <a:rPr lang="en-US" smtClean="0"/>
              <a:pPr/>
              <a:t>‹#›</a:t>
            </a:fld>
            <a:endParaRPr lang="en-US" dirty="0"/>
          </a:p>
        </p:txBody>
      </p:sp>
      <p:sp>
        <p:nvSpPr>
          <p:cNvPr id="21" name="Rectangle 20">
            <a:extLst>
              <a:ext uri="{FF2B5EF4-FFF2-40B4-BE49-F238E27FC236}">
                <a16:creationId xmlns:a16="http://schemas.microsoft.com/office/drawing/2014/main" id="{2E5DD3E5-31DE-DE3C-B506-E5AF1EC658CB}"/>
              </a:ext>
              <a:ext uri="{C183D7F6-B498-43B3-948B-1728B52AA6E4}">
                <adec:decorative xmlns:adec="http://schemas.microsoft.com/office/drawing/2017/decorative" val="1"/>
              </a:ext>
            </a:extLst>
          </p:cNvPr>
          <p:cNvSpPr/>
          <p:nvPr/>
        </p:nvSpPr>
        <p:spPr>
          <a:xfrm>
            <a:off x="285751" y="6352732"/>
            <a:ext cx="979715"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350" b="1" dirty="0">
                <a:solidFill>
                  <a:schemeClr val="tx1"/>
                </a:solidFill>
                <a:latin typeface="+mn-lt"/>
              </a:rPr>
              <a:t>START</a:t>
            </a:r>
          </a:p>
        </p:txBody>
      </p:sp>
    </p:spTree>
    <p:extLst>
      <p:ext uri="{BB962C8B-B14F-4D97-AF65-F5344CB8AC3E}">
        <p14:creationId xmlns:p14="http://schemas.microsoft.com/office/powerpoint/2010/main" val="1505077240"/>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grpSp>
        <p:nvGrpSpPr>
          <p:cNvPr id="8" name="Graphic 4">
            <a:extLst>
              <a:ext uri="{FF2B5EF4-FFF2-40B4-BE49-F238E27FC236}">
                <a16:creationId xmlns:a16="http://schemas.microsoft.com/office/drawing/2014/main" id="{5C92998A-0580-8711-F2CD-BA025D3B492D}"/>
              </a:ext>
              <a:ext uri="{C183D7F6-B498-43B3-948B-1728B52AA6E4}">
                <adec:decorative xmlns:adec="http://schemas.microsoft.com/office/drawing/2017/decorative" val="1"/>
              </a:ext>
            </a:extLst>
          </p:cNvPr>
          <p:cNvGrpSpPr/>
          <p:nvPr/>
        </p:nvGrpSpPr>
        <p:grpSpPr>
          <a:xfrm>
            <a:off x="7180093" y="3490005"/>
            <a:ext cx="2070586" cy="2636487"/>
            <a:chOff x="9757762" y="3673334"/>
            <a:chExt cx="2760781" cy="2636487"/>
          </a:xfrm>
          <a:solidFill>
            <a:schemeClr val="bg1">
              <a:alpha val="50000"/>
            </a:schemeClr>
          </a:solidFill>
        </p:grpSpPr>
        <p:sp>
          <p:nvSpPr>
            <p:cNvPr id="9" name="Freeform: Shape 8">
              <a:extLst>
                <a:ext uri="{FF2B5EF4-FFF2-40B4-BE49-F238E27FC236}">
                  <a16:creationId xmlns:a16="http://schemas.microsoft.com/office/drawing/2014/main" id="{309E8E44-AD09-0DCB-79DA-F363143EB715}"/>
                </a:ext>
              </a:extLst>
            </p:cNvPr>
            <p:cNvSpPr/>
            <p:nvPr/>
          </p:nvSpPr>
          <p:spPr>
            <a:xfrm>
              <a:off x="9757762"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10" name="Freeform: Shape 9">
              <a:extLst>
                <a:ext uri="{FF2B5EF4-FFF2-40B4-BE49-F238E27FC236}">
                  <a16:creationId xmlns:a16="http://schemas.microsoft.com/office/drawing/2014/main" id="{F0C32798-3973-1B39-EA92-336F776B7AA7}"/>
                </a:ext>
              </a:extLst>
            </p:cNvPr>
            <p:cNvSpPr/>
            <p:nvPr/>
          </p:nvSpPr>
          <p:spPr>
            <a:xfrm>
              <a:off x="10777316"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11" name="Freeform: Shape 10">
              <a:extLst>
                <a:ext uri="{FF2B5EF4-FFF2-40B4-BE49-F238E27FC236}">
                  <a16:creationId xmlns:a16="http://schemas.microsoft.com/office/drawing/2014/main" id="{6F2D963B-D621-02DD-1619-684F4DC91490}"/>
                </a:ext>
              </a:extLst>
            </p:cNvPr>
            <p:cNvSpPr/>
            <p:nvPr/>
          </p:nvSpPr>
          <p:spPr>
            <a:xfrm>
              <a:off x="11796885"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12" name="Freeform: Shape 11">
              <a:extLst>
                <a:ext uri="{FF2B5EF4-FFF2-40B4-BE49-F238E27FC236}">
                  <a16:creationId xmlns:a16="http://schemas.microsoft.com/office/drawing/2014/main" id="{E491E75D-715D-B554-6983-B8D0F0FF7ECE}"/>
                </a:ext>
              </a:extLst>
            </p:cNvPr>
            <p:cNvSpPr/>
            <p:nvPr/>
          </p:nvSpPr>
          <p:spPr>
            <a:xfrm>
              <a:off x="9757762"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13" name="Freeform: Shape 12">
              <a:extLst>
                <a:ext uri="{FF2B5EF4-FFF2-40B4-BE49-F238E27FC236}">
                  <a16:creationId xmlns:a16="http://schemas.microsoft.com/office/drawing/2014/main" id="{80BE3828-09E2-3B37-DAF2-0F1EF6FBB447}"/>
                </a:ext>
              </a:extLst>
            </p:cNvPr>
            <p:cNvSpPr/>
            <p:nvPr/>
          </p:nvSpPr>
          <p:spPr>
            <a:xfrm>
              <a:off x="10777316"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14" name="Freeform: Shape 13">
              <a:extLst>
                <a:ext uri="{FF2B5EF4-FFF2-40B4-BE49-F238E27FC236}">
                  <a16:creationId xmlns:a16="http://schemas.microsoft.com/office/drawing/2014/main" id="{11BD5FBB-6BCD-9E17-CA4C-DA3621F258BF}"/>
                </a:ext>
              </a:extLst>
            </p:cNvPr>
            <p:cNvSpPr/>
            <p:nvPr/>
          </p:nvSpPr>
          <p:spPr>
            <a:xfrm>
              <a:off x="11796885"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20" name="Freeform: Shape 19">
              <a:extLst>
                <a:ext uri="{FF2B5EF4-FFF2-40B4-BE49-F238E27FC236}">
                  <a16:creationId xmlns:a16="http://schemas.microsoft.com/office/drawing/2014/main" id="{64AD5227-34EB-06BB-7D33-8014F2DE4711}"/>
                </a:ext>
              </a:extLst>
            </p:cNvPr>
            <p:cNvSpPr/>
            <p:nvPr/>
          </p:nvSpPr>
          <p:spPr>
            <a:xfrm>
              <a:off x="9757762" y="5788920"/>
              <a:ext cx="503603" cy="503606"/>
            </a:xfrm>
            <a:custGeom>
              <a:avLst/>
              <a:gdLst>
                <a:gd name="connsiteX0" fmla="*/ 0 w 503603"/>
                <a:gd name="connsiteY0" fmla="*/ 251798 h 503606"/>
                <a:gd name="connsiteX1" fmla="*/ 251802 w 503603"/>
                <a:gd name="connsiteY1" fmla="*/ 0 h 503606"/>
                <a:gd name="connsiteX2" fmla="*/ 503604 w 503603"/>
                <a:gd name="connsiteY2" fmla="*/ 251798 h 503606"/>
                <a:gd name="connsiteX3" fmla="*/ 251802 w 503603"/>
                <a:gd name="connsiteY3" fmla="*/ 503606 h 503606"/>
                <a:gd name="connsiteX4" fmla="*/ 0 w 503603"/>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6">
                  <a:moveTo>
                    <a:pt x="0" y="251798"/>
                  </a:moveTo>
                  <a:cubicBezTo>
                    <a:pt x="0" y="112736"/>
                    <a:pt x="112737" y="0"/>
                    <a:pt x="251802" y="0"/>
                  </a:cubicBezTo>
                  <a:cubicBezTo>
                    <a:pt x="390867" y="0"/>
                    <a:pt x="503604" y="112736"/>
                    <a:pt x="503604" y="251798"/>
                  </a:cubicBezTo>
                  <a:cubicBezTo>
                    <a:pt x="503604" y="390859"/>
                    <a:pt x="390869" y="503606"/>
                    <a:pt x="251802" y="503606"/>
                  </a:cubicBezTo>
                  <a:cubicBezTo>
                    <a:pt x="112734"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21" name="Freeform: Shape 20">
              <a:extLst>
                <a:ext uri="{FF2B5EF4-FFF2-40B4-BE49-F238E27FC236}">
                  <a16:creationId xmlns:a16="http://schemas.microsoft.com/office/drawing/2014/main" id="{8A22BFF6-8FC1-1C45-6065-DDBFC3366BC5}"/>
                </a:ext>
              </a:extLst>
            </p:cNvPr>
            <p:cNvSpPr/>
            <p:nvPr/>
          </p:nvSpPr>
          <p:spPr>
            <a:xfrm>
              <a:off x="10777320"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31" name="Freeform: Shape 30">
              <a:extLst>
                <a:ext uri="{FF2B5EF4-FFF2-40B4-BE49-F238E27FC236}">
                  <a16:creationId xmlns:a16="http://schemas.microsoft.com/office/drawing/2014/main" id="{A146F39A-3BE2-E627-E2A8-097C4BA7329F}"/>
                </a:ext>
              </a:extLst>
            </p:cNvPr>
            <p:cNvSpPr/>
            <p:nvPr/>
          </p:nvSpPr>
          <p:spPr>
            <a:xfrm>
              <a:off x="11796889"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sz="1350" dirty="0"/>
            </a:p>
          </p:txBody>
        </p:sp>
      </p:grpSp>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p:nvGrpSpPr>
        <p:grpSpPr>
          <a:xfrm>
            <a:off x="285750" y="2282879"/>
            <a:ext cx="3201764" cy="3187700"/>
            <a:chOff x="1698171" y="691024"/>
            <a:chExt cx="4269018" cy="3187700"/>
          </a:xfrm>
        </p:grpSpPr>
        <p:grpSp>
          <p:nvGrpSpPr>
            <p:cNvPr id="23" name="Group 22">
              <a:extLst>
                <a:ext uri="{FF2B5EF4-FFF2-40B4-BE49-F238E27FC236}">
                  <a16:creationId xmlns:a16="http://schemas.microsoft.com/office/drawing/2014/main" id="{B6302B80-DDF6-B2B7-6559-5B19EDC98763}"/>
                </a:ext>
              </a:extLst>
            </p:cNvPr>
            <p:cNvGrpSpPr/>
            <p:nvPr/>
          </p:nvGrpSpPr>
          <p:grpSpPr>
            <a:xfrm>
              <a:off x="1698171" y="691024"/>
              <a:ext cx="4269018" cy="3187700"/>
              <a:chOff x="1466850" y="380320"/>
              <a:chExt cx="4493564" cy="3355370"/>
            </a:xfrm>
          </p:grpSpPr>
          <p:sp>
            <p:nvSpPr>
              <p:cNvPr id="28" name="Rectangle 27">
                <a:extLst>
                  <a:ext uri="{FF2B5EF4-FFF2-40B4-BE49-F238E27FC236}">
                    <a16:creationId xmlns:a16="http://schemas.microsoft.com/office/drawing/2014/main" id="{81CCE774-3C05-A473-EC2B-CC0477DD95B7}"/>
                  </a:ext>
                </a:extLst>
              </p:cNvPr>
              <p:cNvSpPr/>
              <p:nvPr/>
            </p:nvSpPr>
            <p:spPr>
              <a:xfrm>
                <a:off x="1466850" y="875619"/>
                <a:ext cx="4493564" cy="286007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9" name="Rectangle 28">
                <a:extLst>
                  <a:ext uri="{FF2B5EF4-FFF2-40B4-BE49-F238E27FC236}">
                    <a16:creationId xmlns:a16="http://schemas.microsoft.com/office/drawing/2014/main" id="{F2119DFF-8596-5767-9E16-1F5D2A0890B0}"/>
                  </a:ext>
                </a:extLst>
              </p:cNvPr>
              <p:cNvSpPr/>
              <p:nvPr/>
            </p:nvSpPr>
            <p:spPr>
              <a:xfrm>
                <a:off x="1466850" y="380320"/>
                <a:ext cx="4493564" cy="49530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24" name="Group 23">
              <a:extLst>
                <a:ext uri="{FF2B5EF4-FFF2-40B4-BE49-F238E27FC236}">
                  <a16:creationId xmlns:a16="http://schemas.microsoft.com/office/drawing/2014/main" id="{66202FE4-E23F-5D9F-6685-2591771D5E07}"/>
                </a:ext>
              </a:extLst>
            </p:cNvPr>
            <p:cNvGrpSpPr/>
            <p:nvPr/>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6" name="Oval 25">
                <a:extLst>
                  <a:ext uri="{FF2B5EF4-FFF2-40B4-BE49-F238E27FC236}">
                    <a16:creationId xmlns:a16="http://schemas.microsoft.com/office/drawing/2014/main" id="{75490BAC-795F-B586-F7A7-4DFB64162F77}"/>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7" name="Oval 26">
                <a:extLst>
                  <a:ext uri="{FF2B5EF4-FFF2-40B4-BE49-F238E27FC236}">
                    <a16:creationId xmlns:a16="http://schemas.microsoft.com/office/drawing/2014/main" id="{F93C3DAB-2ED3-29C3-4C46-70C1FE5C77D0}"/>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sp>
        <p:nvSpPr>
          <p:cNvPr id="30" name="Title 1">
            <a:extLst>
              <a:ext uri="{FF2B5EF4-FFF2-40B4-BE49-F238E27FC236}">
                <a16:creationId xmlns:a16="http://schemas.microsoft.com/office/drawing/2014/main" id="{85C02728-7F58-1ED1-7B84-326CE837DE29}"/>
              </a:ext>
            </a:extLst>
          </p:cNvPr>
          <p:cNvSpPr>
            <a:spLocks noGrp="1"/>
          </p:cNvSpPr>
          <p:nvPr>
            <p:ph type="title" hasCustomPrompt="1"/>
          </p:nvPr>
        </p:nvSpPr>
        <p:spPr>
          <a:xfrm>
            <a:off x="285750" y="3077710"/>
            <a:ext cx="3201763" cy="2109186"/>
          </a:xfrm>
        </p:spPr>
        <p:txBody>
          <a:bodyPr/>
          <a:lstStyle>
            <a:lvl1pPr algn="ctr">
              <a:defRPr sz="2400"/>
            </a:lvl1pPr>
          </a:lstStyle>
          <a:p>
            <a:r>
              <a:rPr lang="en-US" dirty="0"/>
              <a:t>Click to add title</a:t>
            </a:r>
          </a:p>
        </p:txBody>
      </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p:nvGrpSpPr>
        <p:grpSpPr>
          <a:xfrm>
            <a:off x="3700873" y="731509"/>
            <a:ext cx="5157377" cy="4739070"/>
            <a:chOff x="1698171" y="691024"/>
            <a:chExt cx="6876503" cy="4739070"/>
          </a:xfrm>
        </p:grpSpPr>
        <p:grpSp>
          <p:nvGrpSpPr>
            <p:cNvPr id="33" name="Group 32">
              <a:extLst>
                <a:ext uri="{FF2B5EF4-FFF2-40B4-BE49-F238E27FC236}">
                  <a16:creationId xmlns:a16="http://schemas.microsoft.com/office/drawing/2014/main" id="{C0DAD512-E415-2CBA-7F91-C6B058A5ADBD}"/>
                </a:ext>
              </a:extLst>
            </p:cNvPr>
            <p:cNvGrpSpPr/>
            <p:nvPr/>
          </p:nvGrpSpPr>
          <p:grpSpPr>
            <a:xfrm>
              <a:off x="1698171" y="691024"/>
              <a:ext cx="6876503" cy="4739070"/>
              <a:chOff x="1466850" y="380320"/>
              <a:chExt cx="7238199" cy="4988342"/>
            </a:xfrm>
          </p:grpSpPr>
          <p:sp>
            <p:nvSpPr>
              <p:cNvPr id="38" name="Rectangle 37">
                <a:extLst>
                  <a:ext uri="{FF2B5EF4-FFF2-40B4-BE49-F238E27FC236}">
                    <a16:creationId xmlns:a16="http://schemas.microsoft.com/office/drawing/2014/main" id="{921D068B-EDAE-2B09-0C52-3807110CD594}"/>
                  </a:ext>
                </a:extLst>
              </p:cNvPr>
              <p:cNvSpPr/>
              <p:nvPr/>
            </p:nvSpPr>
            <p:spPr>
              <a:xfrm>
                <a:off x="1466850" y="875621"/>
                <a:ext cx="7238199" cy="449304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9" name="Rectangle 38">
                <a:extLst>
                  <a:ext uri="{FF2B5EF4-FFF2-40B4-BE49-F238E27FC236}">
                    <a16:creationId xmlns:a16="http://schemas.microsoft.com/office/drawing/2014/main" id="{6825F6B8-7F31-9F6F-6F40-4446D62B0C09}"/>
                  </a:ext>
                </a:extLst>
              </p:cNvPr>
              <p:cNvSpPr/>
              <p:nvPr/>
            </p:nvSpPr>
            <p:spPr>
              <a:xfrm>
                <a:off x="1466850" y="380320"/>
                <a:ext cx="7238199"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34" name="Group 33">
              <a:extLst>
                <a:ext uri="{FF2B5EF4-FFF2-40B4-BE49-F238E27FC236}">
                  <a16:creationId xmlns:a16="http://schemas.microsoft.com/office/drawing/2014/main" id="{7110B156-7097-18AF-109C-9129C1D27D5C}"/>
                </a:ext>
              </a:extLst>
            </p:cNvPr>
            <p:cNvGrpSpPr/>
            <p:nvPr/>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6" name="Oval 35">
                <a:extLst>
                  <a:ext uri="{FF2B5EF4-FFF2-40B4-BE49-F238E27FC236}">
                    <a16:creationId xmlns:a16="http://schemas.microsoft.com/office/drawing/2014/main" id="{BD13927A-0814-22EA-70B1-CD822828F18E}"/>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7" name="Oval 36">
                <a:extLst>
                  <a:ext uri="{FF2B5EF4-FFF2-40B4-BE49-F238E27FC236}">
                    <a16:creationId xmlns:a16="http://schemas.microsoft.com/office/drawing/2014/main" id="{7BEDD65C-96D1-E6E2-62CE-14973E1DB1B4}"/>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sp>
        <p:nvSpPr>
          <p:cNvPr id="4" name="Table Placeholder 3">
            <a:extLst>
              <a:ext uri="{FF2B5EF4-FFF2-40B4-BE49-F238E27FC236}">
                <a16:creationId xmlns:a16="http://schemas.microsoft.com/office/drawing/2014/main" id="{18AADC3C-8146-4144-3ABA-28E1B1F4AADD}"/>
              </a:ext>
            </a:extLst>
          </p:cNvPr>
          <p:cNvSpPr>
            <a:spLocks noGrp="1"/>
          </p:cNvSpPr>
          <p:nvPr>
            <p:ph type="tbl" sz="quarter" idx="10"/>
          </p:nvPr>
        </p:nvSpPr>
        <p:spPr>
          <a:xfrm>
            <a:off x="3700870" y="1202058"/>
            <a:ext cx="5157378" cy="4270248"/>
          </a:xfrm>
        </p:spPr>
        <p:txBody>
          <a:bodyPr/>
          <a:lstStyle/>
          <a:p>
            <a:r>
              <a:rPr lang="en-US"/>
              <a:t>Click icon to add table</a:t>
            </a:r>
            <a:endParaRPr lang="en-US" dirty="0"/>
          </a:p>
        </p:txBody>
      </p:sp>
      <p:pic>
        <p:nvPicPr>
          <p:cNvPr id="6" name="Graphic 5">
            <a:extLst>
              <a:ext uri="{FF2B5EF4-FFF2-40B4-BE49-F238E27FC236}">
                <a16:creationId xmlns:a16="http://schemas.microsoft.com/office/drawing/2014/main" id="{C6DD2ED3-A6F4-FD7E-59F8-1FAE8FBBAC17}"/>
              </a:ext>
              <a:ext uri="{C183D7F6-B498-43B3-948B-1728B52AA6E4}">
                <adec:decorative xmlns:adec="http://schemas.microsoft.com/office/drawing/2017/decorative" val="1"/>
              </a:ext>
            </a:extLst>
          </p:cNvPr>
          <p:cNvPicPr>
            <a:picLocks noChangeAspect="1"/>
          </p:cNvPicPr>
          <p:nvPr/>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r="15256"/>
          <a:stretch/>
        </p:blipFill>
        <p:spPr>
          <a:xfrm rot="16200000">
            <a:off x="868142" y="-517857"/>
            <a:ext cx="2029124" cy="3064833"/>
          </a:xfrm>
          <a:prstGeom prst="rect">
            <a:avLst/>
          </a:prstGeom>
        </p:spPr>
      </p:pic>
      <p:sp>
        <p:nvSpPr>
          <p:cNvPr id="40" name="Rectangle 39">
            <a:extLst>
              <a:ext uri="{FF2B5EF4-FFF2-40B4-BE49-F238E27FC236}">
                <a16:creationId xmlns:a16="http://schemas.microsoft.com/office/drawing/2014/main" id="{8D3D389B-1A71-78E3-E524-47DEFE36F4F5}"/>
              </a:ext>
              <a:ext uri="{C183D7F6-B498-43B3-948B-1728B52AA6E4}">
                <adec:decorative xmlns:adec="http://schemas.microsoft.com/office/drawing/2017/decorative" val="1"/>
              </a:ext>
            </a:extLst>
          </p:cNvPr>
          <p:cNvSpPr/>
          <p:nvPr/>
        </p:nvSpPr>
        <p:spPr>
          <a:xfrm>
            <a:off x="0" y="6226630"/>
            <a:ext cx="9144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41" name="Straight Connector 40">
            <a:extLst>
              <a:ext uri="{FF2B5EF4-FFF2-40B4-BE49-F238E27FC236}">
                <a16:creationId xmlns:a16="http://schemas.microsoft.com/office/drawing/2014/main" id="{63E7AF89-C0F4-4BB7-8B68-933CBF0B3839}"/>
              </a:ext>
              <a:ext uri="{C183D7F6-B498-43B3-948B-1728B52AA6E4}">
                <adec:decorative xmlns:adec="http://schemas.microsoft.com/office/drawing/2017/decorative" val="1"/>
              </a:ext>
            </a:extLst>
          </p:cNvPr>
          <p:cNvCxnSpPr>
            <a:cxnSpLocks/>
          </p:cNvCxnSpPr>
          <p:nvPr/>
        </p:nvCxnSpPr>
        <p:spPr>
          <a:xfrm>
            <a:off x="0" y="6226629"/>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Date Placeholder 3">
            <a:extLst>
              <a:ext uri="{FF2B5EF4-FFF2-40B4-BE49-F238E27FC236}">
                <a16:creationId xmlns:a16="http://schemas.microsoft.com/office/drawing/2014/main" id="{17933C8A-8E9F-F250-DAB7-5B1C82537C7F}"/>
              </a:ext>
            </a:extLst>
          </p:cNvPr>
          <p:cNvSpPr>
            <a:spLocks noGrp="1"/>
          </p:cNvSpPr>
          <p:nvPr>
            <p:ph type="dt" sz="half" idx="2"/>
          </p:nvPr>
        </p:nvSpPr>
        <p:spPr>
          <a:xfrm>
            <a:off x="7508875" y="6226628"/>
            <a:ext cx="1170228" cy="631372"/>
          </a:xfrm>
          <a:prstGeom prst="rect">
            <a:avLst/>
          </a:prstGeom>
        </p:spPr>
        <p:txBody>
          <a:bodyPr vert="horz" lIns="91440" tIns="91440" rIns="91440" bIns="45720" rtlCol="0" anchor="ctr"/>
          <a:lstStyle>
            <a:lvl1pPr algn="ctr">
              <a:defRPr sz="1350">
                <a:solidFill>
                  <a:schemeClr val="tx1"/>
                </a:solidFill>
                <a:latin typeface="+mj-lt"/>
              </a:defRPr>
            </a:lvl1pPr>
          </a:lstStyle>
          <a:p>
            <a:fld id="{6610FD7F-1DC4-47AE-A8ED-D1A0469523A8}" type="datetime4">
              <a:rPr lang="en-US" smtClean="0"/>
              <a:t>January 15, 2026</a:t>
            </a:fld>
            <a:endParaRPr lang="en-US" dirty="0"/>
          </a:p>
        </p:txBody>
      </p:sp>
      <p:pic>
        <p:nvPicPr>
          <p:cNvPr id="43" name="Graphic 42">
            <a:extLst>
              <a:ext uri="{FF2B5EF4-FFF2-40B4-BE49-F238E27FC236}">
                <a16:creationId xmlns:a16="http://schemas.microsoft.com/office/drawing/2014/main" id="{824FC607-995F-898A-B4E2-47161383123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156508" y="6405154"/>
            <a:ext cx="205740" cy="274320"/>
          </a:xfrm>
          <a:prstGeom prst="rect">
            <a:avLst/>
          </a:prstGeom>
        </p:spPr>
      </p:pic>
      <p:pic>
        <p:nvPicPr>
          <p:cNvPr id="44" name="Graphic 43">
            <a:extLst>
              <a:ext uri="{FF2B5EF4-FFF2-40B4-BE49-F238E27FC236}">
                <a16:creationId xmlns:a16="http://schemas.microsoft.com/office/drawing/2014/main" id="{2D6615CA-D60B-84EA-CBF6-70186E3CF67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6876711" y="6405154"/>
            <a:ext cx="205740" cy="274320"/>
          </a:xfrm>
          <a:prstGeom prst="rect">
            <a:avLst/>
          </a:prstGeom>
        </p:spPr>
      </p:pic>
      <p:pic>
        <p:nvPicPr>
          <p:cNvPr id="45" name="Graphic 44">
            <a:extLst>
              <a:ext uri="{FF2B5EF4-FFF2-40B4-BE49-F238E27FC236}">
                <a16:creationId xmlns:a16="http://schemas.microsoft.com/office/drawing/2014/main" id="{88C02DF0-EBE4-4C6F-CE9A-61B39F1F7A18}"/>
              </a:ext>
              <a:ext uri="{C183D7F6-B498-43B3-948B-1728B52AA6E4}">
                <adec:decorative xmlns:adec="http://schemas.microsoft.com/office/drawing/2017/decorative" val="1"/>
              </a:ext>
            </a:extLst>
          </p:cNvPr>
          <p:cNvPicPr>
            <a:picLocks noChangeAspect="1"/>
          </p:cNvPicPr>
          <p:nvPr/>
        </p:nvPicPr>
        <p:blipFill rotWithShape="1">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rcRect l="13558" t="13558" r="13558" b="13558"/>
          <a:stretch/>
        </p:blipFill>
        <p:spPr>
          <a:xfrm>
            <a:off x="6596913" y="6405154"/>
            <a:ext cx="205740" cy="274320"/>
          </a:xfrm>
          <a:prstGeom prst="rect">
            <a:avLst/>
          </a:prstGeom>
        </p:spPr>
      </p:pic>
      <p:sp>
        <p:nvSpPr>
          <p:cNvPr id="46" name="Slide Number Placeholder 5">
            <a:extLst>
              <a:ext uri="{FF2B5EF4-FFF2-40B4-BE49-F238E27FC236}">
                <a16:creationId xmlns:a16="http://schemas.microsoft.com/office/drawing/2014/main" id="{AFEE4071-4B5B-AFB4-B178-D09387257FA2}"/>
              </a:ext>
            </a:extLst>
          </p:cNvPr>
          <p:cNvSpPr>
            <a:spLocks noGrp="1"/>
          </p:cNvSpPr>
          <p:nvPr>
            <p:ph type="sldNum" sz="quarter" idx="4"/>
          </p:nvPr>
        </p:nvSpPr>
        <p:spPr>
          <a:xfrm>
            <a:off x="8679103" y="6226628"/>
            <a:ext cx="473061" cy="631372"/>
          </a:xfrm>
          <a:prstGeom prst="rect">
            <a:avLst/>
          </a:prstGeom>
        </p:spPr>
        <p:txBody>
          <a:bodyPr vert="horz" lIns="91440" tIns="91440" rIns="91440" bIns="45720" rtlCol="0" anchor="ctr"/>
          <a:lstStyle>
            <a:lvl1pPr algn="ctr">
              <a:defRPr lang="en-US" sz="1350" smtClean="0">
                <a:solidFill>
                  <a:schemeClr val="tx1"/>
                </a:solidFill>
                <a:latin typeface="+mj-lt"/>
              </a:defRPr>
            </a:lvl1pPr>
          </a:lstStyle>
          <a:p>
            <a:fld id="{F38DF745-7D3F-47F4-83A3-874385CFAA69}" type="slidenum">
              <a:rPr lang="en-US" smtClean="0"/>
              <a:pPr/>
              <a:t>‹#›</a:t>
            </a:fld>
            <a:endParaRPr lang="en-US" dirty="0"/>
          </a:p>
        </p:txBody>
      </p:sp>
      <p:sp>
        <p:nvSpPr>
          <p:cNvPr id="47" name="Rectangle 46">
            <a:extLst>
              <a:ext uri="{FF2B5EF4-FFF2-40B4-BE49-F238E27FC236}">
                <a16:creationId xmlns:a16="http://schemas.microsoft.com/office/drawing/2014/main" id="{F3023153-9A4E-D9D3-6DE0-2D3EA610BB11}"/>
              </a:ext>
              <a:ext uri="{C183D7F6-B498-43B3-948B-1728B52AA6E4}">
                <adec:decorative xmlns:adec="http://schemas.microsoft.com/office/drawing/2017/decorative" val="1"/>
              </a:ext>
            </a:extLst>
          </p:cNvPr>
          <p:cNvSpPr/>
          <p:nvPr/>
        </p:nvSpPr>
        <p:spPr>
          <a:xfrm>
            <a:off x="285751" y="6352732"/>
            <a:ext cx="979715"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350" b="1" dirty="0">
                <a:solidFill>
                  <a:schemeClr val="tx1"/>
                </a:solidFill>
                <a:latin typeface="+mn-lt"/>
              </a:rPr>
              <a:t>START</a:t>
            </a:r>
          </a:p>
        </p:txBody>
      </p:sp>
    </p:spTree>
    <p:extLst>
      <p:ext uri="{BB962C8B-B14F-4D97-AF65-F5344CB8AC3E}">
        <p14:creationId xmlns:p14="http://schemas.microsoft.com/office/powerpoint/2010/main" val="736727547"/>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
    <p:spTree>
      <p:nvGrpSpPr>
        <p:cNvPr id="1" name=""/>
        <p:cNvGrpSpPr/>
        <p:nvPr/>
      </p:nvGrpSpPr>
      <p:grpSpPr>
        <a:xfrm>
          <a:off x="0" y="0"/>
          <a:ext cx="0" cy="0"/>
          <a:chOff x="0" y="0"/>
          <a:chExt cx="0" cy="0"/>
        </a:xfrm>
      </p:grpSpPr>
      <p:sp>
        <p:nvSpPr>
          <p:cNvPr id="61" name="Rectangle: Rounded Corners 60">
            <a:extLst>
              <a:ext uri="{FF2B5EF4-FFF2-40B4-BE49-F238E27FC236}">
                <a16:creationId xmlns:a16="http://schemas.microsoft.com/office/drawing/2014/main" id="{85477807-ECB9-BBC9-E832-2FE89AC328DD}"/>
              </a:ext>
              <a:ext uri="{C183D7F6-B498-43B3-948B-1728B52AA6E4}">
                <adec:decorative xmlns:adec="http://schemas.microsoft.com/office/drawing/2017/decorative" val="1"/>
              </a:ext>
            </a:extLst>
          </p:cNvPr>
          <p:cNvSpPr/>
          <p:nvPr/>
        </p:nvSpPr>
        <p:spPr>
          <a:xfrm>
            <a:off x="252413" y="327025"/>
            <a:ext cx="8639175"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723559" y="327024"/>
            <a:ext cx="4448516" cy="5561465"/>
          </a:xfrm>
        </p:spPr>
        <p:txBody>
          <a:bodyPr vert="horz" lIns="91440" tIns="45720" rIns="91440" bIns="45720" rtlCol="0" anchor="ctr">
            <a:noAutofit/>
          </a:bodyPr>
          <a:lstStyle>
            <a:lvl1pPr algn="ctr">
              <a:defRPr lang="en-US" sz="4500" dirty="0"/>
            </a:lvl1pPr>
          </a:lstStyle>
          <a:p>
            <a:pPr lvl="0" algn="ctr"/>
            <a:r>
              <a:rPr lang="en-US" dirty="0"/>
              <a:t>Click to add title</a:t>
            </a:r>
          </a:p>
        </p:txBody>
      </p:sp>
      <p:grpSp>
        <p:nvGrpSpPr>
          <p:cNvPr id="5" name="Group 4">
            <a:extLst>
              <a:ext uri="{FF2B5EF4-FFF2-40B4-BE49-F238E27FC236}">
                <a16:creationId xmlns:a16="http://schemas.microsoft.com/office/drawing/2014/main" id="{FB66CFD9-87C8-0968-9FB0-CF7AE4F612F0}"/>
              </a:ext>
              <a:ext uri="{C183D7F6-B498-43B3-948B-1728B52AA6E4}">
                <adec:decorative xmlns:adec="http://schemas.microsoft.com/office/drawing/2017/decorative" val="1"/>
              </a:ext>
            </a:extLst>
          </p:cNvPr>
          <p:cNvGrpSpPr/>
          <p:nvPr/>
        </p:nvGrpSpPr>
        <p:grpSpPr>
          <a:xfrm>
            <a:off x="5681763" y="1200589"/>
            <a:ext cx="2524025" cy="3804114"/>
            <a:chOff x="1698171" y="691024"/>
            <a:chExt cx="3365366" cy="3804114"/>
          </a:xfrm>
        </p:grpSpPr>
        <p:grpSp>
          <p:nvGrpSpPr>
            <p:cNvPr id="7" name="Group 6">
              <a:extLst>
                <a:ext uri="{FF2B5EF4-FFF2-40B4-BE49-F238E27FC236}">
                  <a16:creationId xmlns:a16="http://schemas.microsoft.com/office/drawing/2014/main" id="{5571AD75-22F7-E387-8455-0EE6231C2AA8}"/>
                </a:ext>
              </a:extLst>
            </p:cNvPr>
            <p:cNvGrpSpPr/>
            <p:nvPr/>
          </p:nvGrpSpPr>
          <p:grpSpPr>
            <a:xfrm>
              <a:off x="1698171" y="691024"/>
              <a:ext cx="3365366" cy="3804114"/>
              <a:chOff x="1466850" y="380320"/>
              <a:chExt cx="3542380" cy="4004209"/>
            </a:xfrm>
          </p:grpSpPr>
          <p:sp>
            <p:nvSpPr>
              <p:cNvPr id="25" name="Rectangle 24">
                <a:extLst>
                  <a:ext uri="{FF2B5EF4-FFF2-40B4-BE49-F238E27FC236}">
                    <a16:creationId xmlns:a16="http://schemas.microsoft.com/office/drawing/2014/main" id="{14EBD37B-479C-8610-9921-3DD1D3B53203}"/>
                  </a:ext>
                </a:extLst>
              </p:cNvPr>
              <p:cNvSpPr/>
              <p:nvPr/>
            </p:nvSpPr>
            <p:spPr>
              <a:xfrm>
                <a:off x="1466850" y="875620"/>
                <a:ext cx="3542380" cy="350890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6" name="Rectangle 25">
                <a:extLst>
                  <a:ext uri="{FF2B5EF4-FFF2-40B4-BE49-F238E27FC236}">
                    <a16:creationId xmlns:a16="http://schemas.microsoft.com/office/drawing/2014/main" id="{EE9DA007-4D12-4E50-8A2A-BFEB557D2755}"/>
                  </a:ext>
                </a:extLst>
              </p:cNvPr>
              <p:cNvSpPr/>
              <p:nvPr/>
            </p:nvSpPr>
            <p:spPr>
              <a:xfrm>
                <a:off x="1466850" y="380320"/>
                <a:ext cx="354238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9" name="Group 8">
              <a:extLst>
                <a:ext uri="{FF2B5EF4-FFF2-40B4-BE49-F238E27FC236}">
                  <a16:creationId xmlns:a16="http://schemas.microsoft.com/office/drawing/2014/main" id="{43696F41-7A57-6A71-48E0-57DC0FD1F45D}"/>
                </a:ext>
              </a:extLst>
            </p:cNvPr>
            <p:cNvGrpSpPr/>
            <p:nvPr/>
          </p:nvGrpSpPr>
          <p:grpSpPr>
            <a:xfrm>
              <a:off x="1839686" y="815293"/>
              <a:ext cx="810985" cy="212272"/>
              <a:chOff x="1883229" y="800099"/>
              <a:chExt cx="810985" cy="212272"/>
            </a:xfrm>
          </p:grpSpPr>
          <p:sp>
            <p:nvSpPr>
              <p:cNvPr id="10" name="Oval 9">
                <a:extLst>
                  <a:ext uri="{FF2B5EF4-FFF2-40B4-BE49-F238E27FC236}">
                    <a16:creationId xmlns:a16="http://schemas.microsoft.com/office/drawing/2014/main" id="{29B518BB-BA01-734C-8F35-C569614E32EE}"/>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Oval 22">
                <a:extLst>
                  <a:ext uri="{FF2B5EF4-FFF2-40B4-BE49-F238E27FC236}">
                    <a16:creationId xmlns:a16="http://schemas.microsoft.com/office/drawing/2014/main" id="{20CA477C-B13C-EF0B-F67F-CF0F4D703D69}"/>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4" name="Oval 23">
                <a:extLst>
                  <a:ext uri="{FF2B5EF4-FFF2-40B4-BE49-F238E27FC236}">
                    <a16:creationId xmlns:a16="http://schemas.microsoft.com/office/drawing/2014/main" id="{5ADDCC6C-0428-0F66-95AF-F34D60323CEB}"/>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787900" y="1788340"/>
            <a:ext cx="2327401" cy="3092539"/>
          </a:xfrm>
        </p:spPr>
        <p:txBody>
          <a:bodyPr tIns="0" bIns="0" anchor="ctr"/>
          <a:lstStyle>
            <a:lvl1pPr marL="257175" indent="-257175">
              <a:lnSpc>
                <a:spcPct val="150000"/>
              </a:lnSpc>
              <a:buFont typeface="Arial" panose="020B0604020202020204" pitchFamily="34" charset="0"/>
              <a:buChar char="•"/>
              <a:defRPr sz="135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en-US"/>
              <a:t>Click to edit Master text styles</a:t>
            </a:r>
          </a:p>
        </p:txBody>
      </p:sp>
      <p:sp>
        <p:nvSpPr>
          <p:cNvPr id="4" name="Rectangle 3">
            <a:extLst>
              <a:ext uri="{FF2B5EF4-FFF2-40B4-BE49-F238E27FC236}">
                <a16:creationId xmlns:a16="http://schemas.microsoft.com/office/drawing/2014/main" id="{5B5DDDB5-9047-790A-C8B0-D67E44B72323}"/>
              </a:ext>
              <a:ext uri="{C183D7F6-B498-43B3-948B-1728B52AA6E4}">
                <adec:decorative xmlns:adec="http://schemas.microsoft.com/office/drawing/2017/decorative" val="1"/>
              </a:ext>
            </a:extLst>
          </p:cNvPr>
          <p:cNvSpPr/>
          <p:nvPr/>
        </p:nvSpPr>
        <p:spPr>
          <a:xfrm>
            <a:off x="0" y="6226630"/>
            <a:ext cx="9144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6" name="Straight Connector 5">
            <a:extLst>
              <a:ext uri="{FF2B5EF4-FFF2-40B4-BE49-F238E27FC236}">
                <a16:creationId xmlns:a16="http://schemas.microsoft.com/office/drawing/2014/main" id="{E29A5963-0FEC-D9BF-54CB-A3D6D118AF49}"/>
              </a:ext>
              <a:ext uri="{C183D7F6-B498-43B3-948B-1728B52AA6E4}">
                <adec:decorative xmlns:adec="http://schemas.microsoft.com/office/drawing/2017/decorative" val="1"/>
              </a:ext>
            </a:extLst>
          </p:cNvPr>
          <p:cNvCxnSpPr>
            <a:cxnSpLocks/>
          </p:cNvCxnSpPr>
          <p:nvPr/>
        </p:nvCxnSpPr>
        <p:spPr>
          <a:xfrm>
            <a:off x="0" y="6226629"/>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3">
            <a:extLst>
              <a:ext uri="{FF2B5EF4-FFF2-40B4-BE49-F238E27FC236}">
                <a16:creationId xmlns:a16="http://schemas.microsoft.com/office/drawing/2014/main" id="{427DBEC2-F0F7-1E8A-EDBA-2EB379509666}"/>
              </a:ext>
            </a:extLst>
          </p:cNvPr>
          <p:cNvSpPr>
            <a:spLocks noGrp="1"/>
          </p:cNvSpPr>
          <p:nvPr>
            <p:ph type="dt" sz="half" idx="2"/>
          </p:nvPr>
        </p:nvSpPr>
        <p:spPr>
          <a:xfrm>
            <a:off x="7508875" y="6226628"/>
            <a:ext cx="1170228" cy="631372"/>
          </a:xfrm>
          <a:prstGeom prst="rect">
            <a:avLst/>
          </a:prstGeom>
        </p:spPr>
        <p:txBody>
          <a:bodyPr vert="horz" lIns="91440" tIns="91440" rIns="91440" bIns="45720" rtlCol="0" anchor="ctr"/>
          <a:lstStyle>
            <a:lvl1pPr algn="ctr">
              <a:defRPr sz="1350">
                <a:solidFill>
                  <a:schemeClr val="tx1"/>
                </a:solidFill>
                <a:latin typeface="+mj-lt"/>
              </a:defRPr>
            </a:lvl1pPr>
          </a:lstStyle>
          <a:p>
            <a:fld id="{6610FD7F-1DC4-47AE-A8ED-D1A0469523A8}" type="datetime4">
              <a:rPr lang="en-US" smtClean="0"/>
              <a:t>January 15, 2026</a:t>
            </a:fld>
            <a:endParaRPr lang="en-US" dirty="0"/>
          </a:p>
        </p:txBody>
      </p:sp>
      <p:pic>
        <p:nvPicPr>
          <p:cNvPr id="11" name="Graphic 10">
            <a:extLst>
              <a:ext uri="{FF2B5EF4-FFF2-40B4-BE49-F238E27FC236}">
                <a16:creationId xmlns:a16="http://schemas.microsoft.com/office/drawing/2014/main" id="{3947C04A-7458-C36D-EE89-0C1F41AF32B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56508" y="6405154"/>
            <a:ext cx="205740" cy="274320"/>
          </a:xfrm>
          <a:prstGeom prst="rect">
            <a:avLst/>
          </a:prstGeom>
        </p:spPr>
      </p:pic>
      <p:pic>
        <p:nvPicPr>
          <p:cNvPr id="12" name="Graphic 11">
            <a:extLst>
              <a:ext uri="{FF2B5EF4-FFF2-40B4-BE49-F238E27FC236}">
                <a16:creationId xmlns:a16="http://schemas.microsoft.com/office/drawing/2014/main" id="{CC13B35D-F747-92EE-37C0-27E1CA8B587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6876711" y="6405154"/>
            <a:ext cx="205740" cy="274320"/>
          </a:xfrm>
          <a:prstGeom prst="rect">
            <a:avLst/>
          </a:prstGeom>
        </p:spPr>
      </p:pic>
      <p:pic>
        <p:nvPicPr>
          <p:cNvPr id="13" name="Graphic 12">
            <a:extLst>
              <a:ext uri="{FF2B5EF4-FFF2-40B4-BE49-F238E27FC236}">
                <a16:creationId xmlns:a16="http://schemas.microsoft.com/office/drawing/2014/main" id="{5DD40548-01E2-C4C3-74D5-E53F4A1C3942}"/>
              </a:ext>
              <a:ext uri="{C183D7F6-B498-43B3-948B-1728B52AA6E4}">
                <adec:decorative xmlns:adec="http://schemas.microsoft.com/office/drawing/2017/decorative" val="1"/>
              </a:ext>
            </a:extLst>
          </p:cNvPr>
          <p:cNvPicPr>
            <a:picLocks noChangeAspect="1"/>
          </p:cNvPicPr>
          <p:nvPr/>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6596913" y="6405154"/>
            <a:ext cx="205740" cy="274320"/>
          </a:xfrm>
          <a:prstGeom prst="rect">
            <a:avLst/>
          </a:prstGeom>
        </p:spPr>
      </p:pic>
      <p:sp>
        <p:nvSpPr>
          <p:cNvPr id="14" name="Slide Number Placeholder 5">
            <a:extLst>
              <a:ext uri="{FF2B5EF4-FFF2-40B4-BE49-F238E27FC236}">
                <a16:creationId xmlns:a16="http://schemas.microsoft.com/office/drawing/2014/main" id="{F021946D-D90D-3F7E-3E92-78C7E120AFF5}"/>
              </a:ext>
            </a:extLst>
          </p:cNvPr>
          <p:cNvSpPr>
            <a:spLocks noGrp="1"/>
          </p:cNvSpPr>
          <p:nvPr>
            <p:ph type="sldNum" sz="quarter" idx="4"/>
          </p:nvPr>
        </p:nvSpPr>
        <p:spPr>
          <a:xfrm>
            <a:off x="8679103" y="6226628"/>
            <a:ext cx="473061" cy="631372"/>
          </a:xfrm>
          <a:prstGeom prst="rect">
            <a:avLst/>
          </a:prstGeom>
        </p:spPr>
        <p:txBody>
          <a:bodyPr vert="horz" lIns="91440" tIns="91440" rIns="91440" bIns="45720" rtlCol="0" anchor="ctr"/>
          <a:lstStyle>
            <a:lvl1pPr algn="ctr">
              <a:defRPr lang="en-US" sz="1350" smtClean="0">
                <a:solidFill>
                  <a:schemeClr val="tx1"/>
                </a:solidFill>
                <a:latin typeface="+mj-lt"/>
              </a:defRPr>
            </a:lvl1pPr>
          </a:lstStyle>
          <a:p>
            <a:fld id="{F38DF745-7D3F-47F4-83A3-874385CFAA69}" type="slidenum">
              <a:rPr lang="en-US" smtClean="0"/>
              <a:pPr/>
              <a:t>‹#›</a:t>
            </a:fld>
            <a:endParaRPr lang="en-US" dirty="0"/>
          </a:p>
        </p:txBody>
      </p:sp>
      <p:sp>
        <p:nvSpPr>
          <p:cNvPr id="27" name="Rectangle 26">
            <a:extLst>
              <a:ext uri="{FF2B5EF4-FFF2-40B4-BE49-F238E27FC236}">
                <a16:creationId xmlns:a16="http://schemas.microsoft.com/office/drawing/2014/main" id="{3797D881-DBBF-010E-A63C-99B4B0D412AA}"/>
              </a:ext>
              <a:ext uri="{C183D7F6-B498-43B3-948B-1728B52AA6E4}">
                <adec:decorative xmlns:adec="http://schemas.microsoft.com/office/drawing/2017/decorative" val="1"/>
              </a:ext>
            </a:extLst>
          </p:cNvPr>
          <p:cNvSpPr/>
          <p:nvPr/>
        </p:nvSpPr>
        <p:spPr>
          <a:xfrm>
            <a:off x="285751" y="6352732"/>
            <a:ext cx="979715"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350" b="1" dirty="0">
                <a:solidFill>
                  <a:schemeClr val="tx1"/>
                </a:solidFill>
                <a:latin typeface="+mn-lt"/>
              </a:rPr>
              <a:t>START</a:t>
            </a:r>
          </a:p>
        </p:txBody>
      </p:sp>
    </p:spTree>
    <p:extLst>
      <p:ext uri="{BB962C8B-B14F-4D97-AF65-F5344CB8AC3E}">
        <p14:creationId xmlns:p14="http://schemas.microsoft.com/office/powerpoint/2010/main" val="1144440960"/>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pSp>
        <p:nvGrpSpPr>
          <p:cNvPr id="8" name="Graphic 4">
            <a:extLst>
              <a:ext uri="{FF2B5EF4-FFF2-40B4-BE49-F238E27FC236}">
                <a16:creationId xmlns:a16="http://schemas.microsoft.com/office/drawing/2014/main" id="{5C92998A-0580-8711-F2CD-BA025D3B492D}"/>
              </a:ext>
              <a:ext uri="{C183D7F6-B498-43B3-948B-1728B52AA6E4}">
                <adec:decorative xmlns:adec="http://schemas.microsoft.com/office/drawing/2017/decorative" val="1"/>
              </a:ext>
            </a:extLst>
          </p:cNvPr>
          <p:cNvGrpSpPr/>
          <p:nvPr/>
        </p:nvGrpSpPr>
        <p:grpSpPr>
          <a:xfrm>
            <a:off x="7180093" y="3490005"/>
            <a:ext cx="2070586" cy="2636487"/>
            <a:chOff x="9757762" y="3673334"/>
            <a:chExt cx="2760781" cy="2636487"/>
          </a:xfrm>
          <a:solidFill>
            <a:schemeClr val="bg1">
              <a:alpha val="50000"/>
            </a:schemeClr>
          </a:solidFill>
        </p:grpSpPr>
        <p:sp>
          <p:nvSpPr>
            <p:cNvPr id="9" name="Freeform: Shape 8">
              <a:extLst>
                <a:ext uri="{FF2B5EF4-FFF2-40B4-BE49-F238E27FC236}">
                  <a16:creationId xmlns:a16="http://schemas.microsoft.com/office/drawing/2014/main" id="{309E8E44-AD09-0DCB-79DA-F363143EB715}"/>
                </a:ext>
              </a:extLst>
            </p:cNvPr>
            <p:cNvSpPr/>
            <p:nvPr/>
          </p:nvSpPr>
          <p:spPr>
            <a:xfrm>
              <a:off x="9757762"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10" name="Freeform: Shape 9">
              <a:extLst>
                <a:ext uri="{FF2B5EF4-FFF2-40B4-BE49-F238E27FC236}">
                  <a16:creationId xmlns:a16="http://schemas.microsoft.com/office/drawing/2014/main" id="{F0C32798-3973-1B39-EA92-336F776B7AA7}"/>
                </a:ext>
              </a:extLst>
            </p:cNvPr>
            <p:cNvSpPr/>
            <p:nvPr/>
          </p:nvSpPr>
          <p:spPr>
            <a:xfrm>
              <a:off x="10777316"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11" name="Freeform: Shape 10">
              <a:extLst>
                <a:ext uri="{FF2B5EF4-FFF2-40B4-BE49-F238E27FC236}">
                  <a16:creationId xmlns:a16="http://schemas.microsoft.com/office/drawing/2014/main" id="{6F2D963B-D621-02DD-1619-684F4DC91490}"/>
                </a:ext>
              </a:extLst>
            </p:cNvPr>
            <p:cNvSpPr/>
            <p:nvPr/>
          </p:nvSpPr>
          <p:spPr>
            <a:xfrm>
              <a:off x="11796885"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12" name="Freeform: Shape 11">
              <a:extLst>
                <a:ext uri="{FF2B5EF4-FFF2-40B4-BE49-F238E27FC236}">
                  <a16:creationId xmlns:a16="http://schemas.microsoft.com/office/drawing/2014/main" id="{E491E75D-715D-B554-6983-B8D0F0FF7ECE}"/>
                </a:ext>
              </a:extLst>
            </p:cNvPr>
            <p:cNvSpPr/>
            <p:nvPr/>
          </p:nvSpPr>
          <p:spPr>
            <a:xfrm>
              <a:off x="9757762"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13" name="Freeform: Shape 12">
              <a:extLst>
                <a:ext uri="{FF2B5EF4-FFF2-40B4-BE49-F238E27FC236}">
                  <a16:creationId xmlns:a16="http://schemas.microsoft.com/office/drawing/2014/main" id="{80BE3828-09E2-3B37-DAF2-0F1EF6FBB447}"/>
                </a:ext>
              </a:extLst>
            </p:cNvPr>
            <p:cNvSpPr/>
            <p:nvPr/>
          </p:nvSpPr>
          <p:spPr>
            <a:xfrm>
              <a:off x="10777316"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14" name="Freeform: Shape 13">
              <a:extLst>
                <a:ext uri="{FF2B5EF4-FFF2-40B4-BE49-F238E27FC236}">
                  <a16:creationId xmlns:a16="http://schemas.microsoft.com/office/drawing/2014/main" id="{11BD5FBB-6BCD-9E17-CA4C-DA3621F258BF}"/>
                </a:ext>
              </a:extLst>
            </p:cNvPr>
            <p:cNvSpPr/>
            <p:nvPr/>
          </p:nvSpPr>
          <p:spPr>
            <a:xfrm>
              <a:off x="11796885"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20" name="Freeform: Shape 19">
              <a:extLst>
                <a:ext uri="{FF2B5EF4-FFF2-40B4-BE49-F238E27FC236}">
                  <a16:creationId xmlns:a16="http://schemas.microsoft.com/office/drawing/2014/main" id="{64AD5227-34EB-06BB-7D33-8014F2DE4711}"/>
                </a:ext>
              </a:extLst>
            </p:cNvPr>
            <p:cNvSpPr/>
            <p:nvPr/>
          </p:nvSpPr>
          <p:spPr>
            <a:xfrm>
              <a:off x="9757762" y="5788920"/>
              <a:ext cx="503603" cy="503606"/>
            </a:xfrm>
            <a:custGeom>
              <a:avLst/>
              <a:gdLst>
                <a:gd name="connsiteX0" fmla="*/ 0 w 503603"/>
                <a:gd name="connsiteY0" fmla="*/ 251798 h 503606"/>
                <a:gd name="connsiteX1" fmla="*/ 251802 w 503603"/>
                <a:gd name="connsiteY1" fmla="*/ 0 h 503606"/>
                <a:gd name="connsiteX2" fmla="*/ 503604 w 503603"/>
                <a:gd name="connsiteY2" fmla="*/ 251798 h 503606"/>
                <a:gd name="connsiteX3" fmla="*/ 251802 w 503603"/>
                <a:gd name="connsiteY3" fmla="*/ 503606 h 503606"/>
                <a:gd name="connsiteX4" fmla="*/ 0 w 503603"/>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6">
                  <a:moveTo>
                    <a:pt x="0" y="251798"/>
                  </a:moveTo>
                  <a:cubicBezTo>
                    <a:pt x="0" y="112736"/>
                    <a:pt x="112737" y="0"/>
                    <a:pt x="251802" y="0"/>
                  </a:cubicBezTo>
                  <a:cubicBezTo>
                    <a:pt x="390867" y="0"/>
                    <a:pt x="503604" y="112736"/>
                    <a:pt x="503604" y="251798"/>
                  </a:cubicBezTo>
                  <a:cubicBezTo>
                    <a:pt x="503604" y="390859"/>
                    <a:pt x="390869" y="503606"/>
                    <a:pt x="251802" y="503606"/>
                  </a:cubicBezTo>
                  <a:cubicBezTo>
                    <a:pt x="112734"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21" name="Freeform: Shape 20">
              <a:extLst>
                <a:ext uri="{FF2B5EF4-FFF2-40B4-BE49-F238E27FC236}">
                  <a16:creationId xmlns:a16="http://schemas.microsoft.com/office/drawing/2014/main" id="{8A22BFF6-8FC1-1C45-6065-DDBFC3366BC5}"/>
                </a:ext>
              </a:extLst>
            </p:cNvPr>
            <p:cNvSpPr/>
            <p:nvPr/>
          </p:nvSpPr>
          <p:spPr>
            <a:xfrm>
              <a:off x="10777320"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sz="1350" dirty="0"/>
            </a:p>
          </p:txBody>
        </p:sp>
        <p:sp>
          <p:nvSpPr>
            <p:cNvPr id="31" name="Freeform: Shape 30">
              <a:extLst>
                <a:ext uri="{FF2B5EF4-FFF2-40B4-BE49-F238E27FC236}">
                  <a16:creationId xmlns:a16="http://schemas.microsoft.com/office/drawing/2014/main" id="{A146F39A-3BE2-E627-E2A8-097C4BA7329F}"/>
                </a:ext>
              </a:extLst>
            </p:cNvPr>
            <p:cNvSpPr/>
            <p:nvPr/>
          </p:nvSpPr>
          <p:spPr>
            <a:xfrm>
              <a:off x="11796889"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sz="1350" dirty="0"/>
            </a:p>
          </p:txBody>
        </p:sp>
      </p:grpSp>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p:nvGrpSpPr>
        <p:grpSpPr>
          <a:xfrm>
            <a:off x="285750" y="2282879"/>
            <a:ext cx="3201764" cy="3187700"/>
            <a:chOff x="1698171" y="691024"/>
            <a:chExt cx="4269018" cy="3187700"/>
          </a:xfrm>
        </p:grpSpPr>
        <p:grpSp>
          <p:nvGrpSpPr>
            <p:cNvPr id="23" name="Group 22">
              <a:extLst>
                <a:ext uri="{FF2B5EF4-FFF2-40B4-BE49-F238E27FC236}">
                  <a16:creationId xmlns:a16="http://schemas.microsoft.com/office/drawing/2014/main" id="{B6302B80-DDF6-B2B7-6559-5B19EDC98763}"/>
                </a:ext>
              </a:extLst>
            </p:cNvPr>
            <p:cNvGrpSpPr/>
            <p:nvPr/>
          </p:nvGrpSpPr>
          <p:grpSpPr>
            <a:xfrm>
              <a:off x="1698171" y="691024"/>
              <a:ext cx="4269018" cy="3187700"/>
              <a:chOff x="1466850" y="380320"/>
              <a:chExt cx="4493564" cy="3355370"/>
            </a:xfrm>
          </p:grpSpPr>
          <p:sp>
            <p:nvSpPr>
              <p:cNvPr id="28" name="Rectangle 27">
                <a:extLst>
                  <a:ext uri="{FF2B5EF4-FFF2-40B4-BE49-F238E27FC236}">
                    <a16:creationId xmlns:a16="http://schemas.microsoft.com/office/drawing/2014/main" id="{81CCE774-3C05-A473-EC2B-CC0477DD95B7}"/>
                  </a:ext>
                </a:extLst>
              </p:cNvPr>
              <p:cNvSpPr/>
              <p:nvPr/>
            </p:nvSpPr>
            <p:spPr>
              <a:xfrm>
                <a:off x="1466850" y="875619"/>
                <a:ext cx="4493564" cy="286007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9" name="Rectangle 28">
                <a:extLst>
                  <a:ext uri="{FF2B5EF4-FFF2-40B4-BE49-F238E27FC236}">
                    <a16:creationId xmlns:a16="http://schemas.microsoft.com/office/drawing/2014/main" id="{F2119DFF-8596-5767-9E16-1F5D2A0890B0}"/>
                  </a:ext>
                </a:extLst>
              </p:cNvPr>
              <p:cNvSpPr/>
              <p:nvPr/>
            </p:nvSpPr>
            <p:spPr>
              <a:xfrm>
                <a:off x="1466850" y="380320"/>
                <a:ext cx="4493564" cy="49530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24" name="Group 23">
              <a:extLst>
                <a:ext uri="{FF2B5EF4-FFF2-40B4-BE49-F238E27FC236}">
                  <a16:creationId xmlns:a16="http://schemas.microsoft.com/office/drawing/2014/main" id="{66202FE4-E23F-5D9F-6685-2591771D5E07}"/>
                </a:ext>
              </a:extLst>
            </p:cNvPr>
            <p:cNvGrpSpPr/>
            <p:nvPr/>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6" name="Oval 25">
                <a:extLst>
                  <a:ext uri="{FF2B5EF4-FFF2-40B4-BE49-F238E27FC236}">
                    <a16:creationId xmlns:a16="http://schemas.microsoft.com/office/drawing/2014/main" id="{75490BAC-795F-B586-F7A7-4DFB64162F77}"/>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7" name="Oval 26">
                <a:extLst>
                  <a:ext uri="{FF2B5EF4-FFF2-40B4-BE49-F238E27FC236}">
                    <a16:creationId xmlns:a16="http://schemas.microsoft.com/office/drawing/2014/main" id="{F93C3DAB-2ED3-29C3-4C46-70C1FE5C77D0}"/>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sp>
        <p:nvSpPr>
          <p:cNvPr id="30" name="Title 1">
            <a:extLst>
              <a:ext uri="{FF2B5EF4-FFF2-40B4-BE49-F238E27FC236}">
                <a16:creationId xmlns:a16="http://schemas.microsoft.com/office/drawing/2014/main" id="{85C02728-7F58-1ED1-7B84-326CE837DE29}"/>
              </a:ext>
            </a:extLst>
          </p:cNvPr>
          <p:cNvSpPr>
            <a:spLocks noGrp="1"/>
          </p:cNvSpPr>
          <p:nvPr>
            <p:ph type="title" hasCustomPrompt="1"/>
          </p:nvPr>
        </p:nvSpPr>
        <p:spPr>
          <a:xfrm>
            <a:off x="285750" y="3077710"/>
            <a:ext cx="3201763" cy="2109186"/>
          </a:xfrm>
        </p:spPr>
        <p:txBody>
          <a:bodyPr/>
          <a:lstStyle>
            <a:lvl1pPr algn="ctr">
              <a:defRPr sz="2400"/>
            </a:lvl1pPr>
          </a:lstStyle>
          <a:p>
            <a:r>
              <a:rPr lang="en-US" dirty="0"/>
              <a:t>Click to add title</a:t>
            </a:r>
          </a:p>
        </p:txBody>
      </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p:nvGrpSpPr>
        <p:grpSpPr>
          <a:xfrm>
            <a:off x="3700873" y="731509"/>
            <a:ext cx="5157377" cy="4739070"/>
            <a:chOff x="1698171" y="691024"/>
            <a:chExt cx="6876503" cy="4739070"/>
          </a:xfrm>
        </p:grpSpPr>
        <p:grpSp>
          <p:nvGrpSpPr>
            <p:cNvPr id="33" name="Group 32">
              <a:extLst>
                <a:ext uri="{FF2B5EF4-FFF2-40B4-BE49-F238E27FC236}">
                  <a16:creationId xmlns:a16="http://schemas.microsoft.com/office/drawing/2014/main" id="{C0DAD512-E415-2CBA-7F91-C6B058A5ADBD}"/>
                </a:ext>
              </a:extLst>
            </p:cNvPr>
            <p:cNvGrpSpPr/>
            <p:nvPr/>
          </p:nvGrpSpPr>
          <p:grpSpPr>
            <a:xfrm>
              <a:off x="1698171" y="691024"/>
              <a:ext cx="6876503" cy="4739070"/>
              <a:chOff x="1466850" y="380320"/>
              <a:chExt cx="7238199" cy="4988342"/>
            </a:xfrm>
          </p:grpSpPr>
          <p:sp>
            <p:nvSpPr>
              <p:cNvPr id="38" name="Rectangle 37">
                <a:extLst>
                  <a:ext uri="{FF2B5EF4-FFF2-40B4-BE49-F238E27FC236}">
                    <a16:creationId xmlns:a16="http://schemas.microsoft.com/office/drawing/2014/main" id="{921D068B-EDAE-2B09-0C52-3807110CD594}"/>
                  </a:ext>
                </a:extLst>
              </p:cNvPr>
              <p:cNvSpPr/>
              <p:nvPr/>
            </p:nvSpPr>
            <p:spPr>
              <a:xfrm>
                <a:off x="1466850" y="875621"/>
                <a:ext cx="7238199" cy="449304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9" name="Rectangle 38">
                <a:extLst>
                  <a:ext uri="{FF2B5EF4-FFF2-40B4-BE49-F238E27FC236}">
                    <a16:creationId xmlns:a16="http://schemas.microsoft.com/office/drawing/2014/main" id="{6825F6B8-7F31-9F6F-6F40-4446D62B0C09}"/>
                  </a:ext>
                </a:extLst>
              </p:cNvPr>
              <p:cNvSpPr/>
              <p:nvPr/>
            </p:nvSpPr>
            <p:spPr>
              <a:xfrm>
                <a:off x="1466850" y="380320"/>
                <a:ext cx="7238199"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34" name="Group 33">
              <a:extLst>
                <a:ext uri="{FF2B5EF4-FFF2-40B4-BE49-F238E27FC236}">
                  <a16:creationId xmlns:a16="http://schemas.microsoft.com/office/drawing/2014/main" id="{7110B156-7097-18AF-109C-9129C1D27D5C}"/>
                </a:ext>
              </a:extLst>
            </p:cNvPr>
            <p:cNvGrpSpPr/>
            <p:nvPr/>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6" name="Oval 35">
                <a:extLst>
                  <a:ext uri="{FF2B5EF4-FFF2-40B4-BE49-F238E27FC236}">
                    <a16:creationId xmlns:a16="http://schemas.microsoft.com/office/drawing/2014/main" id="{BD13927A-0814-22EA-70B1-CD822828F18E}"/>
                  </a:ext>
                </a:extLst>
              </p:cNvPr>
              <p:cNvSpPr/>
              <p:nvPr/>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7" name="Oval 36">
                <a:extLst>
                  <a:ext uri="{FF2B5EF4-FFF2-40B4-BE49-F238E27FC236}">
                    <a16:creationId xmlns:a16="http://schemas.microsoft.com/office/drawing/2014/main" id="{7BEDD65C-96D1-E6E2-62CE-14973E1DB1B4}"/>
                  </a:ext>
                </a:extLst>
              </p:cNvPr>
              <p:cNvSpPr/>
              <p:nvPr/>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3700871" y="1202058"/>
            <a:ext cx="5157377" cy="426852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C6DD2ED3-A6F4-FD7E-59F8-1FAE8FBBAC17}"/>
              </a:ext>
              <a:ext uri="{C183D7F6-B498-43B3-948B-1728B52AA6E4}">
                <adec:decorative xmlns:adec="http://schemas.microsoft.com/office/drawing/2017/decorative" val="1"/>
              </a:ext>
            </a:extLst>
          </p:cNvPr>
          <p:cNvPicPr>
            <a:picLocks noChangeAspect="1"/>
          </p:cNvPicPr>
          <p:nvPr/>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r="15256"/>
          <a:stretch/>
        </p:blipFill>
        <p:spPr>
          <a:xfrm rot="16200000">
            <a:off x="868142" y="-517857"/>
            <a:ext cx="2029124" cy="3064833"/>
          </a:xfrm>
          <a:prstGeom prst="rect">
            <a:avLst/>
          </a:prstGeom>
        </p:spPr>
      </p:pic>
      <p:sp>
        <p:nvSpPr>
          <p:cNvPr id="40" name="Rectangle 39">
            <a:extLst>
              <a:ext uri="{FF2B5EF4-FFF2-40B4-BE49-F238E27FC236}">
                <a16:creationId xmlns:a16="http://schemas.microsoft.com/office/drawing/2014/main" id="{8D3D389B-1A71-78E3-E524-47DEFE36F4F5}"/>
              </a:ext>
              <a:ext uri="{C183D7F6-B498-43B3-948B-1728B52AA6E4}">
                <adec:decorative xmlns:adec="http://schemas.microsoft.com/office/drawing/2017/decorative" val="1"/>
              </a:ext>
            </a:extLst>
          </p:cNvPr>
          <p:cNvSpPr/>
          <p:nvPr/>
        </p:nvSpPr>
        <p:spPr>
          <a:xfrm>
            <a:off x="0" y="6226630"/>
            <a:ext cx="9144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41" name="Straight Connector 40">
            <a:extLst>
              <a:ext uri="{FF2B5EF4-FFF2-40B4-BE49-F238E27FC236}">
                <a16:creationId xmlns:a16="http://schemas.microsoft.com/office/drawing/2014/main" id="{63E7AF89-C0F4-4BB7-8B68-933CBF0B3839}"/>
              </a:ext>
              <a:ext uri="{C183D7F6-B498-43B3-948B-1728B52AA6E4}">
                <adec:decorative xmlns:adec="http://schemas.microsoft.com/office/drawing/2017/decorative" val="1"/>
              </a:ext>
            </a:extLst>
          </p:cNvPr>
          <p:cNvCxnSpPr>
            <a:cxnSpLocks/>
          </p:cNvCxnSpPr>
          <p:nvPr/>
        </p:nvCxnSpPr>
        <p:spPr>
          <a:xfrm>
            <a:off x="0" y="6226629"/>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Date Placeholder 3">
            <a:extLst>
              <a:ext uri="{FF2B5EF4-FFF2-40B4-BE49-F238E27FC236}">
                <a16:creationId xmlns:a16="http://schemas.microsoft.com/office/drawing/2014/main" id="{17933C8A-8E9F-F250-DAB7-5B1C82537C7F}"/>
              </a:ext>
            </a:extLst>
          </p:cNvPr>
          <p:cNvSpPr>
            <a:spLocks noGrp="1"/>
          </p:cNvSpPr>
          <p:nvPr>
            <p:ph type="dt" sz="half" idx="2"/>
          </p:nvPr>
        </p:nvSpPr>
        <p:spPr>
          <a:xfrm>
            <a:off x="7508875" y="6226628"/>
            <a:ext cx="1170228" cy="631372"/>
          </a:xfrm>
          <a:prstGeom prst="rect">
            <a:avLst/>
          </a:prstGeom>
        </p:spPr>
        <p:txBody>
          <a:bodyPr vert="horz" lIns="91440" tIns="91440" rIns="91440" bIns="45720" rtlCol="0" anchor="ctr"/>
          <a:lstStyle>
            <a:lvl1pPr algn="ctr">
              <a:defRPr sz="1350">
                <a:solidFill>
                  <a:schemeClr val="tx1"/>
                </a:solidFill>
                <a:latin typeface="+mj-lt"/>
              </a:defRPr>
            </a:lvl1pPr>
          </a:lstStyle>
          <a:p>
            <a:fld id="{6610FD7F-1DC4-47AE-A8ED-D1A0469523A8}" type="datetime4">
              <a:rPr lang="en-US" smtClean="0"/>
              <a:t>January 15, 2026</a:t>
            </a:fld>
            <a:endParaRPr lang="en-US" dirty="0"/>
          </a:p>
        </p:txBody>
      </p:sp>
      <p:pic>
        <p:nvPicPr>
          <p:cNvPr id="43" name="Graphic 42">
            <a:extLst>
              <a:ext uri="{FF2B5EF4-FFF2-40B4-BE49-F238E27FC236}">
                <a16:creationId xmlns:a16="http://schemas.microsoft.com/office/drawing/2014/main" id="{824FC607-995F-898A-B4E2-47161383123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156508" y="6405154"/>
            <a:ext cx="205740" cy="274320"/>
          </a:xfrm>
          <a:prstGeom prst="rect">
            <a:avLst/>
          </a:prstGeom>
        </p:spPr>
      </p:pic>
      <p:pic>
        <p:nvPicPr>
          <p:cNvPr id="44" name="Graphic 43">
            <a:extLst>
              <a:ext uri="{FF2B5EF4-FFF2-40B4-BE49-F238E27FC236}">
                <a16:creationId xmlns:a16="http://schemas.microsoft.com/office/drawing/2014/main" id="{2D6615CA-D60B-84EA-CBF6-70186E3CF67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6876711" y="6405154"/>
            <a:ext cx="205740" cy="274320"/>
          </a:xfrm>
          <a:prstGeom prst="rect">
            <a:avLst/>
          </a:prstGeom>
        </p:spPr>
      </p:pic>
      <p:pic>
        <p:nvPicPr>
          <p:cNvPr id="45" name="Graphic 44">
            <a:extLst>
              <a:ext uri="{FF2B5EF4-FFF2-40B4-BE49-F238E27FC236}">
                <a16:creationId xmlns:a16="http://schemas.microsoft.com/office/drawing/2014/main" id="{88C02DF0-EBE4-4C6F-CE9A-61B39F1F7A18}"/>
              </a:ext>
              <a:ext uri="{C183D7F6-B498-43B3-948B-1728B52AA6E4}">
                <adec:decorative xmlns:adec="http://schemas.microsoft.com/office/drawing/2017/decorative" val="1"/>
              </a:ext>
            </a:extLst>
          </p:cNvPr>
          <p:cNvPicPr>
            <a:picLocks noChangeAspect="1"/>
          </p:cNvPicPr>
          <p:nvPr/>
        </p:nvPicPr>
        <p:blipFill rotWithShape="1">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rcRect l="13558" t="13558" r="13558" b="13558"/>
          <a:stretch/>
        </p:blipFill>
        <p:spPr>
          <a:xfrm>
            <a:off x="6596913" y="6405154"/>
            <a:ext cx="205740" cy="274320"/>
          </a:xfrm>
          <a:prstGeom prst="rect">
            <a:avLst/>
          </a:prstGeom>
        </p:spPr>
      </p:pic>
      <p:sp>
        <p:nvSpPr>
          <p:cNvPr id="46" name="Slide Number Placeholder 5">
            <a:extLst>
              <a:ext uri="{FF2B5EF4-FFF2-40B4-BE49-F238E27FC236}">
                <a16:creationId xmlns:a16="http://schemas.microsoft.com/office/drawing/2014/main" id="{AFEE4071-4B5B-AFB4-B178-D09387257FA2}"/>
              </a:ext>
            </a:extLst>
          </p:cNvPr>
          <p:cNvSpPr>
            <a:spLocks noGrp="1"/>
          </p:cNvSpPr>
          <p:nvPr>
            <p:ph type="sldNum" sz="quarter" idx="4"/>
          </p:nvPr>
        </p:nvSpPr>
        <p:spPr>
          <a:xfrm>
            <a:off x="8679103" y="6226628"/>
            <a:ext cx="473061" cy="631372"/>
          </a:xfrm>
          <a:prstGeom prst="rect">
            <a:avLst/>
          </a:prstGeom>
        </p:spPr>
        <p:txBody>
          <a:bodyPr vert="horz" lIns="91440" tIns="91440" rIns="91440" bIns="45720" rtlCol="0" anchor="ctr"/>
          <a:lstStyle>
            <a:lvl1pPr algn="ctr">
              <a:defRPr lang="en-US" sz="1350" smtClean="0">
                <a:solidFill>
                  <a:schemeClr val="tx1"/>
                </a:solidFill>
                <a:latin typeface="+mj-lt"/>
              </a:defRPr>
            </a:lvl1pPr>
          </a:lstStyle>
          <a:p>
            <a:fld id="{F38DF745-7D3F-47F4-83A3-874385CFAA69}" type="slidenum">
              <a:rPr lang="en-US" smtClean="0"/>
              <a:pPr/>
              <a:t>‹#›</a:t>
            </a:fld>
            <a:endParaRPr lang="en-US" dirty="0"/>
          </a:p>
        </p:txBody>
      </p:sp>
      <p:sp>
        <p:nvSpPr>
          <p:cNvPr id="47" name="Rectangle 46">
            <a:extLst>
              <a:ext uri="{FF2B5EF4-FFF2-40B4-BE49-F238E27FC236}">
                <a16:creationId xmlns:a16="http://schemas.microsoft.com/office/drawing/2014/main" id="{F3023153-9A4E-D9D3-6DE0-2D3EA610BB11}"/>
              </a:ext>
              <a:ext uri="{C183D7F6-B498-43B3-948B-1728B52AA6E4}">
                <adec:decorative xmlns:adec="http://schemas.microsoft.com/office/drawing/2017/decorative" val="1"/>
              </a:ext>
            </a:extLst>
          </p:cNvPr>
          <p:cNvSpPr/>
          <p:nvPr/>
        </p:nvSpPr>
        <p:spPr>
          <a:xfrm>
            <a:off x="285751" y="6352732"/>
            <a:ext cx="979715"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350" b="1" dirty="0">
                <a:solidFill>
                  <a:schemeClr val="tx1"/>
                </a:solidFill>
                <a:latin typeface="+mn-lt"/>
              </a:rPr>
              <a:t>START</a:t>
            </a:r>
          </a:p>
        </p:txBody>
      </p:sp>
    </p:spTree>
    <p:extLst>
      <p:ext uri="{BB962C8B-B14F-4D97-AF65-F5344CB8AC3E}">
        <p14:creationId xmlns:p14="http://schemas.microsoft.com/office/powerpoint/2010/main" val="3520743703"/>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D1964D-F9CA-9278-BD33-03FD979E6627}"/>
              </a:ext>
              <a:ext uri="{C183D7F6-B498-43B3-948B-1728B52AA6E4}">
                <adec:decorative xmlns:adec="http://schemas.microsoft.com/office/drawing/2017/decorative" val="1"/>
              </a:ext>
            </a:extLst>
          </p:cNvPr>
          <p:cNvSpPr/>
          <p:nvPr/>
        </p:nvSpPr>
        <p:spPr>
          <a:xfrm>
            <a:off x="0" y="6226630"/>
            <a:ext cx="9144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6" name="Straight Connector 5">
            <a:extLst>
              <a:ext uri="{FF2B5EF4-FFF2-40B4-BE49-F238E27FC236}">
                <a16:creationId xmlns:a16="http://schemas.microsoft.com/office/drawing/2014/main" id="{AB9857CF-1C39-27BB-9B6B-6A0C1DD02B04}"/>
              </a:ext>
              <a:ext uri="{C183D7F6-B498-43B3-948B-1728B52AA6E4}">
                <adec:decorative xmlns:adec="http://schemas.microsoft.com/office/drawing/2017/decorative" val="1"/>
              </a:ext>
            </a:extLst>
          </p:cNvPr>
          <p:cNvCxnSpPr>
            <a:cxnSpLocks/>
          </p:cNvCxnSpPr>
          <p:nvPr/>
        </p:nvCxnSpPr>
        <p:spPr>
          <a:xfrm>
            <a:off x="0" y="6226629"/>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3">
            <a:extLst>
              <a:ext uri="{FF2B5EF4-FFF2-40B4-BE49-F238E27FC236}">
                <a16:creationId xmlns:a16="http://schemas.microsoft.com/office/drawing/2014/main" id="{F8B31A7E-FD72-B42E-26A8-319F776C10E0}"/>
              </a:ext>
            </a:extLst>
          </p:cNvPr>
          <p:cNvSpPr>
            <a:spLocks noGrp="1"/>
          </p:cNvSpPr>
          <p:nvPr>
            <p:ph type="dt" sz="half" idx="2"/>
          </p:nvPr>
        </p:nvSpPr>
        <p:spPr>
          <a:xfrm>
            <a:off x="7508875" y="6226628"/>
            <a:ext cx="1170228" cy="631372"/>
          </a:xfrm>
          <a:prstGeom prst="rect">
            <a:avLst/>
          </a:prstGeom>
        </p:spPr>
        <p:txBody>
          <a:bodyPr vert="horz" lIns="91440" tIns="91440" rIns="91440" bIns="45720" rtlCol="0" anchor="ctr"/>
          <a:lstStyle>
            <a:lvl1pPr algn="ctr">
              <a:defRPr sz="1350">
                <a:solidFill>
                  <a:schemeClr val="tx1"/>
                </a:solidFill>
                <a:latin typeface="+mj-lt"/>
              </a:defRPr>
            </a:lvl1pPr>
          </a:lstStyle>
          <a:p>
            <a:fld id="{6610FD7F-1DC4-47AE-A8ED-D1A0469523A8}" type="datetime4">
              <a:rPr lang="en-US" smtClean="0"/>
              <a:t>January 15, 2026</a:t>
            </a:fld>
            <a:endParaRPr lang="en-US" dirty="0"/>
          </a:p>
        </p:txBody>
      </p:sp>
      <p:pic>
        <p:nvPicPr>
          <p:cNvPr id="8" name="Graphic 7">
            <a:extLst>
              <a:ext uri="{FF2B5EF4-FFF2-40B4-BE49-F238E27FC236}">
                <a16:creationId xmlns:a16="http://schemas.microsoft.com/office/drawing/2014/main" id="{92487FC0-E254-7086-CC55-D7BFCEACEF0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56508" y="6405154"/>
            <a:ext cx="205740" cy="274320"/>
          </a:xfrm>
          <a:prstGeom prst="rect">
            <a:avLst/>
          </a:prstGeom>
        </p:spPr>
      </p:pic>
      <p:pic>
        <p:nvPicPr>
          <p:cNvPr id="9" name="Graphic 8">
            <a:extLst>
              <a:ext uri="{FF2B5EF4-FFF2-40B4-BE49-F238E27FC236}">
                <a16:creationId xmlns:a16="http://schemas.microsoft.com/office/drawing/2014/main" id="{2F41C3E4-FF61-A611-F912-98F344213661}"/>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6876711" y="6405154"/>
            <a:ext cx="205740" cy="274320"/>
          </a:xfrm>
          <a:prstGeom prst="rect">
            <a:avLst/>
          </a:prstGeom>
        </p:spPr>
      </p:pic>
      <p:pic>
        <p:nvPicPr>
          <p:cNvPr id="10" name="Graphic 9">
            <a:extLst>
              <a:ext uri="{FF2B5EF4-FFF2-40B4-BE49-F238E27FC236}">
                <a16:creationId xmlns:a16="http://schemas.microsoft.com/office/drawing/2014/main" id="{0B15F18C-70F5-E214-E8DA-4CFAE27FE301}"/>
              </a:ext>
              <a:ext uri="{C183D7F6-B498-43B3-948B-1728B52AA6E4}">
                <adec:decorative xmlns:adec="http://schemas.microsoft.com/office/drawing/2017/decorative" val="1"/>
              </a:ext>
            </a:extLst>
          </p:cNvPr>
          <p:cNvPicPr>
            <a:picLocks noChangeAspect="1"/>
          </p:cNvPicPr>
          <p:nvPr/>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6596913" y="6405154"/>
            <a:ext cx="205740" cy="274320"/>
          </a:xfrm>
          <a:prstGeom prst="rect">
            <a:avLst/>
          </a:prstGeom>
        </p:spPr>
      </p:pic>
      <p:sp>
        <p:nvSpPr>
          <p:cNvPr id="11" name="Slide Number Placeholder 5">
            <a:extLst>
              <a:ext uri="{FF2B5EF4-FFF2-40B4-BE49-F238E27FC236}">
                <a16:creationId xmlns:a16="http://schemas.microsoft.com/office/drawing/2014/main" id="{7A727095-DB42-91AA-4BB8-1CE63D89BCA2}"/>
              </a:ext>
            </a:extLst>
          </p:cNvPr>
          <p:cNvSpPr>
            <a:spLocks noGrp="1"/>
          </p:cNvSpPr>
          <p:nvPr>
            <p:ph type="sldNum" sz="quarter" idx="4"/>
          </p:nvPr>
        </p:nvSpPr>
        <p:spPr>
          <a:xfrm>
            <a:off x="8679103" y="6226628"/>
            <a:ext cx="473061" cy="631372"/>
          </a:xfrm>
          <a:prstGeom prst="rect">
            <a:avLst/>
          </a:prstGeom>
        </p:spPr>
        <p:txBody>
          <a:bodyPr vert="horz" lIns="91440" tIns="91440" rIns="91440" bIns="45720" rtlCol="0" anchor="ctr"/>
          <a:lstStyle>
            <a:lvl1pPr algn="ctr">
              <a:defRPr lang="en-US" sz="1350" smtClean="0">
                <a:solidFill>
                  <a:schemeClr val="tx1"/>
                </a:solidFill>
                <a:latin typeface="+mj-lt"/>
              </a:defRPr>
            </a:lvl1pPr>
          </a:lstStyle>
          <a:p>
            <a:fld id="{F38DF745-7D3F-47F4-83A3-874385CFAA69}" type="slidenum">
              <a:rPr lang="en-US" smtClean="0"/>
              <a:pPr/>
              <a:t>‹#›</a:t>
            </a:fld>
            <a:endParaRPr lang="en-US" dirty="0"/>
          </a:p>
        </p:txBody>
      </p:sp>
      <p:sp>
        <p:nvSpPr>
          <p:cNvPr id="17" name="Rectangle 16">
            <a:extLst>
              <a:ext uri="{FF2B5EF4-FFF2-40B4-BE49-F238E27FC236}">
                <a16:creationId xmlns:a16="http://schemas.microsoft.com/office/drawing/2014/main" id="{6E89DC3C-8238-2625-2CBD-974CA4F819FE}"/>
              </a:ext>
              <a:ext uri="{C183D7F6-B498-43B3-948B-1728B52AA6E4}">
                <adec:decorative xmlns:adec="http://schemas.microsoft.com/office/drawing/2017/decorative" val="1"/>
              </a:ext>
            </a:extLst>
          </p:cNvPr>
          <p:cNvSpPr/>
          <p:nvPr/>
        </p:nvSpPr>
        <p:spPr>
          <a:xfrm>
            <a:off x="285751" y="6352732"/>
            <a:ext cx="979715"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350" b="1" dirty="0">
                <a:solidFill>
                  <a:schemeClr val="tx1"/>
                </a:solidFill>
                <a:latin typeface="+mn-lt"/>
              </a:rPr>
              <a:t>START</a:t>
            </a:r>
          </a:p>
        </p:txBody>
      </p:sp>
    </p:spTree>
    <p:extLst>
      <p:ext uri="{BB962C8B-B14F-4D97-AF65-F5344CB8AC3E}">
        <p14:creationId xmlns:p14="http://schemas.microsoft.com/office/powerpoint/2010/main" val="1632040429"/>
      </p:ext>
    </p:extLst>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1612763-21FA-4466-B8AC-ADBF3E4BD2CD}" type="datetime4">
              <a:rPr lang="en-US" smtClean="0"/>
              <a:t>January 15, 2026</a:t>
            </a:fld>
            <a:endParaRPr lang="en-US"/>
          </a:p>
        </p:txBody>
      </p:sp>
      <p:sp>
        <p:nvSpPr>
          <p:cNvPr id="5" name="Footer Placeholder 4"/>
          <p:cNvSpPr>
            <a:spLocks noGrp="1"/>
          </p:cNvSpPr>
          <p:nvPr>
            <p:ph type="ftr" sz="quarter" idx="11"/>
          </p:nvPr>
        </p:nvSpPr>
        <p:spPr>
          <a:xfrm>
            <a:off x="457199" y="6492875"/>
            <a:ext cx="8062913" cy="283845"/>
          </a:xfrm>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a:lstStyle/>
          <a:p>
            <a:endParaRPr lang="en-US"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359712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p>
            <a:fld id="{3CCC5B19-ABA8-47D0-9251-2C26FEF80D9F}" type="datetime4">
              <a:rPr lang="en-US" smtClean="0"/>
              <a:t>January 15, 2026</a:t>
            </a:fld>
            <a:endParaRPr lang="en-US"/>
          </a:p>
        </p:txBody>
      </p:sp>
      <p:sp>
        <p:nvSpPr>
          <p:cNvPr id="6" name="Footer Placeholder 5"/>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Picture Placeholder 8"/>
          <p:cNvSpPr>
            <a:spLocks noGrp="1"/>
          </p:cNvSpPr>
          <p:nvPr>
            <p:ph type="pic" sz="quarter" idx="13"/>
          </p:nvPr>
        </p:nvSpPr>
        <p:spPr>
          <a:xfrm>
            <a:off x="457199" y="1107618"/>
            <a:ext cx="4031619" cy="4607689"/>
          </a:xfrm>
        </p:spPr>
        <p:txBody>
          <a:bodyPr/>
          <a:lstStyle/>
          <a:p>
            <a:endParaRPr lang="en-US"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281430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EE37DF2-F28B-4484-9EE6-874292B2E7C8}" type="datetime4">
              <a:rPr lang="en-US" smtClean="0"/>
              <a:t>January 15, 2026</a:t>
            </a:fld>
            <a:endParaRPr lang="en-US"/>
          </a:p>
        </p:txBody>
      </p:sp>
      <p:sp>
        <p:nvSpPr>
          <p:cNvPr id="6" name="Footer Placeholder 5"/>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AC2B87F-B20F-4721-AA25-01335F966419}" type="datetime4">
              <a:rPr lang="en-US" smtClean="0"/>
              <a:t>January 15, 2026</a:t>
            </a:fld>
            <a:endParaRPr lang="en-US" dirty="0"/>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8" name="Title 1"/>
          <p:cNvSpPr txBox="1">
            <a:spLocks/>
          </p:cNvSpPr>
          <p:nvPr userDrawn="1"/>
        </p:nvSpPr>
        <p:spPr>
          <a:xfrm>
            <a:off x="0" y="789677"/>
            <a:ext cx="9144000" cy="709154"/>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r>
              <a:rPr lang="en-US" sz="3500" dirty="0"/>
              <a:t>College Physics</a:t>
            </a:r>
          </a:p>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 Chapter Title</a:t>
            </a:r>
          </a:p>
          <a:p>
            <a:pPr algn="ctr"/>
            <a:r>
              <a:rPr lang="en-US" sz="1600" cap="none" dirty="0">
                <a:solidFill>
                  <a:schemeClr val="tx1"/>
                </a:solidFill>
                <a:latin typeface="+mn-lt"/>
              </a:rPr>
              <a:t>PowerPoint Image Slideshow</a:t>
            </a:r>
          </a:p>
        </p:txBody>
      </p:sp>
      <p:pic>
        <p:nvPicPr>
          <p:cNvPr id="9" name="Picture 8" descr="medium_covers_Page_2.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1"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285750" y="381000"/>
            <a:ext cx="85725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285750" y="1825625"/>
            <a:ext cx="85725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610FD7F-1DC4-47AE-A8ED-D1A0469523A8}" type="datetime4">
              <a:rPr lang="en-US" smtClean="0"/>
              <a:t>January 15, 2026</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This OpenStax ancillary resource is © Rice University under a CC-BY 4.0 International license; it may be reproduced or modified but must be attributed to OpenStax, Rice University and any changes must be noted. Any images credited to other sources are similarly available for reproduction, but must be attributed to their sources.</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38DF745-7D3F-47F4-83A3-874385CFAA69}" type="slidenum">
              <a:rPr lang="en-US" smtClean="0"/>
              <a:pPr/>
              <a:t>‹#›</a:t>
            </a:fld>
            <a:endParaRPr lang="en-US" dirty="0"/>
          </a:p>
        </p:txBody>
      </p:sp>
    </p:spTree>
    <p:extLst>
      <p:ext uri="{BB962C8B-B14F-4D97-AF65-F5344CB8AC3E}">
        <p14:creationId xmlns:p14="http://schemas.microsoft.com/office/powerpoint/2010/main" val="1883785192"/>
      </p:ext>
    </p:extLst>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 id="2147483934" r:id="rId13"/>
    <p:sldLayoutId id="2147483935" r:id="rId14"/>
    <p:sldLayoutId id="2147483936" r:id="rId15"/>
    <p:sldLayoutId id="2147483937" r:id="rId16"/>
    <p:sldLayoutId id="2147483938" r:id="rId17"/>
    <p:sldLayoutId id="2147483920" r:id="rId18"/>
    <p:sldLayoutId id="2147483913" r:id="rId19"/>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hyperlink" Target="mailto:scheulerb2@unk.edu"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7.tiff"/><Relationship Id="rId7" Type="http://schemas.openxmlformats.org/officeDocument/2006/relationships/hyperlink" Target="https://www.percepcioneseconomicas.cl/behavioral-economics/la-psicologia-de-la-forma-y-la-configuracion-la-gestalt/" TargetMode="External"/><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image" Target="../media/image19.png"/><Relationship Id="rId5" Type="http://schemas.openxmlformats.org/officeDocument/2006/relationships/hyperlink" Target="https://psycho8erapia.blogspot.com/2014/10/gestalt.html" TargetMode="Externa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23.jpeg"/></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hyperlink" Target="https://botpenguin.com/glossary/cognitive-ability"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hyperlink" Target="http://sitn.hms.harvard.edu/seminars/2013/talking-back-to-the-brain-using-light-to-uncover-the-language-of-neurons/"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hyperlink" Target="https://creativecommons.org/licenses/by-nc-sa/3.0/" TargetMode="External"/><Relationship Id="rId4" Type="http://schemas.openxmlformats.org/officeDocument/2006/relationships/hyperlink" Target="https://orthopamelogue-inclusion.blogspot.com/2020/12/introduction.html"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2.xml"/><Relationship Id="rId1" Type="http://schemas.openxmlformats.org/officeDocument/2006/relationships/slideLayout" Target="../slideLayouts/slideLayout17.xml"/><Relationship Id="rId4" Type="http://schemas.openxmlformats.org/officeDocument/2006/relationships/image" Target="../media/image31.jpeg"/></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hyperlink" Target="https://courses.lumenlearning.com/suny-herkimer-introtopsych-2/chapter/contemporary-psychology/"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5DBC97D-1C8D-4323-8850-BAFB40741DA2}"/>
              </a:ext>
              <a:ext uri="{C183D7F6-B498-43B3-948B-1728B52AA6E4}">
                <adec:decorative xmlns:adec="http://schemas.microsoft.com/office/drawing/2017/decorative" val="0"/>
              </a:ext>
            </a:extLst>
          </p:cNvPr>
          <p:cNvSpPr>
            <a:spLocks noGrp="1"/>
          </p:cNvSpPr>
          <p:nvPr>
            <p:ph type="title"/>
          </p:nvPr>
        </p:nvSpPr>
        <p:spPr>
          <a:xfrm>
            <a:off x="6038" y="1298417"/>
            <a:ext cx="9144000" cy="2604409"/>
          </a:xfrm>
        </p:spPr>
        <p:txBody>
          <a:bodyPr>
            <a:noAutofit/>
          </a:bodyPr>
          <a:lstStyle/>
          <a:p>
            <a:pPr algn="ctr"/>
            <a:r>
              <a:rPr lang="en-US" sz="11500" dirty="0">
                <a:solidFill>
                  <a:srgbClr val="002060"/>
                </a:solidFill>
              </a:rPr>
              <a:t>Chapter 1</a:t>
            </a:r>
          </a:p>
        </p:txBody>
      </p:sp>
      <p:sp>
        <p:nvSpPr>
          <p:cNvPr id="8" name="Chapter Title">
            <a:extLst>
              <a:ext uri="{C183D7F6-B498-43B3-948B-1728B52AA6E4}">
                <adec:decorative xmlns:adec="http://schemas.microsoft.com/office/drawing/2017/decorative" val="0"/>
              </a:ext>
            </a:extLst>
          </p:cNvPr>
          <p:cNvSpPr txBox="1">
            <a:spLocks/>
          </p:cNvSpPr>
          <p:nvPr/>
        </p:nvSpPr>
        <p:spPr>
          <a:xfrm>
            <a:off x="2069868" y="4425186"/>
            <a:ext cx="4312781" cy="986215"/>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INTRODUCTION TO PSYCHOLOGY</a:t>
            </a:r>
          </a:p>
        </p:txBody>
      </p:sp>
    </p:spTree>
    <p:extLst>
      <p:ext uri="{BB962C8B-B14F-4D97-AF65-F5344CB8AC3E}">
        <p14:creationId xmlns:p14="http://schemas.microsoft.com/office/powerpoint/2010/main" val="712832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60FFA52-1B54-B49A-D6B0-4442014CE80C}"/>
              </a:ext>
            </a:extLst>
          </p:cNvPr>
          <p:cNvSpPr>
            <a:spLocks noGrp="1"/>
          </p:cNvSpPr>
          <p:nvPr>
            <p:ph type="title"/>
          </p:nvPr>
        </p:nvSpPr>
        <p:spPr/>
        <p:txBody>
          <a:bodyPr/>
          <a:lstStyle/>
          <a:p>
            <a:r>
              <a:rPr lang="en-US" sz="3200" dirty="0"/>
              <a:t>Announcement!</a:t>
            </a:r>
          </a:p>
        </p:txBody>
      </p:sp>
      <p:sp>
        <p:nvSpPr>
          <p:cNvPr id="7" name="Text Placeholder 6">
            <a:extLst>
              <a:ext uri="{FF2B5EF4-FFF2-40B4-BE49-F238E27FC236}">
                <a16:creationId xmlns:a16="http://schemas.microsoft.com/office/drawing/2014/main" id="{824224AD-C2BE-2A1C-8F4E-05E3A5FAF85E}"/>
              </a:ext>
            </a:extLst>
          </p:cNvPr>
          <p:cNvSpPr>
            <a:spLocks noGrp="1"/>
          </p:cNvSpPr>
          <p:nvPr>
            <p:ph type="body" sz="quarter" idx="10"/>
          </p:nvPr>
        </p:nvSpPr>
        <p:spPr/>
        <p:txBody>
          <a:bodyPr/>
          <a:lstStyle/>
          <a:p>
            <a:r>
              <a:rPr lang="en-US" dirty="0"/>
              <a:t>First Research Event of the semester!</a:t>
            </a:r>
          </a:p>
          <a:p>
            <a:r>
              <a:rPr lang="en-US" dirty="0"/>
              <a:t>It will be a talk about anxiety and coping</a:t>
            </a:r>
          </a:p>
          <a:p>
            <a:r>
              <a:rPr lang="en-US" b="1" dirty="0"/>
              <a:t>Event: Brittany Richmond, Guest Speaker from Rae of Hope Foundation</a:t>
            </a:r>
          </a:p>
          <a:p>
            <a:r>
              <a:rPr lang="en-US" b="1" dirty="0"/>
              <a:t>Date</a:t>
            </a:r>
            <a:r>
              <a:rPr lang="en-US" dirty="0"/>
              <a:t>: Tuesday, Jan 20th </a:t>
            </a:r>
          </a:p>
          <a:p>
            <a:r>
              <a:rPr lang="en-US" b="1" dirty="0"/>
              <a:t>Time</a:t>
            </a:r>
            <a:r>
              <a:rPr lang="en-US" dirty="0"/>
              <a:t>: 5:30 - 6:30 pm</a:t>
            </a:r>
          </a:p>
          <a:p>
            <a:r>
              <a:rPr lang="en-US" b="1" dirty="0"/>
              <a:t>Location:</a:t>
            </a:r>
            <a:r>
              <a:rPr lang="en-US" dirty="0"/>
              <a:t> COPH 130</a:t>
            </a:r>
          </a:p>
          <a:p>
            <a:r>
              <a:rPr lang="en-US" b="1" dirty="0"/>
              <a:t>Registration</a:t>
            </a:r>
            <a:r>
              <a:rPr lang="en-US" dirty="0"/>
              <a:t>: Not required</a:t>
            </a:r>
          </a:p>
          <a:p>
            <a:r>
              <a:rPr lang="en-US" b="1" dirty="0"/>
              <a:t>Research Points</a:t>
            </a:r>
            <a:r>
              <a:rPr lang="en-US" dirty="0"/>
              <a:t>: 1 </a:t>
            </a:r>
            <a:r>
              <a:rPr lang="en-US" dirty="0" err="1"/>
              <a:t>hr</a:t>
            </a:r>
            <a:r>
              <a:rPr lang="en-US" dirty="0"/>
              <a:t> = 30 points available</a:t>
            </a:r>
          </a:p>
          <a:p>
            <a:r>
              <a:rPr lang="en-US" b="1" dirty="0"/>
              <a:t>How to Earn Points:</a:t>
            </a:r>
            <a:r>
              <a:rPr lang="en-US" dirty="0"/>
              <a:t> Step 1. Go to the event, and take a picture/ selfie of yourself at the event (it should be clear from the picture that you are at the event). Step 2: Email Dr. S (</a:t>
            </a:r>
            <a:r>
              <a:rPr lang="en-US" dirty="0">
                <a:hlinkClick r:id="rId3"/>
              </a:rPr>
              <a:t>scheulerb2@unk.edu</a:t>
            </a:r>
            <a:r>
              <a:rPr lang="en-US" dirty="0"/>
              <a:t>) the picture of yourself at the event, and 1 paragraph describing the event and what you learned.</a:t>
            </a:r>
          </a:p>
          <a:p>
            <a:endParaRPr lang="en-US" dirty="0"/>
          </a:p>
        </p:txBody>
      </p:sp>
    </p:spTree>
    <p:extLst>
      <p:ext uri="{BB962C8B-B14F-4D97-AF65-F5344CB8AC3E}">
        <p14:creationId xmlns:p14="http://schemas.microsoft.com/office/powerpoint/2010/main" val="1577493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D247FE1-D44D-5F1F-34EE-42415EFA0A71}"/>
              </a:ext>
            </a:extLst>
          </p:cNvPr>
          <p:cNvSpPr>
            <a:spLocks noGrp="1"/>
          </p:cNvSpPr>
          <p:nvPr>
            <p:ph type="title"/>
          </p:nvPr>
        </p:nvSpPr>
        <p:spPr>
          <a:xfrm>
            <a:off x="285750" y="3077710"/>
            <a:ext cx="3201763" cy="2109186"/>
          </a:xfrm>
        </p:spPr>
        <p:txBody>
          <a:bodyPr anchor="ctr">
            <a:normAutofit/>
          </a:bodyPr>
          <a:lstStyle/>
          <a:p>
            <a:r>
              <a:rPr lang="en-US" dirty="0"/>
              <a:t>Agenda</a:t>
            </a:r>
          </a:p>
        </p:txBody>
      </p:sp>
      <p:graphicFrame>
        <p:nvGraphicFramePr>
          <p:cNvPr id="9" name="Content Placeholder 6">
            <a:extLst>
              <a:ext uri="{FF2B5EF4-FFF2-40B4-BE49-F238E27FC236}">
                <a16:creationId xmlns:a16="http://schemas.microsoft.com/office/drawing/2014/main" id="{3C00A5B1-06F9-CF03-0ED6-81B2B57E9657}"/>
              </a:ext>
              <a:ext uri="{C183D7F6-B498-43B3-948B-1728B52AA6E4}">
                <adec:decorative xmlns:adec="http://schemas.microsoft.com/office/drawing/2017/decorative" val="0"/>
              </a:ext>
            </a:extLst>
          </p:cNvPr>
          <p:cNvGraphicFramePr>
            <a:graphicFrameLocks noGrp="1"/>
          </p:cNvGraphicFramePr>
          <p:nvPr>
            <p:ph type="tbl" sz="quarter" idx="10"/>
            <p:extLst>
              <p:ext uri="{D42A27DB-BD31-4B8C-83A1-F6EECF244321}">
                <p14:modId xmlns:p14="http://schemas.microsoft.com/office/powerpoint/2010/main" val="4006782242"/>
              </p:ext>
            </p:extLst>
          </p:nvPr>
        </p:nvGraphicFramePr>
        <p:xfrm>
          <a:off x="3700870" y="1202058"/>
          <a:ext cx="5157378" cy="42702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1792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81013" y="530572"/>
            <a:ext cx="8180262" cy="1162882"/>
          </a:xfrm>
        </p:spPr>
        <p:txBody>
          <a:bodyPr vert="horz" lIns="91440" tIns="182880" rIns="91440" bIns="45720" rtlCol="0" anchor="ctr">
            <a:normAutofit/>
          </a:bodyPr>
          <a:lstStyle/>
          <a:p>
            <a:r>
              <a:rPr lang="en-US" kern="1200">
                <a:latin typeface="+mj-lt"/>
                <a:ea typeface="+mj-ea"/>
                <a:cs typeface="+mj-cs"/>
              </a:rPr>
              <a:t>What is Psychology?</a:t>
            </a:r>
          </a:p>
        </p:txBody>
      </p:sp>
      <p:sp>
        <p:nvSpPr>
          <p:cNvPr id="3" name="TextBox 2"/>
          <p:cNvSpPr txBox="1"/>
          <p:nvPr/>
        </p:nvSpPr>
        <p:spPr>
          <a:xfrm>
            <a:off x="481013" y="1917701"/>
            <a:ext cx="8180262" cy="3340099"/>
          </a:xfrm>
          <a:prstGeom prst="rect">
            <a:avLst/>
          </a:prstGeom>
        </p:spPr>
        <p:txBody>
          <a:bodyPr vert="horz" lIns="91440" tIns="45720" rIns="91440" bIns="45720" rtlCol="0">
            <a:normAutofit/>
          </a:bodyPr>
          <a:lstStyle/>
          <a:p>
            <a:pPr marL="214313" indent="-214313" defTabSz="685800">
              <a:lnSpc>
                <a:spcPts val="1425"/>
              </a:lnSpc>
              <a:spcBef>
                <a:spcPts val="750"/>
              </a:spcBef>
              <a:buFont typeface="Arial" panose="020B0604020202020204" pitchFamily="34" charset="0"/>
              <a:buChar char="•"/>
            </a:pPr>
            <a:r>
              <a:rPr lang="en-US" sz="1600" dirty="0"/>
              <a:t>Psych – Soul</a:t>
            </a:r>
          </a:p>
          <a:p>
            <a:pPr marL="214313" indent="-214313" defTabSz="685800">
              <a:lnSpc>
                <a:spcPts val="1425"/>
              </a:lnSpc>
              <a:spcBef>
                <a:spcPts val="750"/>
              </a:spcBef>
              <a:buFont typeface="Arial" panose="020B0604020202020204" pitchFamily="34" charset="0"/>
              <a:buChar char="•"/>
            </a:pPr>
            <a:endParaRPr lang="en-US" sz="1600" dirty="0"/>
          </a:p>
          <a:p>
            <a:pPr marL="214313" indent="-214313" defTabSz="685800">
              <a:lnSpc>
                <a:spcPts val="1425"/>
              </a:lnSpc>
              <a:spcBef>
                <a:spcPts val="750"/>
              </a:spcBef>
              <a:buFont typeface="Arial" panose="020B0604020202020204" pitchFamily="34" charset="0"/>
              <a:buChar char="•"/>
            </a:pPr>
            <a:r>
              <a:rPr lang="en-US" sz="1600" dirty="0"/>
              <a:t>Ology – Scientific study of</a:t>
            </a:r>
          </a:p>
          <a:p>
            <a:pPr marL="214313" indent="-214313" defTabSz="685800">
              <a:lnSpc>
                <a:spcPts val="1425"/>
              </a:lnSpc>
              <a:spcBef>
                <a:spcPts val="750"/>
              </a:spcBef>
              <a:buFont typeface="Arial" panose="020B0604020202020204" pitchFamily="34" charset="0"/>
              <a:buChar char="•"/>
            </a:pPr>
            <a:endParaRPr lang="en-US" sz="1600" dirty="0"/>
          </a:p>
          <a:p>
            <a:pPr marL="214313" indent="-214313" defTabSz="685800">
              <a:lnSpc>
                <a:spcPts val="1425"/>
              </a:lnSpc>
              <a:spcBef>
                <a:spcPts val="750"/>
              </a:spcBef>
              <a:buFont typeface="Arial" panose="020B0604020202020204" pitchFamily="34" charset="0"/>
              <a:buChar char="•"/>
            </a:pPr>
            <a:r>
              <a:rPr lang="en-US" sz="1600" dirty="0"/>
              <a:t>Psychology – Scientific study of the mind and behavior.</a:t>
            </a:r>
          </a:p>
          <a:p>
            <a:pPr marL="214313" indent="-214313" defTabSz="685800">
              <a:lnSpc>
                <a:spcPts val="1425"/>
              </a:lnSpc>
              <a:spcBef>
                <a:spcPts val="750"/>
              </a:spcBef>
              <a:buFont typeface="Arial" panose="020B0604020202020204" pitchFamily="34" charset="0"/>
              <a:buChar char="•"/>
            </a:pPr>
            <a:endParaRPr lang="en-US" sz="1600" dirty="0"/>
          </a:p>
          <a:p>
            <a:pPr marL="214313" indent="-214313" defTabSz="685800">
              <a:lnSpc>
                <a:spcPts val="1425"/>
              </a:lnSpc>
              <a:spcBef>
                <a:spcPts val="750"/>
              </a:spcBef>
              <a:buFont typeface="Arial" panose="020B0604020202020204" pitchFamily="34" charset="0"/>
              <a:buChar char="•"/>
            </a:pPr>
            <a:r>
              <a:rPr lang="en-US" sz="1600" dirty="0"/>
              <a:t>Psychologists study everything about the human experience from the basic workings of the human brain to consciousness, memory, language, reasoning, personality and mental health. </a:t>
            </a:r>
          </a:p>
          <a:p>
            <a:pPr marL="214313" indent="-214313" defTabSz="685800">
              <a:lnSpc>
                <a:spcPts val="1425"/>
              </a:lnSpc>
              <a:spcBef>
                <a:spcPts val="750"/>
              </a:spcBef>
              <a:buFont typeface="Arial" panose="020B0604020202020204" pitchFamily="34" charset="0"/>
              <a:buChar char="•"/>
            </a:pPr>
            <a:endParaRPr lang="en-US" sz="1600" dirty="0"/>
          </a:p>
          <a:p>
            <a:pPr marL="214313" indent="-214313" defTabSz="685800">
              <a:lnSpc>
                <a:spcPts val="1425"/>
              </a:lnSpc>
              <a:spcBef>
                <a:spcPts val="750"/>
              </a:spcBef>
              <a:buFont typeface="Arial" panose="020B0604020202020204" pitchFamily="34" charset="0"/>
              <a:buChar char="•"/>
            </a:pPr>
            <a:endParaRPr lang="en-US" sz="1600" dirty="0"/>
          </a:p>
        </p:txBody>
      </p:sp>
    </p:spTree>
    <p:extLst>
      <p:ext uri="{BB962C8B-B14F-4D97-AF65-F5344CB8AC3E}">
        <p14:creationId xmlns:p14="http://schemas.microsoft.com/office/powerpoint/2010/main" val="1514890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96835A-598C-86B2-07EE-E59B99EDBFA9}"/>
              </a:ext>
            </a:extLst>
          </p:cNvPr>
          <p:cNvSpPr>
            <a:spLocks noGrp="1"/>
          </p:cNvSpPr>
          <p:nvPr>
            <p:ph type="title"/>
          </p:nvPr>
        </p:nvSpPr>
        <p:spPr>
          <a:xfrm>
            <a:off x="200642" y="2782240"/>
            <a:ext cx="8062912" cy="1815160"/>
          </a:xfrm>
        </p:spPr>
        <p:txBody>
          <a:bodyPr/>
          <a:lstStyle/>
          <a:p>
            <a:r>
              <a:rPr lang="en-US" sz="6600" dirty="0"/>
              <a:t>The History of Psychology</a:t>
            </a:r>
          </a:p>
        </p:txBody>
      </p:sp>
    </p:spTree>
    <p:extLst>
      <p:ext uri="{BB962C8B-B14F-4D97-AF65-F5344CB8AC3E}">
        <p14:creationId xmlns:p14="http://schemas.microsoft.com/office/powerpoint/2010/main" val="1679933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3077710"/>
            <a:ext cx="3201763" cy="2109186"/>
          </a:xfrm>
        </p:spPr>
        <p:txBody>
          <a:bodyPr anchor="ctr">
            <a:normAutofit/>
          </a:bodyPr>
          <a:lstStyle/>
          <a:p>
            <a:r>
              <a:rPr lang="en-US" dirty="0"/>
              <a:t>Psychological Perspectives</a:t>
            </a:r>
          </a:p>
        </p:txBody>
      </p:sp>
      <p:graphicFrame>
        <p:nvGraphicFramePr>
          <p:cNvPr id="6" name="Text Placeholder 3">
            <a:extLst>
              <a:ext uri="{FF2B5EF4-FFF2-40B4-BE49-F238E27FC236}">
                <a16:creationId xmlns:a16="http://schemas.microsoft.com/office/drawing/2014/main" id="{90411796-F493-6A2C-3119-05E116A88A05}"/>
              </a:ext>
            </a:extLst>
          </p:cNvPr>
          <p:cNvGraphicFramePr/>
          <p:nvPr>
            <p:extLst>
              <p:ext uri="{D42A27DB-BD31-4B8C-83A1-F6EECF244321}">
                <p14:modId xmlns:p14="http://schemas.microsoft.com/office/powerpoint/2010/main" val="212629085"/>
              </p:ext>
            </p:extLst>
          </p:nvPr>
        </p:nvGraphicFramePr>
        <p:xfrm>
          <a:off x="3700870" y="1202058"/>
          <a:ext cx="5157378" cy="42702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3818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p:txBody>
          <a:bodyPr/>
          <a:lstStyle/>
          <a:p>
            <a:r>
              <a:rPr lang="en-US" dirty="0"/>
              <a:t>Structuralism  - Wilhelm Wundt </a:t>
            </a:r>
          </a:p>
        </p:txBody>
      </p:sp>
      <p:pic>
        <p:nvPicPr>
          <p:cNvPr id="2" name="Figure" descr="Photograph (a) shows a formal portrait of a man in a suit with a signature below, likely a historical figure. Photograph (b) depicts a group of six men gathered around a table where Wilhelm Wundt sits with scientific instruments."/>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7114" b="7114"/>
          <a:stretch>
            <a:fillRect/>
          </a:stretch>
        </p:blipFill>
        <p:spPr/>
      </p:pic>
      <p:sp>
        <p:nvSpPr>
          <p:cNvPr id="7" name="Figure Legend"/>
          <p:cNvSpPr>
            <a:spLocks noGrp="1"/>
          </p:cNvSpPr>
          <p:nvPr>
            <p:ph type="body" sz="quarter" idx="14"/>
          </p:nvPr>
        </p:nvSpPr>
        <p:spPr>
          <a:solidFill>
            <a:schemeClr val="bg1"/>
          </a:solidFill>
        </p:spPr>
        <p:txBody>
          <a:bodyPr>
            <a:normAutofit fontScale="77500" lnSpcReduction="20000"/>
          </a:bodyPr>
          <a:lstStyle/>
          <a:p>
            <a:r>
              <a:rPr lang="en-US" sz="1600" dirty="0"/>
              <a:t>Wilhelm Wundt is credited as one of the founders of psychology. He created the first laboratory for psychological research.</a:t>
            </a:r>
          </a:p>
          <a:p>
            <a:r>
              <a:rPr lang="en-US" sz="1600" dirty="0"/>
              <a:t>Wundt emphasized structuralism. He focused on understanding the structure and characteristics of the mind through introspection.</a:t>
            </a:r>
          </a:p>
          <a:p>
            <a:r>
              <a:rPr lang="en-US" sz="1600" b="1" dirty="0"/>
              <a:t>Introspection</a:t>
            </a:r>
            <a:r>
              <a:rPr lang="en-US" sz="1600" dirty="0"/>
              <a:t> - Process by which someone examines their own conscious experience in an attempt to break it into its component parts</a:t>
            </a:r>
          </a:p>
        </p:txBody>
      </p:sp>
    </p:spTree>
    <p:extLst>
      <p:ext uri="{BB962C8B-B14F-4D97-AF65-F5344CB8AC3E}">
        <p14:creationId xmlns:p14="http://schemas.microsoft.com/office/powerpoint/2010/main" val="2120951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p:txBody>
          <a:bodyPr>
            <a:normAutofit/>
          </a:bodyPr>
          <a:lstStyle/>
          <a:p>
            <a:r>
              <a:rPr lang="en-US" dirty="0"/>
              <a:t>Functionalism – William James</a:t>
            </a:r>
            <a:endParaRPr lang="en-US" sz="2400" dirty="0">
              <a:solidFill>
                <a:srgbClr val="6CB255"/>
              </a:solidFill>
            </a:endParaRPr>
          </a:p>
        </p:txBody>
      </p:sp>
      <p:pic>
        <p:nvPicPr>
          <p:cNvPr id="2" name="Figure" descr="A self portrait of William James"/>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7243" b="7243"/>
          <a:stretch>
            <a:fillRect/>
          </a:stretch>
        </p:blipFill>
        <p:spPr/>
      </p:pic>
      <p:sp>
        <p:nvSpPr>
          <p:cNvPr id="14" name="Figure Legend"/>
          <p:cNvSpPr>
            <a:spLocks noGrp="1"/>
          </p:cNvSpPr>
          <p:nvPr>
            <p:ph type="body" sz="quarter" idx="14"/>
          </p:nvPr>
        </p:nvSpPr>
        <p:spPr>
          <a:xfrm>
            <a:off x="4606925" y="1107618"/>
            <a:ext cx="3913188" cy="2477620"/>
          </a:xfrm>
          <a:solidFill>
            <a:schemeClr val="bg1"/>
          </a:solidFill>
        </p:spPr>
        <p:txBody>
          <a:bodyPr>
            <a:noAutofit/>
          </a:bodyPr>
          <a:lstStyle/>
          <a:p>
            <a:r>
              <a:rPr lang="en-US" sz="1600" dirty="0">
                <a:solidFill>
                  <a:schemeClr val="tx1"/>
                </a:solidFill>
              </a:rPr>
              <a:t>William James, shown here in a self-portrait, was the first American psychologist.</a:t>
            </a:r>
          </a:p>
          <a:p>
            <a:r>
              <a:rPr lang="en-US" sz="1600" dirty="0">
                <a:solidFill>
                  <a:schemeClr val="tx1"/>
                </a:solidFill>
              </a:rPr>
              <a:t>James drew from the functionality of cognitive processes, establishing functionalism.</a:t>
            </a:r>
          </a:p>
          <a:p>
            <a:r>
              <a:rPr lang="en-US" sz="1600" dirty="0">
                <a:solidFill>
                  <a:schemeClr val="tx1"/>
                </a:solidFill>
              </a:rPr>
              <a:t>Functionalism - emphasized how mental activities contributed to basic environmental survival.</a:t>
            </a:r>
          </a:p>
        </p:txBody>
      </p:sp>
    </p:spTree>
    <p:extLst>
      <p:ext uri="{BB962C8B-B14F-4D97-AF65-F5344CB8AC3E}">
        <p14:creationId xmlns:p14="http://schemas.microsoft.com/office/powerpoint/2010/main" val="639294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8" y="241326"/>
            <a:ext cx="8344723" cy="986973"/>
          </a:xfrm>
        </p:spPr>
        <p:txBody>
          <a:bodyPr>
            <a:noAutofit/>
          </a:bodyPr>
          <a:lstStyle/>
          <a:p>
            <a:r>
              <a:rPr lang="en-US" dirty="0"/>
              <a:t>Psychoanalytic Theory – Sigmund Freud</a:t>
            </a:r>
          </a:p>
        </p:txBody>
      </p:sp>
      <p:sp>
        <p:nvSpPr>
          <p:cNvPr id="4" name="Text Placeholder 3"/>
          <p:cNvSpPr>
            <a:spLocks noGrp="1"/>
          </p:cNvSpPr>
          <p:nvPr>
            <p:ph type="body" sz="quarter" idx="14"/>
          </p:nvPr>
        </p:nvSpPr>
        <p:spPr>
          <a:xfrm>
            <a:off x="457200" y="1487606"/>
            <a:ext cx="4032913" cy="4790363"/>
          </a:xfrm>
          <a:solidFill>
            <a:schemeClr val="bg1"/>
          </a:solidFill>
        </p:spPr>
        <p:txBody>
          <a:bodyPr>
            <a:normAutofit/>
          </a:bodyPr>
          <a:lstStyle/>
          <a:p>
            <a:r>
              <a:rPr lang="en-US" sz="1800" dirty="0"/>
              <a:t>Founded Psychoanalytic theory, a perspective which dominated clinical psychology for many decades.</a:t>
            </a:r>
          </a:p>
          <a:p>
            <a:r>
              <a:rPr lang="en-US" sz="1800" dirty="0"/>
              <a:t>Studied “hysteria” and neurosis.</a:t>
            </a:r>
          </a:p>
          <a:p>
            <a:r>
              <a:rPr lang="en-US" sz="1800" dirty="0"/>
              <a:t>Theorized that many of his patients’ problems arose from the unconscious mind. </a:t>
            </a:r>
          </a:p>
          <a:p>
            <a:r>
              <a:rPr lang="en-US" sz="1800" dirty="0"/>
              <a:t>Believed that one way the unconscious mind could be accessed was through dream analysis.</a:t>
            </a:r>
          </a:p>
          <a:p>
            <a:r>
              <a:rPr lang="en-US" sz="1800" dirty="0"/>
              <a:t>Psychoanalytic theory focuses on the role of a person’s unconscious and early childhood experiences.</a:t>
            </a:r>
          </a:p>
        </p:txBody>
      </p:sp>
      <p:pic>
        <p:nvPicPr>
          <p:cNvPr id="6" name="Picture 5" descr="A picture depicting Sigmund Freud">
            <a:extLst>
              <a:ext uri="{FF2B5EF4-FFF2-40B4-BE49-F238E27FC236}">
                <a16:creationId xmlns:a16="http://schemas.microsoft.com/office/drawing/2014/main" id="{BB24BC6E-E269-AF39-FCBA-D57CB60D0D2E}"/>
              </a:ext>
            </a:extLst>
          </p:cNvPr>
          <p:cNvPicPr>
            <a:picLocks noChangeAspect="1"/>
          </p:cNvPicPr>
          <p:nvPr/>
        </p:nvPicPr>
        <p:blipFill>
          <a:blip r:embed="rId3"/>
          <a:srcRect t="4158" r="53086" b="9560"/>
          <a:stretch>
            <a:fillRect/>
          </a:stretch>
        </p:blipFill>
        <p:spPr>
          <a:xfrm>
            <a:off x="5605805" y="1357952"/>
            <a:ext cx="2900089" cy="4142095"/>
          </a:xfrm>
          <a:prstGeom prst="rect">
            <a:avLst/>
          </a:prstGeom>
        </p:spPr>
      </p:pic>
    </p:spTree>
    <p:extLst>
      <p:ext uri="{BB962C8B-B14F-4D97-AF65-F5344CB8AC3E}">
        <p14:creationId xmlns:p14="http://schemas.microsoft.com/office/powerpoint/2010/main" val="638788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Gestalt Psychology</a:t>
            </a:r>
          </a:p>
        </p:txBody>
      </p:sp>
      <p:sp>
        <p:nvSpPr>
          <p:cNvPr id="4" name="Text Placeholder 3"/>
          <p:cNvSpPr>
            <a:spLocks noGrp="1"/>
          </p:cNvSpPr>
          <p:nvPr>
            <p:ph type="body" sz="quarter" idx="14"/>
          </p:nvPr>
        </p:nvSpPr>
        <p:spPr>
          <a:xfrm>
            <a:off x="4653886" y="1503149"/>
            <a:ext cx="3866226" cy="4269854"/>
          </a:xfrm>
          <a:solidFill>
            <a:schemeClr val="bg1"/>
          </a:solidFill>
        </p:spPr>
        <p:txBody>
          <a:bodyPr>
            <a:normAutofit lnSpcReduction="10000"/>
          </a:bodyPr>
          <a:lstStyle/>
          <a:p>
            <a:r>
              <a:rPr lang="en-US" sz="1800" dirty="0"/>
              <a:t>Kohler, </a:t>
            </a:r>
            <a:r>
              <a:rPr lang="en-US" sz="1800" dirty="0" err="1"/>
              <a:t>Koffka</a:t>
            </a:r>
            <a:r>
              <a:rPr lang="en-US" sz="1800" dirty="0"/>
              <a:t> and Wertheimer were German psychologists who immigrated to the U.S. to escape Nazi Germany.</a:t>
            </a:r>
          </a:p>
          <a:p>
            <a:r>
              <a:rPr lang="en-US" sz="1800" dirty="0"/>
              <a:t>Gestalt </a:t>
            </a:r>
            <a:r>
              <a:rPr lang="mr-IN" sz="1800" dirty="0"/>
              <a:t>–</a:t>
            </a:r>
            <a:r>
              <a:rPr lang="en-US" sz="1800" dirty="0"/>
              <a:t> “Whole”</a:t>
            </a:r>
          </a:p>
          <a:p>
            <a:r>
              <a:rPr lang="en-US" sz="1800" dirty="0"/>
              <a:t>Based on the idea that although a sensory experience can be broken down into individual parts, how those parts relate to each other as a whole is often what the individual responds to in perception.</a:t>
            </a:r>
          </a:p>
          <a:p>
            <a:r>
              <a:rPr lang="en-US" sz="1800" dirty="0"/>
              <a:t>Ideas of Gestalt continue to influence research on sensation and perception.</a:t>
            </a:r>
          </a:p>
        </p:txBody>
      </p:sp>
      <p:pic>
        <p:nvPicPr>
          <p:cNvPr id="8" name="Picture 7" descr="A picture showing headshots of Kohler, Koffka, and Wertheimer"/>
          <p:cNvPicPr>
            <a:picLocks noChangeAspect="1"/>
          </p:cNvPicPr>
          <p:nvPr/>
        </p:nvPicPr>
        <p:blipFill>
          <a:blip r:embed="rId3"/>
          <a:srcRect t="16106" b="36213"/>
          <a:stretch>
            <a:fillRect/>
          </a:stretch>
        </p:blipFill>
        <p:spPr>
          <a:xfrm>
            <a:off x="457200" y="1503149"/>
            <a:ext cx="3614761" cy="1723546"/>
          </a:xfrm>
          <a:prstGeom prst="rect">
            <a:avLst/>
          </a:prstGeom>
        </p:spPr>
      </p:pic>
      <p:pic>
        <p:nvPicPr>
          <p:cNvPr id="5" name="Picture 4" descr="A black and white silhouette illustrating two white face outlines looking at each other. The background is black, looking like a vase, when focusing on the background instead of the faces.">
            <a:extLst>
              <a:ext uri="{FF2B5EF4-FFF2-40B4-BE49-F238E27FC236}">
                <a16:creationId xmlns:a16="http://schemas.microsoft.com/office/drawing/2014/main" id="{19D86922-4687-7FA7-2B45-2B0BD2E61FB3}"/>
              </a:ext>
            </a:extLst>
          </p:cNvPr>
          <p:cNvPicPr>
            <a:picLocks noChangeAspect="1"/>
          </p:cNvPicPr>
          <p:nvPr/>
        </p:nvPicPr>
        <p:blipFill>
          <a:blip r:embed="rId4" cstate="email">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97662" y="3729746"/>
            <a:ext cx="1924422" cy="2151359"/>
          </a:xfrm>
          <a:prstGeom prst="rect">
            <a:avLst/>
          </a:prstGeom>
        </p:spPr>
      </p:pic>
      <p:pic>
        <p:nvPicPr>
          <p:cNvPr id="10" name="Picture 9" descr="An image of two triangles overlapping, surrounded by 3 circles. The top triangle is only visible due to the negative space from this &quot;invisible&quot; triangle covering lines from the bottom triangle, as well as portions of the circles.">
            <a:extLst>
              <a:ext uri="{FF2B5EF4-FFF2-40B4-BE49-F238E27FC236}">
                <a16:creationId xmlns:a16="http://schemas.microsoft.com/office/drawing/2014/main" id="{63BC46E4-F61E-3811-BEF5-8A80A1EDCB83}"/>
              </a:ext>
            </a:extLst>
          </p:cNvPr>
          <p:cNvPicPr>
            <a:picLocks noChangeAspect="1"/>
          </p:cNvPicPr>
          <p:nvPr/>
        </p:nvPicPr>
        <p:blipFill>
          <a:blip r:embed="rId6" cstate="email">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2304494" y="3729746"/>
            <a:ext cx="2205984" cy="2151359"/>
          </a:xfrm>
          <a:prstGeom prst="rect">
            <a:avLst/>
          </a:prstGeom>
        </p:spPr>
      </p:pic>
    </p:spTree>
    <p:extLst>
      <p:ext uri="{BB962C8B-B14F-4D97-AF65-F5344CB8AC3E}">
        <p14:creationId xmlns:p14="http://schemas.microsoft.com/office/powerpoint/2010/main" val="140727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p:txBody>
          <a:bodyPr>
            <a:normAutofit/>
          </a:bodyPr>
          <a:lstStyle/>
          <a:p>
            <a:r>
              <a:rPr lang="en-US" dirty="0"/>
              <a:t>Behaviorism - John B. Watson</a:t>
            </a:r>
            <a:endParaRPr lang="en-US" sz="2400" dirty="0">
              <a:solidFill>
                <a:srgbClr val="6CB255"/>
              </a:solidFill>
            </a:endParaRPr>
          </a:p>
        </p:txBody>
      </p:sp>
      <p:pic>
        <p:nvPicPr>
          <p:cNvPr id="2" name="Figure" descr="A photograph shows John B. Watson."/>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9362" b="9362"/>
          <a:stretch>
            <a:fillRect/>
          </a:stretch>
        </p:blipFill>
        <p:spPr>
          <a:xfrm>
            <a:off x="4655181" y="900861"/>
            <a:ext cx="4031619" cy="4607689"/>
          </a:xfrm>
        </p:spPr>
      </p:pic>
      <p:sp>
        <p:nvSpPr>
          <p:cNvPr id="14" name="Figure Legend"/>
          <p:cNvSpPr>
            <a:spLocks noGrp="1"/>
          </p:cNvSpPr>
          <p:nvPr>
            <p:ph type="body" sz="quarter" idx="14"/>
          </p:nvPr>
        </p:nvSpPr>
        <p:spPr>
          <a:xfrm>
            <a:off x="457200" y="1107617"/>
            <a:ext cx="3913188" cy="3384172"/>
          </a:xfrm>
          <a:solidFill>
            <a:schemeClr val="bg1"/>
          </a:solidFill>
        </p:spPr>
        <p:txBody>
          <a:bodyPr>
            <a:noAutofit/>
          </a:bodyPr>
          <a:lstStyle/>
          <a:p>
            <a:r>
              <a:rPr lang="en-US" sz="1600" dirty="0">
                <a:solidFill>
                  <a:srgbClr val="000000"/>
                </a:solidFill>
              </a:rPr>
              <a:t>John B. Watson is known as the father of behaviorism within psychology.</a:t>
            </a:r>
          </a:p>
          <a:p>
            <a:r>
              <a:rPr lang="en-US" sz="1600" dirty="0">
                <a:solidFill>
                  <a:srgbClr val="000000"/>
                </a:solidFill>
              </a:rPr>
              <a:t>Believed that objective analysis of the mind was impossible. </a:t>
            </a:r>
          </a:p>
          <a:p>
            <a:r>
              <a:rPr lang="en-US" sz="1600" dirty="0">
                <a:solidFill>
                  <a:srgbClr val="000000"/>
                </a:solidFill>
              </a:rPr>
              <a:t>Watson focused on observable behavior and ways to bring that behavior under control.</a:t>
            </a:r>
          </a:p>
          <a:p>
            <a:r>
              <a:rPr lang="en-US" sz="1600" dirty="0">
                <a:solidFill>
                  <a:srgbClr val="000000"/>
                </a:solidFill>
              </a:rPr>
              <a:t>Conducted the “Little Albert” experiment</a:t>
            </a:r>
          </a:p>
          <a:p>
            <a:r>
              <a:rPr lang="en-US" sz="1600" dirty="0">
                <a:solidFill>
                  <a:srgbClr val="000000"/>
                </a:solidFill>
              </a:rPr>
              <a:t>Today, behaviorism is used in behavioral and cognitive-behavioral therapy. </a:t>
            </a:r>
          </a:p>
        </p:txBody>
      </p:sp>
    </p:spTree>
    <p:extLst>
      <p:ext uri="{BB962C8B-B14F-4D97-AF65-F5344CB8AC3E}">
        <p14:creationId xmlns:p14="http://schemas.microsoft.com/office/powerpoint/2010/main" val="3218951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Behaviorism – Ivan Pavlov</a:t>
            </a:r>
          </a:p>
        </p:txBody>
      </p:sp>
      <p:sp>
        <p:nvSpPr>
          <p:cNvPr id="4" name="Text Placeholder 3"/>
          <p:cNvSpPr>
            <a:spLocks noGrp="1"/>
          </p:cNvSpPr>
          <p:nvPr>
            <p:ph type="body" sz="quarter" idx="14"/>
          </p:nvPr>
        </p:nvSpPr>
        <p:spPr>
          <a:xfrm>
            <a:off x="457199" y="1187355"/>
            <a:ext cx="8367221" cy="1872995"/>
          </a:xfrm>
          <a:solidFill>
            <a:schemeClr val="bg1"/>
          </a:solidFill>
        </p:spPr>
        <p:txBody>
          <a:bodyPr>
            <a:normAutofit fontScale="92500" lnSpcReduction="10000"/>
          </a:bodyPr>
          <a:lstStyle/>
          <a:p>
            <a:r>
              <a:rPr lang="en-US" sz="1900" dirty="0"/>
              <a:t>Discovered the concept of classical conditioning.</a:t>
            </a:r>
          </a:p>
          <a:p>
            <a:r>
              <a:rPr lang="en-US" sz="1900" dirty="0"/>
              <a:t>Studied conditioned reflexes in which an animal produced a reflex (unconscious) response to a stimulus (salivating in the presence of food) and, over time, was conditioned to produce the response to a different stimulus (salivating to the sound of a bell) that the experimenter associated with the original stimulus (Food and bell became associated).</a:t>
            </a:r>
          </a:p>
          <a:p>
            <a:endParaRPr lang="en-US" dirty="0"/>
          </a:p>
          <a:p>
            <a:endParaRPr lang="en-US" dirty="0"/>
          </a:p>
        </p:txBody>
      </p:sp>
      <p:pic>
        <p:nvPicPr>
          <p:cNvPr id="7" name="Picture 6" descr="A step by step demonstrating how classical conditioning occurs. In the Box for Step 1, there is a dog salivating in response to food. In the box for Step 2, there is a dog that does not respond to the ringing of a bell. In the box for Step 3, a dog is salivating in response to a bell and food being used at the same time. In the box for Step 4, there is a dog salivating in response to a bell."/>
          <p:cNvPicPr>
            <a:picLocks noChangeAspect="1"/>
          </p:cNvPicPr>
          <p:nvPr/>
        </p:nvPicPr>
        <p:blipFill>
          <a:blip r:embed="rId3"/>
          <a:stretch>
            <a:fillRect/>
          </a:stretch>
        </p:blipFill>
        <p:spPr>
          <a:xfrm>
            <a:off x="2565778" y="3152524"/>
            <a:ext cx="6258642" cy="3479072"/>
          </a:xfrm>
          <a:prstGeom prst="rect">
            <a:avLst/>
          </a:prstGeom>
        </p:spPr>
      </p:pic>
      <p:sp>
        <p:nvSpPr>
          <p:cNvPr id="3" name="TextBox 2"/>
          <p:cNvSpPr txBox="1"/>
          <p:nvPr/>
        </p:nvSpPr>
        <p:spPr>
          <a:xfrm>
            <a:off x="2565778" y="6431382"/>
            <a:ext cx="1760560" cy="584775"/>
          </a:xfrm>
          <a:prstGeom prst="rect">
            <a:avLst/>
          </a:prstGeom>
          <a:noFill/>
        </p:spPr>
        <p:txBody>
          <a:bodyPr wrap="square" rtlCol="0">
            <a:spAutoFit/>
          </a:bodyPr>
          <a:lstStyle/>
          <a:p>
            <a:r>
              <a:rPr lang="en-US" sz="1400" dirty="0"/>
              <a:t>(Credit: </a:t>
            </a:r>
            <a:r>
              <a:rPr lang="en-US" sz="1400" dirty="0" err="1"/>
              <a:t>Emaze</a:t>
            </a:r>
            <a:r>
              <a:rPr lang="en-US" sz="1400" dirty="0"/>
              <a:t>)</a:t>
            </a:r>
          </a:p>
          <a:p>
            <a:endParaRPr lang="en-US" dirty="0"/>
          </a:p>
        </p:txBody>
      </p:sp>
    </p:spTree>
    <p:extLst>
      <p:ext uri="{BB962C8B-B14F-4D97-AF65-F5344CB8AC3E}">
        <p14:creationId xmlns:p14="http://schemas.microsoft.com/office/powerpoint/2010/main" val="330855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p:txBody>
          <a:bodyPr/>
          <a:lstStyle/>
          <a:p>
            <a:r>
              <a:rPr lang="en-US" dirty="0"/>
              <a:t>Behaviorism - B. F. Skinner</a:t>
            </a:r>
          </a:p>
        </p:txBody>
      </p:sp>
      <p:sp>
        <p:nvSpPr>
          <p:cNvPr id="9" name="TextBox 8"/>
          <p:cNvSpPr txBox="1"/>
          <p:nvPr/>
        </p:nvSpPr>
        <p:spPr>
          <a:xfrm>
            <a:off x="220376" y="1173707"/>
            <a:ext cx="5476533" cy="2031325"/>
          </a:xfrm>
          <a:prstGeom prst="rect">
            <a:avLst/>
          </a:prstGeom>
          <a:solidFill>
            <a:schemeClr val="bg1"/>
          </a:solidFill>
        </p:spPr>
        <p:txBody>
          <a:bodyPr wrap="square" rtlCol="0">
            <a:spAutoFit/>
          </a:bodyPr>
          <a:lstStyle/>
          <a:p>
            <a:r>
              <a:rPr lang="en-US" dirty="0"/>
              <a:t>Concentrated on how behavior was affected by its consequences.</a:t>
            </a:r>
          </a:p>
          <a:p>
            <a:endParaRPr lang="en-US" dirty="0"/>
          </a:p>
          <a:p>
            <a:r>
              <a:rPr lang="en-US" dirty="0"/>
              <a:t>Studied the principles of modifying behavior through reinforcement and punishment which he saw as major factors in driving behavior (operant conditioning).</a:t>
            </a:r>
          </a:p>
        </p:txBody>
      </p:sp>
      <p:sp>
        <p:nvSpPr>
          <p:cNvPr id="7" name="AutoShape 4" descr="Photograph A shows B.F. Skinner. Illustration B shows a rat in a Skinner box: a chamber with a speaker, lights, a lever, and a food dispenser.">
            <a:extLst>
              <a:ext uri="{FF2B5EF4-FFF2-40B4-BE49-F238E27FC236}">
                <a16:creationId xmlns:a16="http://schemas.microsoft.com/office/drawing/2014/main" id="{0F42DC2B-C80D-E850-F279-41CB66135EDC}"/>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4" name="Picture 10" descr="Diagram of a rat in an operant conditioning chamber showing labeled components: speaker, light, response lever, food dispenser, and electric shock device. The setup illustrates behavioral experiment context where rat interacts with lever to receive food or avoid shock, highlighting stimulus-response mechanism.&#10;">
            <a:extLst>
              <a:ext uri="{FF2B5EF4-FFF2-40B4-BE49-F238E27FC236}">
                <a16:creationId xmlns:a16="http://schemas.microsoft.com/office/drawing/2014/main" id="{9565D579-6E1D-952D-8E7F-0E51A3C90EF4}"/>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419600" y="3660650"/>
            <a:ext cx="4171401" cy="278093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B.F. Skinner holding a pigeon">
            <a:extLst>
              <a:ext uri="{FF2B5EF4-FFF2-40B4-BE49-F238E27FC236}">
                <a16:creationId xmlns:a16="http://schemas.microsoft.com/office/drawing/2014/main" id="{80B5DB52-9065-FE6C-4106-04F37E9C9D0B}"/>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66653" y="3747722"/>
            <a:ext cx="3871794" cy="2540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9646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a:xfrm>
            <a:off x="457200" y="241326"/>
            <a:ext cx="8272360" cy="659535"/>
          </a:xfrm>
        </p:spPr>
        <p:txBody>
          <a:bodyPr>
            <a:normAutofit fontScale="90000"/>
          </a:bodyPr>
          <a:lstStyle/>
          <a:p>
            <a:r>
              <a:rPr lang="en-US" dirty="0"/>
              <a:t>Humanism- Abraham Maslow &amp; Carl Rogers</a:t>
            </a:r>
            <a:endParaRPr lang="en-US" sz="2400" dirty="0">
              <a:solidFill>
                <a:srgbClr val="6CB255"/>
              </a:solidFill>
            </a:endParaRPr>
          </a:p>
        </p:txBody>
      </p:sp>
      <p:pic>
        <p:nvPicPr>
          <p:cNvPr id="2" name="Figure" descr="A triangle is divided vertically into five sections with corresponding labels inside and outside of the triangle for each section. From top to bottom, the triangle's sections are labeled: self-actualization corresponds to &quot;Inner fulfillment&quot; esteem corresponds to &quot;Self-worth, accomplishment, confidence&quot;; social corresponds to &quot;Family, friendship, intimacy, belonging&quot; security corresponds to &quot;Safety, employment, assets&quot;; &quot;physiological corresponds to Food, water, shelter, warmth.&quot;"/>
          <p:cNvPicPr>
            <a:picLocks noGrp="1" noChangeAspect="1"/>
          </p:cNvPicPr>
          <p:nvPr>
            <p:ph type="pic" sz="quarter" idx="13"/>
          </p:nvPr>
        </p:nvPicPr>
        <p:blipFill>
          <a:blip r:embed="rId3" cstate="email">
            <a:extLst>
              <a:ext uri="{28A0092B-C50C-407E-A947-70E740481C1C}">
                <a14:useLocalDpi xmlns:a14="http://schemas.microsoft.com/office/drawing/2010/main" val="0"/>
              </a:ext>
            </a:extLst>
          </a:blip>
          <a:srcRect l="59" r="59"/>
          <a:stretch>
            <a:fillRect/>
          </a:stretch>
        </p:blipFill>
        <p:spPr/>
      </p:pic>
      <p:sp>
        <p:nvSpPr>
          <p:cNvPr id="14" name="Figure Legend"/>
          <p:cNvSpPr>
            <a:spLocks noGrp="1"/>
          </p:cNvSpPr>
          <p:nvPr>
            <p:ph type="body" sz="quarter" idx="14"/>
          </p:nvPr>
        </p:nvSpPr>
        <p:spPr>
          <a:xfrm>
            <a:off x="4606925" y="1107617"/>
            <a:ext cx="3913188" cy="5256973"/>
          </a:xfrm>
          <a:solidFill>
            <a:schemeClr val="bg1"/>
          </a:solidFill>
        </p:spPr>
        <p:txBody>
          <a:bodyPr>
            <a:noAutofit/>
          </a:bodyPr>
          <a:lstStyle/>
          <a:p>
            <a:pPr marL="0" indent="0">
              <a:buNone/>
            </a:pPr>
            <a:r>
              <a:rPr lang="en-US" sz="1600" dirty="0">
                <a:solidFill>
                  <a:srgbClr val="000000"/>
                </a:solidFill>
              </a:rPr>
              <a:t>Abraham Maslow</a:t>
            </a:r>
          </a:p>
          <a:p>
            <a:r>
              <a:rPr lang="en-US" sz="1600" dirty="0">
                <a:solidFill>
                  <a:srgbClr val="000000"/>
                </a:solidFill>
              </a:rPr>
              <a:t>Maslow proposed a hierarchy of human needs in motivating behavior.</a:t>
            </a:r>
          </a:p>
          <a:p>
            <a:r>
              <a:rPr lang="en-US" sz="1600" dirty="0">
                <a:solidFill>
                  <a:srgbClr val="000000"/>
                </a:solidFill>
              </a:rPr>
              <a:t>Maslow asserted that so long as basic needs necessary for survival were met (e.g., food, water, shelter), higher-level needs (e.g., social needs) would begin to motivate behavior.</a:t>
            </a:r>
          </a:p>
          <a:p>
            <a:pPr marL="0" indent="0">
              <a:buNone/>
            </a:pPr>
            <a:r>
              <a:rPr lang="en-US" sz="1600" dirty="0">
                <a:solidFill>
                  <a:srgbClr val="000000"/>
                </a:solidFill>
              </a:rPr>
              <a:t>Carl Rogers</a:t>
            </a:r>
          </a:p>
          <a:p>
            <a:r>
              <a:rPr lang="en-US" sz="1600" dirty="0">
                <a:solidFill>
                  <a:srgbClr val="000000"/>
                </a:solidFill>
              </a:rPr>
              <a:t>Carl Rogers developed a client-centered therapy which focused on the patient taking a lead role in the therapy session.</a:t>
            </a:r>
          </a:p>
          <a:p>
            <a:r>
              <a:rPr lang="en-US" sz="1600" dirty="0">
                <a:solidFill>
                  <a:srgbClr val="000000"/>
                </a:solidFill>
              </a:rPr>
              <a:t>Rogers believed therapists need:</a:t>
            </a:r>
          </a:p>
          <a:p>
            <a:pPr marL="285750" indent="-285750">
              <a:buFontTx/>
              <a:buChar char="-"/>
            </a:pPr>
            <a:r>
              <a:rPr lang="en-US" sz="1600" dirty="0">
                <a:solidFill>
                  <a:srgbClr val="000000"/>
                </a:solidFill>
              </a:rPr>
              <a:t>unconditional positive regard</a:t>
            </a:r>
          </a:p>
          <a:p>
            <a:pPr marL="285750" indent="-285750">
              <a:buFontTx/>
              <a:buChar char="-"/>
            </a:pPr>
            <a:r>
              <a:rPr lang="en-US" sz="1600" dirty="0">
                <a:solidFill>
                  <a:srgbClr val="000000"/>
                </a:solidFill>
              </a:rPr>
              <a:t>genuineness</a:t>
            </a:r>
          </a:p>
          <a:p>
            <a:pPr marL="285750" indent="-285750">
              <a:buFontTx/>
              <a:buChar char="-"/>
            </a:pPr>
            <a:r>
              <a:rPr lang="en-US" sz="1600" dirty="0">
                <a:solidFill>
                  <a:srgbClr val="000000"/>
                </a:solidFill>
              </a:rPr>
              <a:t>empathy</a:t>
            </a:r>
          </a:p>
          <a:p>
            <a:endParaRPr lang="en-US" sz="1600" dirty="0">
              <a:solidFill>
                <a:srgbClr val="000000"/>
              </a:solidFill>
            </a:endParaRPr>
          </a:p>
        </p:txBody>
      </p:sp>
    </p:spTree>
    <p:extLst>
      <p:ext uri="{BB962C8B-B14F-4D97-AF65-F5344CB8AC3E}">
        <p14:creationId xmlns:p14="http://schemas.microsoft.com/office/powerpoint/2010/main" val="2158159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p:txBody>
          <a:bodyPr/>
          <a:lstStyle/>
          <a:p>
            <a:r>
              <a:rPr lang="en-US" dirty="0"/>
              <a:t>The Cognitive Revolution</a:t>
            </a:r>
          </a:p>
        </p:txBody>
      </p:sp>
      <p:sp>
        <p:nvSpPr>
          <p:cNvPr id="9" name="Text Placeholder 6"/>
          <p:cNvSpPr txBox="1">
            <a:spLocks/>
          </p:cNvSpPr>
          <p:nvPr/>
        </p:nvSpPr>
        <p:spPr>
          <a:xfrm>
            <a:off x="300962" y="1104800"/>
            <a:ext cx="8542075" cy="4000052"/>
          </a:xfrm>
          <a:prstGeom prst="rect">
            <a:avLst/>
          </a:prstGeom>
        </p:spPr>
        <p:txBody>
          <a:bodyPr vert="horz" lIns="91440" tIns="45720" rIns="91440" bIns="45720" rtlCol="0">
            <a:normAutofit/>
          </a:bodyPr>
          <a:lstStyle>
            <a:lvl1pPr marL="0" indent="0" algn="l" defTabSz="914400" rtl="0" eaLnBrk="1" latinLnBrk="0" hangingPunct="1">
              <a:spcBef>
                <a:spcPct val="20000"/>
              </a:spcBef>
              <a:spcAft>
                <a:spcPts val="600"/>
              </a:spcAft>
              <a:buClr>
                <a:srgbClr val="6CB255"/>
              </a:buClr>
              <a:buFont typeface="Arial" pitchFamily="34" charset="0"/>
              <a:buNone/>
              <a:defRPr sz="2000" b="0" kern="1200">
                <a:solidFill>
                  <a:srgbClr val="000000"/>
                </a:solidFill>
                <a:latin typeface="+mn-lt"/>
                <a:ea typeface="+mn-ea"/>
                <a:cs typeface="+mn-cs"/>
              </a:defRPr>
            </a:lvl1pPr>
            <a:lvl2pPr marL="731520" indent="-457200" algn="l" defTabSz="914400" rtl="0" eaLnBrk="1" latinLnBrk="0" hangingPunct="1">
              <a:spcBef>
                <a:spcPct val="20000"/>
              </a:spcBef>
              <a:buClr>
                <a:srgbClr val="6CB255"/>
              </a:buClr>
              <a:buFont typeface="+mj-lt"/>
              <a:buAutoNum type="alphaLcParenR"/>
              <a:defRPr sz="2000" kern="1200">
                <a:solidFill>
                  <a:schemeClr val="tx1"/>
                </a:solidFill>
                <a:latin typeface="+mn-lt"/>
                <a:ea typeface="+mn-ea"/>
                <a:cs typeface="+mn-cs"/>
              </a:defRPr>
            </a:lvl2pPr>
            <a:lvl3pPr marL="1257300" indent="-342900" algn="l" defTabSz="914400" rtl="0" eaLnBrk="1" latinLnBrk="0" hangingPunct="1">
              <a:spcBef>
                <a:spcPct val="20000"/>
              </a:spcBef>
              <a:buClr>
                <a:srgbClr val="6CB255"/>
              </a:buClr>
              <a:buFont typeface="+mj-lt"/>
              <a:buAutoNum type="alphaLcParenR"/>
              <a:defRPr sz="1800" kern="1200">
                <a:solidFill>
                  <a:schemeClr val="tx1"/>
                </a:solidFill>
                <a:latin typeface="+mn-lt"/>
                <a:ea typeface="+mn-ea"/>
                <a:cs typeface="+mn-cs"/>
              </a:defRPr>
            </a:lvl3pPr>
            <a:lvl4pPr marL="1714500" indent="-342900" algn="l" defTabSz="914400" rtl="0" eaLnBrk="1" latinLnBrk="0" hangingPunct="1">
              <a:spcBef>
                <a:spcPct val="20000"/>
              </a:spcBef>
              <a:buClr>
                <a:srgbClr val="6CB255"/>
              </a:buClr>
              <a:buFont typeface="+mj-lt"/>
              <a:buAutoNum type="alphaLcParenR"/>
              <a:defRPr sz="1800" kern="1200">
                <a:solidFill>
                  <a:schemeClr val="tx1"/>
                </a:solidFill>
                <a:latin typeface="+mn-lt"/>
                <a:ea typeface="+mn-ea"/>
                <a:cs typeface="+mn-cs"/>
              </a:defRPr>
            </a:lvl4pPr>
            <a:lvl5pPr marL="2171700" indent="-342900" algn="l" defTabSz="914400" rtl="0" eaLnBrk="1" latinLnBrk="0" hangingPunct="1">
              <a:spcBef>
                <a:spcPct val="20000"/>
              </a:spcBef>
              <a:buClr>
                <a:srgbClr val="6CB255"/>
              </a:buClr>
              <a:buFont typeface="+mj-lt"/>
              <a:buAutoNum type="alphaLcParen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pPr marL="285750" indent="-285750">
              <a:buFont typeface="Arial" panose="020B0604020202020204" pitchFamily="34" charset="0"/>
              <a:buChar char="•"/>
            </a:pPr>
            <a:r>
              <a:rPr lang="en-US" sz="1800" dirty="0"/>
              <a:t>By the 1950’s, new disciplinary perspectives in linguistics, neuroscience, and computer science were emerging.</a:t>
            </a:r>
          </a:p>
          <a:p>
            <a:pPr marL="285750" indent="-285750">
              <a:buFont typeface="Arial" panose="020B0604020202020204" pitchFamily="34" charset="0"/>
              <a:buChar char="•"/>
            </a:pPr>
            <a:r>
              <a:rPr lang="en-US" sz="1800" dirty="0"/>
              <a:t>The mind became the new focus of scientific inquiry.</a:t>
            </a:r>
          </a:p>
          <a:p>
            <a:r>
              <a:rPr lang="en-US" sz="1800" b="1" dirty="0"/>
              <a:t>Noam Chomsky</a:t>
            </a:r>
          </a:p>
          <a:p>
            <a:pPr marL="285750" indent="-285750">
              <a:buFont typeface="Arial" panose="020B0604020202020204" pitchFamily="34" charset="0"/>
              <a:buChar char="•"/>
            </a:pPr>
            <a:r>
              <a:rPr lang="en-US" sz="1800" dirty="0"/>
              <a:t>Noam Chomsky was very influential in beginning the cognitive revolution.</a:t>
            </a:r>
          </a:p>
          <a:p>
            <a:pPr marL="285750" indent="-285750">
              <a:buFont typeface="Arial" panose="020B0604020202020204" pitchFamily="34" charset="0"/>
              <a:buChar char="•"/>
            </a:pPr>
            <a:r>
              <a:rPr lang="en-US" sz="1800" dirty="0"/>
              <a:t>He believed psychology needed to incorporate mental functioning into its focus in order to fully understand human behavior.</a:t>
            </a:r>
          </a:p>
          <a:p>
            <a:pPr marL="285750" indent="-285750">
              <a:buFont typeface="Arial" panose="020B0604020202020204" pitchFamily="34" charset="0"/>
              <a:buChar char="•"/>
            </a:pPr>
            <a:endParaRPr lang="en-US" sz="1600" dirty="0"/>
          </a:p>
        </p:txBody>
      </p:sp>
      <p:pic>
        <p:nvPicPr>
          <p:cNvPr id="7" name="Picture 6">
            <a:extLst>
              <a:ext uri="{FF2B5EF4-FFF2-40B4-BE49-F238E27FC236}">
                <a16:creationId xmlns:a16="http://schemas.microsoft.com/office/drawing/2014/main" id="{42DF99B6-00E5-E96C-A2A5-3D53204F5343}"/>
              </a:ext>
            </a:extLst>
          </p:cNvPr>
          <p:cNvPicPr>
            <a:picLocks noChangeAspect="1"/>
          </p:cNvPicPr>
          <p:nvPr/>
        </p:nvPicPr>
        <p:blipFill>
          <a:blip r:embed="rId3" cstate="email">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394463" y="4030769"/>
            <a:ext cx="5528045" cy="2714276"/>
          </a:xfrm>
          <a:prstGeom prst="rect">
            <a:avLst/>
          </a:prstGeom>
        </p:spPr>
      </p:pic>
    </p:spTree>
    <p:extLst>
      <p:ext uri="{BB962C8B-B14F-4D97-AF65-F5344CB8AC3E}">
        <p14:creationId xmlns:p14="http://schemas.microsoft.com/office/powerpoint/2010/main" val="4147597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p:txBody>
          <a:bodyPr/>
          <a:lstStyle/>
          <a:p>
            <a:r>
              <a:rPr lang="en-US" dirty="0"/>
              <a:t>Margaret </a:t>
            </a:r>
            <a:r>
              <a:rPr lang="en-US" dirty="0" err="1"/>
              <a:t>Floy</a:t>
            </a:r>
            <a:r>
              <a:rPr lang="en-US" dirty="0"/>
              <a:t> Washburn</a:t>
            </a:r>
          </a:p>
        </p:txBody>
      </p:sp>
      <p:sp>
        <p:nvSpPr>
          <p:cNvPr id="6" name="Text Placeholder 5" descr="A picture of Margaret Floy Washburn"/>
          <p:cNvSpPr>
            <a:spLocks noGrp="1"/>
          </p:cNvSpPr>
          <p:nvPr>
            <p:ph type="body" sz="quarter" idx="14"/>
          </p:nvPr>
        </p:nvSpPr>
        <p:spPr>
          <a:xfrm>
            <a:off x="232243" y="1541616"/>
            <a:ext cx="4339757" cy="2260364"/>
          </a:xfrm>
          <a:solidFill>
            <a:schemeClr val="bg1"/>
          </a:solidFill>
        </p:spPr>
        <p:txBody>
          <a:bodyPr/>
          <a:lstStyle/>
          <a:p>
            <a:r>
              <a:rPr lang="en-US" dirty="0"/>
              <a:t>First woman to earn a doctorate in Psychology (in 1894)</a:t>
            </a:r>
          </a:p>
          <a:p>
            <a:r>
              <a:rPr lang="en-US" dirty="0"/>
              <a:t>Made notable contributions on animal behavior and motor theory</a:t>
            </a:r>
          </a:p>
        </p:txBody>
      </p:sp>
      <p:pic>
        <p:nvPicPr>
          <p:cNvPr id="2050" name="Picture 2" descr="Heroínas: Margaret Floy Washburn primera mujer en recibir un doctorado en  psicología">
            <a:extLst>
              <a:ext uri="{FF2B5EF4-FFF2-40B4-BE49-F238E27FC236}">
                <a16:creationId xmlns:a16="http://schemas.microsoft.com/office/drawing/2014/main" id="{D216181B-5D6B-EDD3-F812-B7BEFE842865}"/>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933864" y="963024"/>
            <a:ext cx="3977893" cy="5305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212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97AC4-7EC5-D770-24B5-015AA709B92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7DE2EE1-321D-E854-9EE9-75C6E768F2D0}"/>
              </a:ext>
            </a:extLst>
          </p:cNvPr>
          <p:cNvSpPr>
            <a:spLocks noGrp="1"/>
          </p:cNvSpPr>
          <p:nvPr>
            <p:ph type="title"/>
          </p:nvPr>
        </p:nvSpPr>
        <p:spPr>
          <a:xfrm>
            <a:off x="200642" y="2782240"/>
            <a:ext cx="8062912" cy="659535"/>
          </a:xfrm>
        </p:spPr>
        <p:txBody>
          <a:bodyPr/>
          <a:lstStyle/>
          <a:p>
            <a:r>
              <a:rPr lang="en-US" sz="7200" dirty="0"/>
              <a:t>Contemporary Psychology</a:t>
            </a:r>
          </a:p>
        </p:txBody>
      </p:sp>
    </p:spTree>
    <p:extLst>
      <p:ext uri="{BB962C8B-B14F-4D97-AF65-F5344CB8AC3E}">
        <p14:creationId xmlns:p14="http://schemas.microsoft.com/office/powerpoint/2010/main" val="1052279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Some</a:t>
            </a:r>
            <a:r>
              <a:rPr lang="en-US" dirty="0"/>
              <a:t> of the Branches of Psychology</a:t>
            </a:r>
            <a:endParaRPr lang="en-US" i="1" dirty="0"/>
          </a:p>
        </p:txBody>
      </p:sp>
      <p:sp>
        <p:nvSpPr>
          <p:cNvPr id="4" name="Text Placeholder 3"/>
          <p:cNvSpPr>
            <a:spLocks noGrp="1"/>
          </p:cNvSpPr>
          <p:nvPr>
            <p:ph type="body" sz="quarter" idx="14"/>
          </p:nvPr>
        </p:nvSpPr>
        <p:spPr>
          <a:xfrm>
            <a:off x="327545" y="1296537"/>
            <a:ext cx="8311487" cy="5322627"/>
          </a:xfrm>
          <a:solidFill>
            <a:schemeClr val="bg1"/>
          </a:solidFill>
        </p:spPr>
        <p:txBody>
          <a:bodyPr>
            <a:normAutofit/>
          </a:bodyPr>
          <a:lstStyle/>
          <a:p>
            <a:r>
              <a:rPr lang="en-US" dirty="0"/>
              <a:t>Biopsychology and Evolutionary Psychology </a:t>
            </a:r>
          </a:p>
          <a:p>
            <a:r>
              <a:rPr lang="en-US" dirty="0"/>
              <a:t>Sensation and Perception</a:t>
            </a:r>
          </a:p>
          <a:p>
            <a:r>
              <a:rPr lang="en-US" dirty="0"/>
              <a:t>Cognitive Psychology </a:t>
            </a:r>
          </a:p>
          <a:p>
            <a:r>
              <a:rPr lang="en-US" dirty="0"/>
              <a:t>Developmental Psychology </a:t>
            </a:r>
          </a:p>
          <a:p>
            <a:r>
              <a:rPr lang="en-US" dirty="0"/>
              <a:t>Personality Psychology </a:t>
            </a:r>
          </a:p>
          <a:p>
            <a:r>
              <a:rPr lang="en-US" dirty="0"/>
              <a:t>Social Psychology </a:t>
            </a:r>
          </a:p>
          <a:p>
            <a:r>
              <a:rPr lang="en-US" dirty="0"/>
              <a:t>Health Psychology </a:t>
            </a:r>
          </a:p>
          <a:p>
            <a:r>
              <a:rPr lang="en-US" dirty="0"/>
              <a:t>Industrial-Organizational Psychology</a:t>
            </a:r>
          </a:p>
          <a:p>
            <a:r>
              <a:rPr lang="en-US" dirty="0"/>
              <a:t>Sports and Exercise Psychology </a:t>
            </a:r>
          </a:p>
          <a:p>
            <a:r>
              <a:rPr lang="en-US" dirty="0"/>
              <a:t>Clinical Psychology </a:t>
            </a:r>
          </a:p>
          <a:p>
            <a:r>
              <a:rPr lang="en-US" dirty="0"/>
              <a:t>Forensic Psychology</a:t>
            </a:r>
          </a:p>
          <a:p>
            <a:r>
              <a:rPr lang="en-US" dirty="0"/>
              <a:t>Mathematical Psychology &amp; Psychometrics</a:t>
            </a:r>
          </a:p>
        </p:txBody>
      </p:sp>
    </p:spTree>
    <p:extLst>
      <p:ext uri="{BB962C8B-B14F-4D97-AF65-F5344CB8AC3E}">
        <p14:creationId xmlns:p14="http://schemas.microsoft.com/office/powerpoint/2010/main" val="1379843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luorescent microscopy photograph showing several bright blue neurons with branching dendrites against a dark background. The image highlights detailed neuron structures and connectivity patterns within neural tissue.">
            <a:extLst>
              <a:ext uri="{FF2B5EF4-FFF2-40B4-BE49-F238E27FC236}">
                <a16:creationId xmlns:a16="http://schemas.microsoft.com/office/drawing/2014/main" id="{A5A936CB-FA99-E6B9-77FA-D7E386AC12CF}"/>
              </a:ext>
            </a:extLst>
          </p:cNvPr>
          <p:cNvPicPr>
            <a:picLocks noChangeAspect="1"/>
          </p:cNvPicPr>
          <p:nvPr/>
        </p:nvPicPr>
        <p:blipFill>
          <a:blip r:embed="rId3" cstate="email">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6538" r="5842" b="-1"/>
          <a:stretch>
            <a:fillRect/>
          </a:stretch>
        </p:blipFill>
        <p:spPr>
          <a:xfrm>
            <a:off x="3575050" y="1600200"/>
            <a:ext cx="5111750" cy="4480560"/>
          </a:xfrm>
          <a:prstGeom prst="rect">
            <a:avLst/>
          </a:prstGeom>
          <a:noFill/>
        </p:spPr>
      </p:pic>
      <p:sp>
        <p:nvSpPr>
          <p:cNvPr id="10" name="Text Placeholder 6"/>
          <p:cNvSpPr>
            <a:spLocks noGrp="1"/>
          </p:cNvSpPr>
          <p:nvPr>
            <p:ph type="body" sz="half" idx="2"/>
          </p:nvPr>
        </p:nvSpPr>
        <p:spPr>
          <a:xfrm>
            <a:off x="457200" y="1600200"/>
            <a:ext cx="3008313" cy="4480560"/>
          </a:xfrm>
          <a:solidFill>
            <a:schemeClr val="bg1"/>
          </a:solidFill>
        </p:spPr>
        <p:txBody>
          <a:bodyPr>
            <a:normAutofit/>
          </a:bodyPr>
          <a:lstStyle/>
          <a:p>
            <a:r>
              <a:rPr lang="en-US" sz="1500" dirty="0"/>
              <a:t>Biological psychologists study how the structure and function of the nervous system generate behavior.</a:t>
            </a:r>
          </a:p>
          <a:p>
            <a:r>
              <a:rPr lang="en-US" sz="1500" dirty="0"/>
              <a:t>Research can include:</a:t>
            </a:r>
          </a:p>
          <a:p>
            <a:pPr marL="285750" indent="-285750">
              <a:buFontTx/>
              <a:buChar char="-"/>
            </a:pPr>
            <a:r>
              <a:rPr lang="en-US" sz="1500" dirty="0"/>
              <a:t>Sensory and motor systems</a:t>
            </a:r>
          </a:p>
          <a:p>
            <a:pPr marL="285750" indent="-285750">
              <a:buFontTx/>
              <a:buChar char="-"/>
            </a:pPr>
            <a:r>
              <a:rPr lang="en-US" sz="1500" dirty="0"/>
              <a:t>Sleep</a:t>
            </a:r>
          </a:p>
          <a:p>
            <a:pPr marL="285750" indent="-285750">
              <a:buFontTx/>
              <a:buChar char="-"/>
            </a:pPr>
            <a:r>
              <a:rPr lang="en-US" sz="1500" dirty="0"/>
              <a:t>Drug use and abuse</a:t>
            </a:r>
          </a:p>
          <a:p>
            <a:pPr marL="285750" indent="-285750">
              <a:buFontTx/>
              <a:buChar char="-"/>
            </a:pPr>
            <a:r>
              <a:rPr lang="en-US" sz="1500" dirty="0"/>
              <a:t>Ingestive behavior</a:t>
            </a:r>
          </a:p>
          <a:p>
            <a:pPr marL="285750" indent="-285750">
              <a:buFontTx/>
              <a:buChar char="-"/>
            </a:pPr>
            <a:r>
              <a:rPr lang="en-US" sz="1500" dirty="0"/>
              <a:t>Reproductive behavior</a:t>
            </a:r>
          </a:p>
          <a:p>
            <a:pPr marL="285750" indent="-285750">
              <a:buFontTx/>
              <a:buChar char="-"/>
            </a:pPr>
            <a:r>
              <a:rPr lang="en-US" sz="1500" dirty="0"/>
              <a:t>Neurodevelopment</a:t>
            </a:r>
          </a:p>
          <a:p>
            <a:pPr marL="285750" indent="-285750">
              <a:buFontTx/>
              <a:buChar char="-"/>
            </a:pPr>
            <a:r>
              <a:rPr lang="en-US" sz="1500" dirty="0"/>
              <a:t>Plasticity of the nervous system</a:t>
            </a:r>
          </a:p>
          <a:p>
            <a:pPr marL="285750" indent="-285750">
              <a:buFontTx/>
              <a:buChar char="-"/>
            </a:pPr>
            <a:r>
              <a:rPr lang="en-US" sz="1500" dirty="0"/>
              <a:t>Biological correlates of psychological disorders</a:t>
            </a:r>
          </a:p>
          <a:p>
            <a:endParaRPr lang="en-US" sz="1500" dirty="0"/>
          </a:p>
        </p:txBody>
      </p:sp>
      <p:sp>
        <p:nvSpPr>
          <p:cNvPr id="5" name="Figure Number"/>
          <p:cNvSpPr>
            <a:spLocks noGrp="1"/>
          </p:cNvSpPr>
          <p:nvPr>
            <p:ph type="title"/>
          </p:nvPr>
        </p:nvSpPr>
        <p:spPr>
          <a:xfrm>
            <a:off x="457200" y="777240"/>
            <a:ext cx="8062912" cy="659535"/>
          </a:xfrm>
        </p:spPr>
        <p:txBody>
          <a:bodyPr anchor="ctr">
            <a:normAutofit/>
          </a:bodyPr>
          <a:lstStyle/>
          <a:p>
            <a:r>
              <a:rPr lang="en-US" dirty="0"/>
              <a:t>Biopsychology</a:t>
            </a:r>
          </a:p>
        </p:txBody>
      </p:sp>
    </p:spTree>
    <p:extLst>
      <p:ext uri="{BB962C8B-B14F-4D97-AF65-F5344CB8AC3E}">
        <p14:creationId xmlns:p14="http://schemas.microsoft.com/office/powerpoint/2010/main" val="85287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p:txBody>
          <a:bodyPr/>
          <a:lstStyle/>
          <a:p>
            <a:r>
              <a:rPr lang="en-US" dirty="0"/>
              <a:t>Sensation and Perception</a:t>
            </a:r>
          </a:p>
        </p:txBody>
      </p:sp>
      <p:pic>
        <p:nvPicPr>
          <p:cNvPr id="2" name="Figure" descr="An ambiguous drawing looks like a duck facing to the left but also looks like a rabbit facing to the right."/>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7615" r="-27615"/>
          <a:stretch>
            <a:fillRect/>
          </a:stretch>
        </p:blipFill>
        <p:spPr>
          <a:xfrm>
            <a:off x="0" y="3957638"/>
            <a:ext cx="5283621" cy="2293594"/>
          </a:xfrm>
        </p:spPr>
      </p:pic>
      <p:sp>
        <p:nvSpPr>
          <p:cNvPr id="7" name="Figure Legend"/>
          <p:cNvSpPr>
            <a:spLocks noGrp="1"/>
          </p:cNvSpPr>
          <p:nvPr>
            <p:ph type="body" sz="quarter" idx="14"/>
          </p:nvPr>
        </p:nvSpPr>
        <p:spPr>
          <a:xfrm>
            <a:off x="5343525" y="5215457"/>
            <a:ext cx="3176586" cy="1166382"/>
          </a:xfrm>
          <a:solidFill>
            <a:schemeClr val="bg1"/>
          </a:solidFill>
        </p:spPr>
        <p:txBody>
          <a:bodyPr>
            <a:normAutofit fontScale="92500" lnSpcReduction="20000"/>
          </a:bodyPr>
          <a:lstStyle/>
          <a:p>
            <a:r>
              <a:rPr lang="en-US" sz="1600" dirty="0"/>
              <a:t>When you look at this image, you may see a duck or a rabbit. The sensory information remains the same, but your perception can vary dramatically.</a:t>
            </a:r>
          </a:p>
        </p:txBody>
      </p:sp>
      <p:sp>
        <p:nvSpPr>
          <p:cNvPr id="9" name="TextBox 8"/>
          <p:cNvSpPr txBox="1"/>
          <p:nvPr/>
        </p:nvSpPr>
        <p:spPr>
          <a:xfrm>
            <a:off x="536172" y="1280337"/>
            <a:ext cx="7983940" cy="2585323"/>
          </a:xfrm>
          <a:prstGeom prst="rect">
            <a:avLst/>
          </a:prstGeom>
          <a:solidFill>
            <a:schemeClr val="bg1"/>
          </a:solidFill>
        </p:spPr>
        <p:txBody>
          <a:bodyPr wrap="square" rtlCol="0">
            <a:spAutoFit/>
          </a:bodyPr>
          <a:lstStyle/>
          <a:p>
            <a:r>
              <a:rPr lang="en-US" dirty="0"/>
              <a:t>This area of study focuses on both physiological aspects of sensory systems and the psychological experience of sensory information.</a:t>
            </a:r>
          </a:p>
          <a:p>
            <a:endParaRPr lang="en-US" dirty="0"/>
          </a:p>
          <a:p>
            <a:r>
              <a:rPr lang="en-US" b="1" dirty="0"/>
              <a:t>Sensation</a:t>
            </a:r>
            <a:r>
              <a:rPr lang="en-US" dirty="0"/>
              <a:t> </a:t>
            </a:r>
            <a:r>
              <a:rPr lang="mr-IN" dirty="0"/>
              <a:t>–</a:t>
            </a:r>
            <a:r>
              <a:rPr lang="en-US" dirty="0"/>
              <a:t> Sensory information (sights, sounds, touch, smell).</a:t>
            </a:r>
          </a:p>
          <a:p>
            <a:endParaRPr lang="en-US" dirty="0"/>
          </a:p>
          <a:p>
            <a:r>
              <a:rPr lang="en-US" b="1" dirty="0"/>
              <a:t>Perception</a:t>
            </a:r>
            <a:r>
              <a:rPr lang="en-US" dirty="0"/>
              <a:t> </a:t>
            </a:r>
            <a:r>
              <a:rPr lang="mr-IN" dirty="0"/>
              <a:t>–</a:t>
            </a:r>
            <a:r>
              <a:rPr lang="en-US" dirty="0"/>
              <a:t> Experience of the world which is influenced by where we focus our attention, our previous experiences, and our cultural backgrounds.</a:t>
            </a:r>
          </a:p>
          <a:p>
            <a:endParaRPr lang="en-US" dirty="0"/>
          </a:p>
        </p:txBody>
      </p:sp>
    </p:spTree>
    <p:extLst>
      <p:ext uri="{BB962C8B-B14F-4D97-AF65-F5344CB8AC3E}">
        <p14:creationId xmlns:p14="http://schemas.microsoft.com/office/powerpoint/2010/main" val="3448937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1407672-2BBB-0E22-FD61-EA77998D3531}"/>
              </a:ext>
            </a:extLst>
          </p:cNvPr>
          <p:cNvSpPr>
            <a:spLocks noGrp="1"/>
          </p:cNvSpPr>
          <p:nvPr>
            <p:ph type="title"/>
          </p:nvPr>
        </p:nvSpPr>
        <p:spPr/>
        <p:txBody>
          <a:bodyPr/>
          <a:lstStyle/>
          <a:p>
            <a:r>
              <a:rPr lang="en-US" sz="3200" dirty="0"/>
              <a:t>Cognitive Psychology</a:t>
            </a:r>
          </a:p>
        </p:txBody>
      </p:sp>
      <p:sp>
        <p:nvSpPr>
          <p:cNvPr id="8" name="Content Placeholder 7">
            <a:extLst>
              <a:ext uri="{FF2B5EF4-FFF2-40B4-BE49-F238E27FC236}">
                <a16:creationId xmlns:a16="http://schemas.microsoft.com/office/drawing/2014/main" id="{8CC4195D-E0D0-5CB4-2834-C8E2A6DA6868}"/>
              </a:ext>
            </a:extLst>
          </p:cNvPr>
          <p:cNvSpPr>
            <a:spLocks noGrp="1"/>
          </p:cNvSpPr>
          <p:nvPr>
            <p:ph sz="half" idx="14"/>
          </p:nvPr>
        </p:nvSpPr>
        <p:spPr>
          <a:solidFill>
            <a:schemeClr val="bg1"/>
          </a:solidFill>
        </p:spPr>
        <p:txBody>
          <a:bodyPr/>
          <a:lstStyle/>
          <a:p>
            <a:r>
              <a:rPr lang="en-US" dirty="0"/>
              <a:t>Cognitive psychology is the area of psychology that focuses on studying cognitions, or thoughts, and their relationship to our experiences and our actions.</a:t>
            </a:r>
          </a:p>
          <a:p>
            <a:r>
              <a:rPr lang="en-US" dirty="0"/>
              <a:t>Example topics include: </a:t>
            </a:r>
          </a:p>
          <a:p>
            <a:pPr marL="285750" indent="-285750">
              <a:buFont typeface="Arial" panose="020B0604020202020204" pitchFamily="34" charset="0"/>
              <a:buChar char="•"/>
            </a:pPr>
            <a:r>
              <a:rPr lang="en-US" dirty="0"/>
              <a:t>Learning &amp; problem solving</a:t>
            </a:r>
          </a:p>
          <a:p>
            <a:pPr marL="285750" indent="-285750">
              <a:buFont typeface="Arial" panose="020B0604020202020204" pitchFamily="34" charset="0"/>
              <a:buChar char="•"/>
            </a:pPr>
            <a:r>
              <a:rPr lang="en-US" dirty="0"/>
              <a:t>Intelligence </a:t>
            </a:r>
          </a:p>
          <a:p>
            <a:pPr marL="285750" indent="-285750">
              <a:buFont typeface="Arial" panose="020B0604020202020204" pitchFamily="34" charset="0"/>
              <a:buChar char="•"/>
            </a:pPr>
            <a:r>
              <a:rPr lang="en-US" dirty="0"/>
              <a:t>Language</a:t>
            </a:r>
          </a:p>
          <a:p>
            <a:pPr marL="285750" indent="-285750">
              <a:buFont typeface="Arial" panose="020B0604020202020204" pitchFamily="34" charset="0"/>
              <a:buChar char="•"/>
            </a:pPr>
            <a:r>
              <a:rPr lang="en-US" dirty="0"/>
              <a:t>Memory</a:t>
            </a:r>
          </a:p>
          <a:p>
            <a:pPr marL="285750" indent="-285750">
              <a:buFont typeface="Arial" panose="020B0604020202020204" pitchFamily="34" charset="0"/>
              <a:buChar char="•"/>
            </a:pPr>
            <a:r>
              <a:rPr lang="en-US" dirty="0"/>
              <a:t>Attention</a:t>
            </a:r>
          </a:p>
          <a:p>
            <a:pPr marL="285750" indent="-285750">
              <a:buFont typeface="Arial" panose="020B0604020202020204" pitchFamily="34" charset="0"/>
              <a:buChar char="•"/>
            </a:pPr>
            <a:endParaRPr lang="en-US" dirty="0"/>
          </a:p>
        </p:txBody>
      </p:sp>
      <p:pic>
        <p:nvPicPr>
          <p:cNvPr id="11" name="Content Placeholder 10">
            <a:extLst>
              <a:ext uri="{FF2B5EF4-FFF2-40B4-BE49-F238E27FC236}">
                <a16:creationId xmlns:a16="http://schemas.microsoft.com/office/drawing/2014/main" id="{CF7FCC6A-D6A1-6D1A-A7BA-478C49E8E31A}"/>
              </a:ext>
              <a:ext uri="{C183D7F6-B498-43B3-948B-1728B52AA6E4}">
                <adec:decorative xmlns:adec="http://schemas.microsoft.com/office/drawing/2017/decorative" val="1"/>
              </a:ext>
            </a:extLst>
          </p:cNvPr>
          <p:cNvPicPr>
            <a:picLocks noGrp="1" noChangeAspect="1"/>
          </p:cNvPicPr>
          <p:nvPr>
            <p:ph sz="half" idx="15"/>
          </p:nvPr>
        </p:nvPicPr>
        <p:blipFill>
          <a:blip r:embed="rId3" cstate="email">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872038" y="2553258"/>
            <a:ext cx="3656012" cy="2570633"/>
          </a:xfrm>
        </p:spPr>
      </p:pic>
      <p:sp>
        <p:nvSpPr>
          <p:cNvPr id="12" name="TextBox 11">
            <a:extLst>
              <a:ext uri="{FF2B5EF4-FFF2-40B4-BE49-F238E27FC236}">
                <a16:creationId xmlns:a16="http://schemas.microsoft.com/office/drawing/2014/main" id="{390DD004-79F4-E7C3-7B43-E654A94F7CD3}"/>
              </a:ext>
            </a:extLst>
          </p:cNvPr>
          <p:cNvSpPr txBox="1"/>
          <p:nvPr/>
        </p:nvSpPr>
        <p:spPr>
          <a:xfrm>
            <a:off x="4872038" y="5123891"/>
            <a:ext cx="3656012" cy="230832"/>
          </a:xfrm>
          <a:prstGeom prst="rect">
            <a:avLst/>
          </a:prstGeom>
          <a:noFill/>
        </p:spPr>
        <p:txBody>
          <a:bodyPr wrap="square" rtlCol="0">
            <a:spAutoFit/>
          </a:bodyPr>
          <a:lstStyle/>
          <a:p>
            <a:r>
              <a:rPr lang="en-US" sz="900">
                <a:hlinkClick r:id="rId4" tooltip="https://orthopamelogue-inclusion.blogspot.com/2020/12/introduction.html"/>
              </a:rPr>
              <a:t>This Photo</a:t>
            </a:r>
            <a:r>
              <a:rPr lang="en-US" sz="900"/>
              <a:t> by Unknown Author is licensed under </a:t>
            </a:r>
            <a:r>
              <a:rPr lang="en-US" sz="900">
                <a:hlinkClick r:id="rId5" tooltip="https://creativecommons.org/licenses/by-nc-sa/3.0/"/>
              </a:rPr>
              <a:t>CC BY-SA-NC</a:t>
            </a:r>
            <a:endParaRPr lang="en-US" sz="900"/>
          </a:p>
        </p:txBody>
      </p:sp>
    </p:spTree>
    <p:extLst>
      <p:ext uri="{BB962C8B-B14F-4D97-AF65-F5344CB8AC3E}">
        <p14:creationId xmlns:p14="http://schemas.microsoft.com/office/powerpoint/2010/main" val="3532648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p:txBody>
          <a:bodyPr>
            <a:normAutofit/>
          </a:bodyPr>
          <a:lstStyle/>
          <a:p>
            <a:r>
              <a:rPr lang="en-US" dirty="0"/>
              <a:t>Developmental Psychology</a:t>
            </a:r>
            <a:endParaRPr lang="en-US" sz="2400" dirty="0">
              <a:solidFill>
                <a:srgbClr val="6CB255"/>
              </a:solidFill>
            </a:endParaRPr>
          </a:p>
        </p:txBody>
      </p:sp>
      <p:sp>
        <p:nvSpPr>
          <p:cNvPr id="8" name="Text Placeholder 13"/>
          <p:cNvSpPr>
            <a:spLocks noGrp="1"/>
          </p:cNvSpPr>
          <p:nvPr>
            <p:ph type="body" sz="quarter" idx="14"/>
          </p:nvPr>
        </p:nvSpPr>
        <p:spPr>
          <a:xfrm>
            <a:off x="289450" y="1428861"/>
            <a:ext cx="8009104" cy="2514464"/>
          </a:xfrm>
          <a:solidFill>
            <a:schemeClr val="bg1"/>
          </a:solidFill>
        </p:spPr>
        <p:txBody>
          <a:bodyPr>
            <a:noAutofit/>
          </a:bodyPr>
          <a:lstStyle/>
          <a:p>
            <a:r>
              <a:rPr lang="en-US" sz="1800" dirty="0">
                <a:solidFill>
                  <a:schemeClr val="tx1"/>
                </a:solidFill>
              </a:rPr>
              <a:t>Developmental psychology studies the physical and mental attributes of aging and maturation. </a:t>
            </a:r>
          </a:p>
          <a:p>
            <a:r>
              <a:rPr lang="en-US" sz="1800" dirty="0">
                <a:solidFill>
                  <a:schemeClr val="tx1"/>
                </a:solidFill>
              </a:rPr>
              <a:t>This can include various skills that are acquired throughout growth. </a:t>
            </a:r>
          </a:p>
          <a:p>
            <a:pPr marL="845820" lvl="1" indent="-285750">
              <a:buFontTx/>
              <a:buChar char="-"/>
            </a:pPr>
            <a:r>
              <a:rPr lang="en-US" sz="1500" dirty="0">
                <a:solidFill>
                  <a:schemeClr val="tx1"/>
                </a:solidFill>
              </a:rPr>
              <a:t>Moral Reasoning</a:t>
            </a:r>
          </a:p>
          <a:p>
            <a:pPr marL="845820" lvl="1" indent="-285750">
              <a:buFontTx/>
              <a:buChar char="-"/>
            </a:pPr>
            <a:r>
              <a:rPr lang="en-US" sz="1500" dirty="0">
                <a:solidFill>
                  <a:schemeClr val="tx1"/>
                </a:solidFill>
              </a:rPr>
              <a:t>Cognitive Skills</a:t>
            </a:r>
          </a:p>
          <a:p>
            <a:pPr marL="845820" lvl="1" indent="-285750">
              <a:buFontTx/>
              <a:buChar char="-"/>
            </a:pPr>
            <a:r>
              <a:rPr lang="en-US" sz="1500" dirty="0">
                <a:solidFill>
                  <a:schemeClr val="tx1"/>
                </a:solidFill>
              </a:rPr>
              <a:t>Social Skills</a:t>
            </a:r>
          </a:p>
          <a:p>
            <a:r>
              <a:rPr lang="en-US" sz="1800" dirty="0">
                <a:solidFill>
                  <a:srgbClr val="000000"/>
                </a:solidFill>
              </a:rPr>
              <a:t>Jean Piaget is famous for his theories regarding changes in cognitive ability that occur as we move from infancy to adulthood.</a:t>
            </a:r>
          </a:p>
        </p:txBody>
      </p:sp>
      <p:pic>
        <p:nvPicPr>
          <p:cNvPr id="3078" name="Picture 6" descr="Piaget's Theory and Stages of Cognitive Development">
            <a:extLst>
              <a:ext uri="{FF2B5EF4-FFF2-40B4-BE49-F238E27FC236}">
                <a16:creationId xmlns:a16="http://schemas.microsoft.com/office/drawing/2014/main" id="{6EF3C08F-E8DB-AC4E-FC1E-FCBE5A95AF1F}"/>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77617" y="4019412"/>
            <a:ext cx="4642086" cy="251446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 picture of Jean Piaget smiling">
            <a:extLst>
              <a:ext uri="{FF2B5EF4-FFF2-40B4-BE49-F238E27FC236}">
                <a16:creationId xmlns:a16="http://schemas.microsoft.com/office/drawing/2014/main" id="{5F83734B-6692-AAFF-E188-933360F5B0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6279" y="4282344"/>
            <a:ext cx="2962275"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725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p:txBody>
          <a:bodyPr>
            <a:normAutofit/>
          </a:bodyPr>
          <a:lstStyle/>
          <a:p>
            <a:pPr algn="r"/>
            <a:r>
              <a:rPr lang="en-US"/>
              <a:t>Personality Psychology</a:t>
            </a:r>
            <a:endParaRPr lang="en-US" sz="2400" dirty="0">
              <a:solidFill>
                <a:srgbClr val="6CB255"/>
              </a:solidFill>
            </a:endParaRPr>
          </a:p>
        </p:txBody>
      </p:sp>
      <p:pic>
        <p:nvPicPr>
          <p:cNvPr id="2" name="Figure" descr="A diagram includes five vertically stacked arrows, which point to the left and right. A dimension's first letter, name, and description are included inside of each arrow. A box to the left of each arrow includes traits associated with a low score for that arrow's dimension. A box to the right of each arrow includes traits associated with a high score for that arrow's dimension. The top arrow includes the trait &quot;openness,&quot; which is described with the words, &quot;imagination,&quot; &quot;feelings,&quot; &quot;actions,&quot; and &quot;ideas.&quot; The box to the left of that arrow includes the words, &quot;practical,&quot; &quot;conventional,&quot; and &quot;prefers routine,&quot; while the box to the right of that arrow includes the words, &quot;curious,&quot; &quot;wide range of interests,&quot; and &quot;independent.&quot; The next arrow includes the trait &quot;conscientiousness,&quot; which is described with the words, &quot;competence,&quot; &quot;self-discipline,&quot; &quot;thoughtfulness,&quot; and &quot;goal-driven.&quot; The box to the left of that arrow includes the words, &quot;impulsive,&quot; &quot;careless,&quot; and &quot;disorganized,&quot; while the box to the right of that arrow includes the words, &quot;hardworking,&quot; &quot;dependable,&quot; and &quot;organized.&quot; The next arrow includes the trait &quot;extroversion,&quot; which is described with the words, &quot;sociability,&quot; &quot;assertiveness,&quot; and &quot;emotional expression.&quot; The box to the left of that arrow includes the words, &quot;quiet,&quot; &quot;reserved,&quot; and &quot;withdrawn,&quot; while the box to the right of that arrow includes the words, &quot;outgoing,&quot; &quot;warm,&quot; and &quot;seeks adventure.&quot; The next arrow includes the trait &quot;agreeableness,&quot; which is described with the words, &quot;cooperative,&quot; &quot;trustworthy,&quot; and &quot;good-natured.&quot; The box to the left of that arrow includes the words, &quot;critical,&quot; &quot;uncooperative,&quot; and &quot;suspicious,&quot; while the box to the right of that arrow includes the words, &quot;helpful,&quot; &quot;trusting,&quot; and &quot;empathetic.&quot; The next arrow includes the trait &quot;neuroticism,&quot; which is described as &quot;tendency toward unstable emotions.&quot; The box to the left of that arrow includes the words, &quot;calm,&quot; &quot;even-tempered,&quot; and &quot;secure,&quot; while the box to the right of that arrow includes the words, &quot;anxious,&quot; &quot;unhappy,&quot; and &quot;prone to negative emotions.&quot;"/>
          <p:cNvPicPr>
            <a:picLocks noGrp="1" noChangeAspect="1"/>
          </p:cNvPicPr>
          <p:nvPr>
            <p:ph type="pic" sz="quarter" idx="13"/>
          </p:nvPr>
        </p:nvPicPr>
        <p:blipFill>
          <a:blip r:embed="rId3" cstate="email">
            <a:extLst>
              <a:ext uri="{28A0092B-C50C-407E-A947-70E740481C1C}">
                <a14:useLocalDpi xmlns:a14="http://schemas.microsoft.com/office/drawing/2010/main" val="0"/>
              </a:ext>
            </a:extLst>
          </a:blip>
          <a:srcRect l="3961" r="3961"/>
          <a:stretch>
            <a:fillRect/>
          </a:stretch>
        </p:blipFill>
        <p:spPr/>
      </p:pic>
      <p:sp>
        <p:nvSpPr>
          <p:cNvPr id="8" name="Text Placeholder 13"/>
          <p:cNvSpPr txBox="1">
            <a:spLocks/>
          </p:cNvSpPr>
          <p:nvPr/>
        </p:nvSpPr>
        <p:spPr>
          <a:xfrm>
            <a:off x="4991015" y="1223455"/>
            <a:ext cx="3913188" cy="4986166"/>
          </a:xfrm>
          <a:prstGeom prst="rect">
            <a:avLst/>
          </a:prstGeom>
          <a:solidFill>
            <a:schemeClr val="bg1"/>
          </a:solidFill>
        </p:spPr>
        <p:txBody>
          <a:bodyPr vert="horz" lIns="91440" tIns="45720" rIns="91440" bIns="45720" rtlCol="0">
            <a:noAutofit/>
          </a:bodyPr>
          <a:lstStyle>
            <a:lvl1pPr marL="0" indent="0" algn="l" defTabSz="914400" rtl="0" eaLnBrk="1" latinLnBrk="0" hangingPunct="1">
              <a:spcBef>
                <a:spcPct val="20000"/>
              </a:spcBef>
              <a:spcAft>
                <a:spcPts val="600"/>
              </a:spcAft>
              <a:buClr>
                <a:srgbClr val="6CB255"/>
              </a:buClr>
              <a:buFont typeface="Arial" pitchFamily="34" charset="0"/>
              <a:buNone/>
              <a:defRPr sz="2000" b="0" kern="1200">
                <a:solidFill>
                  <a:srgbClr val="212F62"/>
                </a:solidFill>
                <a:latin typeface="+mn-lt"/>
                <a:ea typeface="+mn-ea"/>
                <a:cs typeface="+mn-cs"/>
              </a:defRPr>
            </a:lvl1pPr>
            <a:lvl2pPr marL="731520" indent="-457200" algn="l" defTabSz="914400" rtl="0" eaLnBrk="1" latinLnBrk="0" hangingPunct="1">
              <a:spcBef>
                <a:spcPct val="20000"/>
              </a:spcBef>
              <a:buClr>
                <a:srgbClr val="6CB255"/>
              </a:buClr>
              <a:buFont typeface="+mj-lt"/>
              <a:buAutoNum type="alphaLcParenR"/>
              <a:defRPr sz="2000" kern="1200">
                <a:solidFill>
                  <a:schemeClr val="tx1"/>
                </a:solidFill>
                <a:latin typeface="+mn-lt"/>
                <a:ea typeface="+mn-ea"/>
                <a:cs typeface="+mn-cs"/>
              </a:defRPr>
            </a:lvl2pPr>
            <a:lvl3pPr marL="1257300" indent="-342900" algn="l" defTabSz="914400" rtl="0" eaLnBrk="1" latinLnBrk="0" hangingPunct="1">
              <a:spcBef>
                <a:spcPct val="20000"/>
              </a:spcBef>
              <a:buClr>
                <a:srgbClr val="6CB255"/>
              </a:buClr>
              <a:buFont typeface="+mj-lt"/>
              <a:buAutoNum type="alphaLcParenR"/>
              <a:defRPr sz="1800" kern="1200">
                <a:solidFill>
                  <a:schemeClr val="tx1"/>
                </a:solidFill>
                <a:latin typeface="+mn-lt"/>
                <a:ea typeface="+mn-ea"/>
                <a:cs typeface="+mn-cs"/>
              </a:defRPr>
            </a:lvl3pPr>
            <a:lvl4pPr marL="1714500" indent="-342900" algn="l" defTabSz="914400" rtl="0" eaLnBrk="1" latinLnBrk="0" hangingPunct="1">
              <a:spcBef>
                <a:spcPct val="20000"/>
              </a:spcBef>
              <a:buClr>
                <a:srgbClr val="6CB255"/>
              </a:buClr>
              <a:buFont typeface="+mj-lt"/>
              <a:buAutoNum type="alphaLcParenR"/>
              <a:defRPr sz="1800" kern="1200">
                <a:solidFill>
                  <a:schemeClr val="tx1"/>
                </a:solidFill>
                <a:latin typeface="+mn-lt"/>
                <a:ea typeface="+mn-ea"/>
                <a:cs typeface="+mn-cs"/>
              </a:defRPr>
            </a:lvl4pPr>
            <a:lvl5pPr marL="2171700" indent="-342900" algn="l" defTabSz="914400" rtl="0" eaLnBrk="1" latinLnBrk="0" hangingPunct="1">
              <a:spcBef>
                <a:spcPct val="20000"/>
              </a:spcBef>
              <a:buClr>
                <a:srgbClr val="6CB255"/>
              </a:buClr>
              <a:buFont typeface="+mj-lt"/>
              <a:buAutoNum type="alphaLcParen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pPr marL="285750" indent="-285750">
              <a:buFont typeface="Arial" panose="020B0604020202020204" pitchFamily="34" charset="0"/>
              <a:buChar char="•"/>
            </a:pPr>
            <a:r>
              <a:rPr lang="en-US" sz="1600" dirty="0">
                <a:solidFill>
                  <a:schemeClr val="tx1"/>
                </a:solidFill>
              </a:rPr>
              <a:t>Focuses on behaviors and thought patterns that are unique to each individual.</a:t>
            </a:r>
          </a:p>
          <a:p>
            <a:pPr marL="285750" indent="-285750">
              <a:buFont typeface="Arial" panose="020B0604020202020204" pitchFamily="34" charset="0"/>
              <a:buChar char="•"/>
            </a:pPr>
            <a:r>
              <a:rPr lang="en-US" sz="1600" dirty="0">
                <a:solidFill>
                  <a:schemeClr val="tx1"/>
                </a:solidFill>
              </a:rPr>
              <a:t>Studies in this field include conscious and unconscious thinking and identifying personality traits. </a:t>
            </a:r>
          </a:p>
          <a:p>
            <a:pPr marL="285750" indent="-285750">
              <a:buFont typeface="Arial" panose="020B0604020202020204" pitchFamily="34" charset="0"/>
              <a:buChar char="•"/>
            </a:pPr>
            <a:endParaRPr lang="en-US" sz="1600" dirty="0">
              <a:solidFill>
                <a:schemeClr val="tx1"/>
              </a:solidFill>
            </a:endParaRPr>
          </a:p>
          <a:p>
            <a:r>
              <a:rPr lang="en-US" sz="1600" b="1" dirty="0">
                <a:solidFill>
                  <a:schemeClr val="tx1"/>
                </a:solidFill>
              </a:rPr>
              <a:t>The Big Five (The Five Factor Model)</a:t>
            </a:r>
          </a:p>
          <a:p>
            <a:pPr marL="285750" indent="-285750">
              <a:buFont typeface="Arial" panose="020B0604020202020204" pitchFamily="34" charset="0"/>
              <a:buChar char="•"/>
            </a:pPr>
            <a:r>
              <a:rPr lang="en-US" sz="1600" dirty="0">
                <a:solidFill>
                  <a:schemeClr val="tx1"/>
                </a:solidFill>
              </a:rPr>
              <a:t>Each of the dimensions of the Five Factor model is shown in this figure. </a:t>
            </a:r>
          </a:p>
          <a:p>
            <a:pPr marL="285750" indent="-285750">
              <a:buFont typeface="Arial" panose="020B0604020202020204" pitchFamily="34" charset="0"/>
              <a:buChar char="•"/>
            </a:pPr>
            <a:r>
              <a:rPr lang="en-US" sz="1600" dirty="0">
                <a:solidFill>
                  <a:schemeClr val="tx1"/>
                </a:solidFill>
              </a:rPr>
              <a:t>The provided description would describe someone who scored highly </a:t>
            </a:r>
            <a:r>
              <a:rPr lang="en-US" sz="1600" dirty="0">
                <a:solidFill>
                  <a:srgbClr val="000000"/>
                </a:solidFill>
              </a:rPr>
              <a:t>on that given dimension. Someone with a lower score on a given dimension could be described in opposite terms.</a:t>
            </a:r>
          </a:p>
        </p:txBody>
      </p:sp>
    </p:spTree>
    <p:extLst>
      <p:ext uri="{BB962C8B-B14F-4D97-AF65-F5344CB8AC3E}">
        <p14:creationId xmlns:p14="http://schemas.microsoft.com/office/powerpoint/2010/main" val="286608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a:xfrm>
            <a:off x="481013" y="576292"/>
            <a:ext cx="8180262" cy="922516"/>
          </a:xfrm>
        </p:spPr>
        <p:txBody>
          <a:bodyPr anchor="ctr">
            <a:normAutofit/>
          </a:bodyPr>
          <a:lstStyle/>
          <a:p>
            <a:r>
              <a:rPr lang="en-US"/>
              <a:t>Social Psychology</a:t>
            </a:r>
          </a:p>
        </p:txBody>
      </p:sp>
      <p:pic>
        <p:nvPicPr>
          <p:cNvPr id="4102" name="Picture 6">
            <a:extLst>
              <a:ext uri="{FF2B5EF4-FFF2-40B4-BE49-F238E27FC236}">
                <a16:creationId xmlns:a16="http://schemas.microsoft.com/office/drawing/2014/main" id="{781BAA47-8604-EF1E-5B52-BDC147E3B722}"/>
              </a:ext>
              <a:ext uri="{C183D7F6-B498-43B3-948B-1728B52AA6E4}">
                <adec:decorative xmlns:adec="http://schemas.microsoft.com/office/drawing/2017/decorative" val="1"/>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t="14293" r="1" b="9518"/>
          <a:stretch>
            <a:fillRect/>
          </a:stretch>
        </p:blipFill>
        <p:spPr bwMode="auto">
          <a:xfrm>
            <a:off x="666749" y="2343150"/>
            <a:ext cx="5071973" cy="2994868"/>
          </a:xfrm>
          <a:prstGeom prst="rect">
            <a:avLst/>
          </a:prstGeom>
          <a:solidFill>
            <a:srgbClr val="FFFFFF"/>
          </a:solidFill>
        </p:spPr>
      </p:pic>
      <p:sp>
        <p:nvSpPr>
          <p:cNvPr id="8" name="Text Placeholder 13"/>
          <p:cNvSpPr>
            <a:spLocks noGrp="1"/>
          </p:cNvSpPr>
          <p:nvPr>
            <p:ph sz="half" idx="13"/>
          </p:nvPr>
        </p:nvSpPr>
        <p:spPr>
          <a:xfrm>
            <a:off x="6222207" y="2343150"/>
            <a:ext cx="2297225" cy="2990850"/>
          </a:xfrm>
          <a:solidFill>
            <a:schemeClr val="bg1"/>
          </a:solidFill>
        </p:spPr>
        <p:txBody>
          <a:bodyPr>
            <a:normAutofit/>
          </a:bodyPr>
          <a:lstStyle/>
          <a:p>
            <a:r>
              <a:rPr lang="en-US" dirty="0"/>
              <a:t>How individuals interact and relate with others and how such interactions can affect behavior.</a:t>
            </a:r>
          </a:p>
          <a:p>
            <a:pPr marL="285750" indent="-285750">
              <a:buFontTx/>
              <a:buChar char="-"/>
            </a:pPr>
            <a:r>
              <a:rPr lang="en-US" dirty="0"/>
              <a:t>Prejudice</a:t>
            </a:r>
          </a:p>
          <a:p>
            <a:pPr marL="285750" indent="-285750">
              <a:buFontTx/>
              <a:buChar char="-"/>
            </a:pPr>
            <a:r>
              <a:rPr lang="en-US" dirty="0"/>
              <a:t>Attraction</a:t>
            </a:r>
          </a:p>
          <a:p>
            <a:pPr marL="285750" indent="-285750">
              <a:buFontTx/>
              <a:buChar char="-"/>
            </a:pPr>
            <a:r>
              <a:rPr lang="en-US" dirty="0"/>
              <a:t>Interpersonal conflicts</a:t>
            </a:r>
          </a:p>
          <a:p>
            <a:pPr marL="285750" indent="-285750">
              <a:buFontTx/>
              <a:buChar char="-"/>
            </a:pPr>
            <a:r>
              <a:rPr lang="en-US" dirty="0"/>
              <a:t>Obedience</a:t>
            </a:r>
          </a:p>
          <a:p>
            <a:pPr marL="0" indent="0">
              <a:buNone/>
            </a:pPr>
            <a:endParaRPr lang="en-US" dirty="0"/>
          </a:p>
          <a:p>
            <a:endParaRPr lang="en-US" dirty="0"/>
          </a:p>
        </p:txBody>
      </p:sp>
    </p:spTree>
    <p:extLst>
      <p:ext uri="{BB962C8B-B14F-4D97-AF65-F5344CB8AC3E}">
        <p14:creationId xmlns:p14="http://schemas.microsoft.com/office/powerpoint/2010/main" val="1531713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a:xfrm>
            <a:off x="481013" y="576292"/>
            <a:ext cx="8180262" cy="922516"/>
          </a:xfrm>
        </p:spPr>
        <p:txBody>
          <a:bodyPr anchor="ctr">
            <a:normAutofit/>
          </a:bodyPr>
          <a:lstStyle/>
          <a:p>
            <a:r>
              <a:rPr lang="en-US" dirty="0"/>
              <a:t>Health Psychology</a:t>
            </a:r>
          </a:p>
        </p:txBody>
      </p:sp>
      <p:sp>
        <p:nvSpPr>
          <p:cNvPr id="9" name="Text Placeholder 6"/>
          <p:cNvSpPr>
            <a:spLocks noGrp="1"/>
          </p:cNvSpPr>
          <p:nvPr>
            <p:ph sz="half" idx="14"/>
          </p:nvPr>
        </p:nvSpPr>
        <p:spPr>
          <a:xfrm>
            <a:off x="666749" y="2343150"/>
            <a:ext cx="3655085" cy="2994868"/>
          </a:xfrm>
          <a:solidFill>
            <a:schemeClr val="bg1"/>
          </a:solidFill>
        </p:spPr>
        <p:txBody>
          <a:bodyPr>
            <a:normAutofit/>
          </a:bodyPr>
          <a:lstStyle/>
          <a:p>
            <a:r>
              <a:rPr lang="en-US" dirty="0"/>
              <a:t>Branch that focuses on what makes people ill or healthy, as well as what they experience while sick</a:t>
            </a:r>
          </a:p>
          <a:p>
            <a:r>
              <a:rPr lang="en-US" dirty="0"/>
              <a:t>The biopsychosocial model suggests that health/illness is determined by an interaction of these three factors.</a:t>
            </a:r>
          </a:p>
          <a:p>
            <a:r>
              <a:rPr lang="en-US" dirty="0"/>
              <a:t>Applications include:</a:t>
            </a:r>
          </a:p>
          <a:p>
            <a:pPr marL="560070" lvl="1" indent="-285750">
              <a:buFont typeface="Arial" panose="020B0604020202020204" pitchFamily="34" charset="0"/>
              <a:buChar char="•"/>
            </a:pPr>
            <a:r>
              <a:rPr lang="en-US" dirty="0"/>
              <a:t>Studying trends in risk factors</a:t>
            </a:r>
          </a:p>
          <a:p>
            <a:pPr marL="560070" lvl="1" indent="-285750">
              <a:buFont typeface="Arial" panose="020B0604020202020204" pitchFamily="34" charset="0"/>
              <a:buChar char="•"/>
            </a:pPr>
            <a:r>
              <a:rPr lang="en-US" dirty="0"/>
              <a:t>Evaluating stress and how it can cause disease development</a:t>
            </a:r>
          </a:p>
          <a:p>
            <a:pPr marL="560070" lvl="1" indent="-285750">
              <a:buFont typeface="Arial" panose="020B0604020202020204" pitchFamily="34" charset="0"/>
              <a:buChar char="•"/>
            </a:pPr>
            <a:r>
              <a:rPr lang="en-US" dirty="0"/>
              <a:t>Assessing the role of social support in patient incomes</a:t>
            </a:r>
          </a:p>
        </p:txBody>
      </p:sp>
      <p:pic>
        <p:nvPicPr>
          <p:cNvPr id="15" name="Picture 14" descr="Venn diagram illustrating three overlapping circles labeled Biological, Psychological, and Social. Diagram highlights interaction and overlap among these three factors, emphasizing their interconnected influence.&#10;&#10;AI-generated content may be incorrect.">
            <a:extLst>
              <a:ext uri="{FF2B5EF4-FFF2-40B4-BE49-F238E27FC236}">
                <a16:creationId xmlns:a16="http://schemas.microsoft.com/office/drawing/2014/main" id="{D6E66845-0721-4602-C0E4-E35F94F9E1D3}"/>
              </a:ext>
            </a:extLst>
          </p:cNvPr>
          <p:cNvPicPr>
            <a:picLocks noChangeAspect="1"/>
          </p:cNvPicPr>
          <p:nvPr/>
        </p:nvPicPr>
        <p:blipFill>
          <a:blip r:embed="rId3" cstate="email">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104663" y="2343150"/>
            <a:ext cx="3190240" cy="2990850"/>
          </a:xfrm>
          <a:prstGeom prst="rect">
            <a:avLst/>
          </a:prstGeom>
          <a:noFill/>
        </p:spPr>
      </p:pic>
    </p:spTree>
    <p:extLst>
      <p:ext uri="{BB962C8B-B14F-4D97-AF65-F5344CB8AC3E}">
        <p14:creationId xmlns:p14="http://schemas.microsoft.com/office/powerpoint/2010/main" val="2632850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a:xfrm>
            <a:off x="457200" y="707163"/>
            <a:ext cx="8062912" cy="659535"/>
          </a:xfrm>
        </p:spPr>
        <p:txBody>
          <a:bodyPr/>
          <a:lstStyle/>
          <a:p>
            <a:r>
              <a:rPr lang="en-US" dirty="0"/>
              <a:t>Clinical Psychology</a:t>
            </a:r>
          </a:p>
        </p:txBody>
      </p:sp>
      <p:pic>
        <p:nvPicPr>
          <p:cNvPr id="2" name="Figure" descr="The points of an equilateral triangle are labeled &quot;thoughts,&quot; &quot;behaviors,&quot; and &quot;emotions.&quot; There are arrows running along the sides of the triangle with points on both ends, pointing to the labels."/>
          <p:cNvPicPr>
            <a:picLocks noGrp="1" noChangeAspect="1"/>
          </p:cNvPicPr>
          <p:nvPr>
            <p:ph type="pic" sz="quarter" idx="13"/>
          </p:nvPr>
        </p:nvPicPr>
        <p:blipFill>
          <a:blip r:embed="rId3" cstate="email">
            <a:extLst>
              <a:ext uri="{28A0092B-C50C-407E-A947-70E740481C1C}">
                <a14:useLocalDpi xmlns:a14="http://schemas.microsoft.com/office/drawing/2010/main" val="0"/>
              </a:ext>
            </a:extLst>
          </a:blip>
          <a:srcRect l="-28759" r="-28759"/>
          <a:stretch>
            <a:fillRect/>
          </a:stretch>
        </p:blipFill>
        <p:spPr>
          <a:xfrm>
            <a:off x="3159443" y="1643063"/>
            <a:ext cx="5217794" cy="2265019"/>
          </a:xfrm>
        </p:spPr>
      </p:pic>
      <p:sp>
        <p:nvSpPr>
          <p:cNvPr id="7" name="Figure Legend"/>
          <p:cNvSpPr>
            <a:spLocks noGrp="1"/>
          </p:cNvSpPr>
          <p:nvPr>
            <p:ph type="body" sz="quarter" idx="14"/>
          </p:nvPr>
        </p:nvSpPr>
        <p:spPr>
          <a:solidFill>
            <a:schemeClr val="bg1"/>
          </a:solidFill>
        </p:spPr>
        <p:txBody>
          <a:bodyPr>
            <a:normAutofit/>
          </a:bodyPr>
          <a:lstStyle/>
          <a:p>
            <a:r>
              <a:rPr lang="en-US" sz="1600" dirty="0"/>
              <a:t>Cognitive-behavioral therapists take cognitive processes and behaviors into account when providing psychotherapy. This is one of several strategies that may be used by practicing clinical psychologists.</a:t>
            </a:r>
          </a:p>
        </p:txBody>
      </p:sp>
      <p:sp>
        <p:nvSpPr>
          <p:cNvPr id="9" name="TextBox 8"/>
          <p:cNvSpPr txBox="1"/>
          <p:nvPr/>
        </p:nvSpPr>
        <p:spPr>
          <a:xfrm>
            <a:off x="379545" y="1643063"/>
            <a:ext cx="3502644" cy="2031325"/>
          </a:xfrm>
          <a:prstGeom prst="rect">
            <a:avLst/>
          </a:prstGeom>
          <a:solidFill>
            <a:schemeClr val="bg1"/>
          </a:solidFill>
        </p:spPr>
        <p:txBody>
          <a:bodyPr wrap="square" rtlCol="0">
            <a:spAutoFit/>
          </a:bodyPr>
          <a:lstStyle/>
          <a:p>
            <a:r>
              <a:rPr lang="en-US" dirty="0"/>
              <a:t>Focuses on diagnosis and treatment of psychological disorders and problematic patterns of behavior. </a:t>
            </a:r>
          </a:p>
          <a:p>
            <a:endParaRPr lang="en-US" dirty="0"/>
          </a:p>
          <a:p>
            <a:r>
              <a:rPr lang="en-US" dirty="0"/>
              <a:t>Study involves clinical therapy and counseling. </a:t>
            </a:r>
          </a:p>
        </p:txBody>
      </p:sp>
    </p:spTree>
    <p:extLst>
      <p:ext uri="{BB962C8B-B14F-4D97-AF65-F5344CB8AC3E}">
        <p14:creationId xmlns:p14="http://schemas.microsoft.com/office/powerpoint/2010/main" val="4080947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igure Number">
            <a:extLst>
              <a:ext uri="{FF2B5EF4-FFF2-40B4-BE49-F238E27FC236}">
                <a16:creationId xmlns:a16="http://schemas.microsoft.com/office/drawing/2014/main" id="{90CC4DCF-3722-8866-DE73-17E1757B4F58}"/>
              </a:ext>
            </a:extLst>
          </p:cNvPr>
          <p:cNvSpPr>
            <a:spLocks noGrp="1"/>
          </p:cNvSpPr>
          <p:nvPr>
            <p:ph type="title" idx="4294967295"/>
          </p:nvPr>
        </p:nvSpPr>
        <p:spPr>
          <a:xfrm>
            <a:off x="274638" y="350838"/>
            <a:ext cx="8062912" cy="658812"/>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3300" b="0" i="0" u="none" strike="noStrike" kern="1200" cap="none" spc="0" normalizeH="0" baseline="0" noProof="0" dirty="0">
                <a:ln>
                  <a:noFill/>
                </a:ln>
                <a:solidFill>
                  <a:schemeClr val="tx1"/>
                </a:solidFill>
                <a:effectLst/>
                <a:uLnTx/>
                <a:uFillTx/>
                <a:latin typeface="+mj-lt"/>
                <a:ea typeface="+mj-ea"/>
                <a:cs typeface="+mj-cs"/>
              </a:rPr>
              <a:t>And More…</a:t>
            </a:r>
          </a:p>
        </p:txBody>
      </p:sp>
      <p:sp>
        <p:nvSpPr>
          <p:cNvPr id="4" name="Text Placeholder 3">
            <a:extLst>
              <a:ext uri="{C183D7F6-B498-43B3-948B-1728B52AA6E4}">
                <adec:decorative xmlns:adec="http://schemas.microsoft.com/office/drawing/2017/decorative" val="0"/>
              </a:ext>
            </a:extLst>
          </p:cNvPr>
          <p:cNvSpPr>
            <a:spLocks/>
          </p:cNvSpPr>
          <p:nvPr/>
        </p:nvSpPr>
        <p:spPr>
          <a:xfrm>
            <a:off x="159026" y="993913"/>
            <a:ext cx="8849802" cy="5709036"/>
          </a:xfrm>
          <a:prstGeom prst="rect">
            <a:avLst/>
          </a:prstGeom>
          <a:solidFill>
            <a:schemeClr val="bg1"/>
          </a:solid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pPr marL="0" marR="0" lvl="0" indent="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Century Gothic"/>
                <a:ea typeface="+mn-ea"/>
                <a:cs typeface="+mn-cs"/>
              </a:rPr>
              <a:t>Industrial-Organizational (IO Psychology)</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a:p>
            <a:pPr marL="171450" marR="0" lvl="0" indent="-17145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Branch that applies psychological theories, principles and research to industrial and organizational settings.</a:t>
            </a:r>
          </a:p>
          <a:p>
            <a:pPr marL="171450" marR="0" lvl="0" indent="-17145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Involves issues related to personnel management, organizational structure and workplace environment.</a:t>
            </a:r>
          </a:p>
          <a:p>
            <a:pPr marL="0" marR="0" lvl="0" indent="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Century Gothic"/>
                <a:ea typeface="+mn-ea"/>
                <a:cs typeface="+mn-cs"/>
              </a:rPr>
              <a:t>Sports &amp; Exercise Psychology</a:t>
            </a:r>
            <a:endParaRPr kumimoji="0" lang="en-US" sz="2000" b="0" i="0" u="none" strike="noStrike" kern="1200" cap="none" spc="0" normalizeH="0" baseline="0" noProof="0" dirty="0">
              <a:ln>
                <a:noFill/>
              </a:ln>
              <a:solidFill>
                <a:srgbClr val="6CB255"/>
              </a:solidFill>
              <a:effectLst/>
              <a:uLnTx/>
              <a:uFillTx/>
              <a:latin typeface="+mj-lt"/>
              <a:ea typeface="+mn-ea"/>
              <a:cs typeface="+mn-cs"/>
            </a:endParaRPr>
          </a:p>
          <a:p>
            <a:pPr marL="171450" marR="0" lvl="0" indent="-17145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Focus on psychological aspects regarding sports and physical performance. </a:t>
            </a:r>
          </a:p>
          <a:p>
            <a:pPr marL="171450" marR="0" lvl="0" indent="-17145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Study includes motivation, performance related anxiety, and general mental well being. </a:t>
            </a:r>
          </a:p>
          <a:p>
            <a:pPr marL="0" marR="0" lvl="0" indent="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Century Gothic"/>
                <a:ea typeface="+mn-ea"/>
                <a:cs typeface="+mn-cs"/>
              </a:rPr>
              <a:t>Forensic Psychology</a:t>
            </a:r>
            <a:endParaRPr kumimoji="0" lang="en-US" sz="2000" b="0" i="0" u="none" strike="noStrike" kern="1200" cap="none" spc="0" normalizeH="0" baseline="0" noProof="0" dirty="0">
              <a:ln>
                <a:noFill/>
              </a:ln>
              <a:solidFill>
                <a:srgbClr val="6CB255"/>
              </a:solidFill>
              <a:effectLst/>
              <a:uLnTx/>
              <a:uFillTx/>
              <a:latin typeface="+mj-lt"/>
              <a:ea typeface="+mn-ea"/>
              <a:cs typeface="+mn-cs"/>
            </a:endParaRPr>
          </a:p>
          <a:p>
            <a:pPr marL="171450" marR="0" lvl="0" indent="-17145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Branch of psychology dealing with justice system. </a:t>
            </a:r>
          </a:p>
          <a:p>
            <a:pPr marL="171450" marR="0" lvl="0" indent="-17145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Tasks of Forensic Psychologists include assessment of individuals' mental competency to stand in trial, sentencing and treatment suggestions, and advisement regarding eyewitness testimonies. </a:t>
            </a:r>
          </a:p>
          <a:p>
            <a:pPr marL="171450" marR="0" lvl="0" indent="-17145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This field of psychology requires a strong understanding of the legal system. </a:t>
            </a:r>
          </a:p>
          <a:p>
            <a:pPr marL="0" marR="0" lvl="0" indent="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Century Gothic"/>
                <a:ea typeface="+mn-ea"/>
                <a:cs typeface="+mn-cs"/>
              </a:rPr>
              <a:t>Mathematical Psychology &amp; Psychometrics</a:t>
            </a:r>
            <a:endParaRPr kumimoji="0" lang="en-US" sz="2000" b="1" i="0" u="none" strike="noStrike" kern="1200" cap="none" spc="0" normalizeH="0" baseline="0" noProof="0" dirty="0">
              <a:ln>
                <a:noFill/>
              </a:ln>
              <a:solidFill>
                <a:prstClr val="black"/>
              </a:solidFill>
              <a:effectLst/>
              <a:uLnTx/>
              <a:uFillTx/>
              <a:latin typeface="Century Gothic"/>
              <a:ea typeface="+mn-ea"/>
              <a:cs typeface="+mn-cs"/>
            </a:endParaRPr>
          </a:p>
          <a:p>
            <a:pPr marL="171450" marR="0" lvl="0" indent="-17145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Branches of psychology that focus on assessment</a:t>
            </a:r>
          </a:p>
          <a:p>
            <a:pPr marL="171450" marR="0" lvl="0" indent="-17145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Psychometrics focuses on how we develop assessments, while mathematical psychology focuses on the analyses we use in our assessments</a:t>
            </a:r>
          </a:p>
          <a:p>
            <a:pPr marL="171450" marR="0" lvl="0" indent="-171450" algn="l" defTabSz="685800" rtl="0" eaLnBrk="1" fontAlgn="auto" latinLnBrk="0" hangingPunct="1">
              <a:lnSpc>
                <a:spcPct val="90000"/>
              </a:lnSpc>
              <a:spcBef>
                <a:spcPts val="750"/>
              </a:spcBef>
              <a:spcAft>
                <a:spcPts val="0"/>
              </a:spcAft>
              <a:buClr>
                <a:srgbClr val="6CB255"/>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6CB255"/>
              </a:solidFill>
              <a:effectLst/>
              <a:uLnTx/>
              <a:uFillTx/>
              <a:latin typeface="+mj-lt"/>
              <a:ea typeface="+mn-ea"/>
              <a:cs typeface="+mn-cs"/>
            </a:endParaRPr>
          </a:p>
        </p:txBody>
      </p:sp>
    </p:spTree>
    <p:extLst>
      <p:ext uri="{BB962C8B-B14F-4D97-AF65-F5344CB8AC3E}">
        <p14:creationId xmlns:p14="http://schemas.microsoft.com/office/powerpoint/2010/main" val="16956282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7F7B3-2F75-020D-A592-5F73A78328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DC0D66D-3480-CC3D-945D-839CA6DAEE4E}"/>
              </a:ext>
            </a:extLst>
          </p:cNvPr>
          <p:cNvSpPr>
            <a:spLocks noGrp="1"/>
          </p:cNvSpPr>
          <p:nvPr>
            <p:ph type="title"/>
          </p:nvPr>
        </p:nvSpPr>
        <p:spPr>
          <a:xfrm>
            <a:off x="200642" y="2782240"/>
            <a:ext cx="8062912" cy="659535"/>
          </a:xfrm>
        </p:spPr>
        <p:txBody>
          <a:bodyPr/>
          <a:lstStyle/>
          <a:p>
            <a:r>
              <a:rPr lang="en-US" sz="7200" dirty="0"/>
              <a:t>Careers in Psychology</a:t>
            </a:r>
          </a:p>
        </p:txBody>
      </p:sp>
    </p:spTree>
    <p:extLst>
      <p:ext uri="{BB962C8B-B14F-4D97-AF65-F5344CB8AC3E}">
        <p14:creationId xmlns:p14="http://schemas.microsoft.com/office/powerpoint/2010/main" val="14499515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p:txBody>
          <a:bodyPr/>
          <a:lstStyle/>
          <a:p>
            <a:r>
              <a:rPr lang="en-US" dirty="0"/>
              <a:t>Careers in Psychology</a:t>
            </a:r>
          </a:p>
        </p:txBody>
      </p:sp>
      <p:sp>
        <p:nvSpPr>
          <p:cNvPr id="10" name="Content Placeholder 9">
            <a:extLst>
              <a:ext uri="{FF2B5EF4-FFF2-40B4-BE49-F238E27FC236}">
                <a16:creationId xmlns:a16="http://schemas.microsoft.com/office/drawing/2014/main" id="{3BFA1972-7A63-B0AE-EBC5-3568DF341ADF}"/>
              </a:ext>
            </a:extLst>
          </p:cNvPr>
          <p:cNvSpPr>
            <a:spLocks noGrp="1"/>
          </p:cNvSpPr>
          <p:nvPr>
            <p:ph sz="half" idx="14"/>
          </p:nvPr>
        </p:nvSpPr>
        <p:spPr>
          <a:xfrm>
            <a:off x="666749" y="2157721"/>
            <a:ext cx="3655085" cy="3180297"/>
          </a:xfrm>
          <a:solidFill>
            <a:schemeClr val="bg1"/>
          </a:solidFill>
        </p:spPr>
        <p:txBody>
          <a:bodyPr/>
          <a:lstStyle/>
          <a:p>
            <a:r>
              <a:rPr lang="en-US" dirty="0"/>
              <a:t>Most careers in psychology require a PhD or a Masters degree.</a:t>
            </a:r>
          </a:p>
          <a:p>
            <a:endParaRPr lang="en-US" dirty="0"/>
          </a:p>
          <a:p>
            <a:r>
              <a:rPr lang="en-US" dirty="0"/>
              <a:t>A few career options:</a:t>
            </a:r>
          </a:p>
          <a:p>
            <a:pPr marL="285750" indent="-285750">
              <a:buFontTx/>
              <a:buChar char="-"/>
            </a:pPr>
            <a:r>
              <a:rPr lang="en-US" dirty="0"/>
              <a:t>Teaching</a:t>
            </a:r>
          </a:p>
          <a:p>
            <a:pPr marL="285750" indent="-285750">
              <a:buFontTx/>
              <a:buChar char="-"/>
            </a:pPr>
            <a:r>
              <a:rPr lang="en-US" dirty="0"/>
              <a:t>Research</a:t>
            </a:r>
          </a:p>
          <a:p>
            <a:pPr marL="285750" indent="-285750">
              <a:buFontTx/>
              <a:buChar char="-"/>
            </a:pPr>
            <a:r>
              <a:rPr lang="en-US" dirty="0"/>
              <a:t>Clinical psychologist</a:t>
            </a:r>
          </a:p>
          <a:p>
            <a:pPr marL="285750" indent="-285750">
              <a:buFontTx/>
              <a:buChar char="-"/>
            </a:pPr>
            <a:r>
              <a:rPr lang="en-US" dirty="0"/>
              <a:t>Counseling psychologist</a:t>
            </a:r>
          </a:p>
          <a:p>
            <a:pPr marL="285750" indent="-285750">
              <a:buFontTx/>
              <a:buChar char="-"/>
            </a:pPr>
            <a:r>
              <a:rPr lang="en-US" dirty="0"/>
              <a:t>Social Work</a:t>
            </a:r>
          </a:p>
          <a:p>
            <a:pPr marL="285750" indent="-285750">
              <a:buFontTx/>
              <a:buChar char="-"/>
            </a:pPr>
            <a:r>
              <a:rPr lang="en-US" dirty="0"/>
              <a:t>Corporate and Marketing jobs</a:t>
            </a:r>
          </a:p>
          <a:p>
            <a:endParaRPr lang="en-US" dirty="0"/>
          </a:p>
        </p:txBody>
      </p:sp>
      <p:sp>
        <p:nvSpPr>
          <p:cNvPr id="11" name="Content Placeholder 10">
            <a:extLst>
              <a:ext uri="{FF2B5EF4-FFF2-40B4-BE49-F238E27FC236}">
                <a16:creationId xmlns:a16="http://schemas.microsoft.com/office/drawing/2014/main" id="{E509D085-67DE-35A6-1D4C-486B3F0758C7}"/>
              </a:ext>
            </a:extLst>
          </p:cNvPr>
          <p:cNvSpPr>
            <a:spLocks noGrp="1"/>
          </p:cNvSpPr>
          <p:nvPr>
            <p:ph sz="half" idx="15"/>
          </p:nvPr>
        </p:nvSpPr>
        <p:spPr>
          <a:xfrm>
            <a:off x="4872241" y="2157721"/>
            <a:ext cx="3655085" cy="3176279"/>
          </a:xfrm>
          <a:solidFill>
            <a:schemeClr val="bg1"/>
          </a:solidFill>
        </p:spPr>
        <p:txBody>
          <a:bodyPr/>
          <a:lstStyle/>
          <a:p>
            <a:r>
              <a:rPr lang="en-US" dirty="0"/>
              <a:t>There are plenty of other careers where a psychology background is applicable.</a:t>
            </a:r>
          </a:p>
          <a:p>
            <a:endParaRPr lang="en-US" dirty="0"/>
          </a:p>
          <a:p>
            <a:r>
              <a:rPr lang="en-US" dirty="0"/>
              <a:t>For example:</a:t>
            </a:r>
          </a:p>
          <a:p>
            <a:pPr marL="285750" indent="-285750">
              <a:buFontTx/>
              <a:buChar char="-"/>
            </a:pPr>
            <a:r>
              <a:rPr lang="en-US" dirty="0"/>
              <a:t>Statisticians</a:t>
            </a:r>
          </a:p>
          <a:p>
            <a:pPr marL="285750" indent="-285750">
              <a:buFontTx/>
              <a:buChar char="-"/>
            </a:pPr>
            <a:r>
              <a:rPr lang="en-US" dirty="0"/>
              <a:t>Corporate/ management</a:t>
            </a:r>
          </a:p>
          <a:p>
            <a:pPr marL="285750" indent="-285750">
              <a:buFontTx/>
              <a:buChar char="-"/>
            </a:pPr>
            <a:r>
              <a:rPr lang="en-US" dirty="0"/>
              <a:t>Health services (including those in veterans affairs)</a:t>
            </a:r>
          </a:p>
          <a:p>
            <a:pPr marL="285750" indent="-285750">
              <a:buFontTx/>
              <a:buChar char="-"/>
            </a:pPr>
            <a:r>
              <a:rPr lang="en-US" dirty="0"/>
              <a:t>Social work</a:t>
            </a:r>
          </a:p>
          <a:p>
            <a:pPr marL="285750" indent="-285750">
              <a:buFontTx/>
              <a:buChar char="-"/>
            </a:pPr>
            <a:r>
              <a:rPr lang="en-US" dirty="0"/>
              <a:t>Marketing and sales</a:t>
            </a:r>
          </a:p>
          <a:p>
            <a:pPr marL="285750" indent="-285750">
              <a:buFontTx/>
              <a:buChar char="-"/>
            </a:pPr>
            <a:r>
              <a:rPr lang="en-US" dirty="0"/>
              <a:t>Human resources (personnel and training)</a:t>
            </a:r>
          </a:p>
        </p:txBody>
      </p:sp>
    </p:spTree>
    <p:extLst>
      <p:ext uri="{BB962C8B-B14F-4D97-AF65-F5344CB8AC3E}">
        <p14:creationId xmlns:p14="http://schemas.microsoft.com/office/powerpoint/2010/main" val="33170679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C72612-1BDA-C9B4-4642-853B918EA5AD}"/>
              </a:ext>
            </a:extLst>
          </p:cNvPr>
          <p:cNvSpPr>
            <a:spLocks noGrp="1"/>
          </p:cNvSpPr>
          <p:nvPr>
            <p:ph type="title"/>
          </p:nvPr>
        </p:nvSpPr>
        <p:spPr/>
        <p:txBody>
          <a:bodyPr/>
          <a:lstStyle/>
          <a:p>
            <a:r>
              <a:rPr lang="en-US" dirty="0"/>
              <a:t>Next Time on PSY 203…</a:t>
            </a:r>
          </a:p>
        </p:txBody>
      </p:sp>
      <p:sp>
        <p:nvSpPr>
          <p:cNvPr id="6" name="Content Placeholder 5">
            <a:extLst>
              <a:ext uri="{FF2B5EF4-FFF2-40B4-BE49-F238E27FC236}">
                <a16:creationId xmlns:a16="http://schemas.microsoft.com/office/drawing/2014/main" id="{E6B215B6-ECB8-B99A-E6D9-E2DAD655333E}"/>
              </a:ext>
            </a:extLst>
          </p:cNvPr>
          <p:cNvSpPr>
            <a:spLocks noGrp="1"/>
          </p:cNvSpPr>
          <p:nvPr>
            <p:ph sz="half" idx="1"/>
          </p:nvPr>
        </p:nvSpPr>
        <p:spPr>
          <a:xfrm>
            <a:off x="666749" y="2170706"/>
            <a:ext cx="5071973" cy="3167312"/>
          </a:xfrm>
        </p:spPr>
        <p:txBody>
          <a:bodyPr/>
          <a:lstStyle/>
          <a:p>
            <a:r>
              <a:rPr lang="en-US" sz="2000" b="1" dirty="0"/>
              <a:t>Before Next Class:</a:t>
            </a:r>
          </a:p>
          <a:p>
            <a:endParaRPr lang="en-US" dirty="0"/>
          </a:p>
          <a:p>
            <a:pPr marL="285750" indent="-285750">
              <a:buFont typeface="Arial" panose="020B0604020202020204" pitchFamily="34" charset="0"/>
              <a:buChar char="•"/>
            </a:pPr>
            <a:r>
              <a:rPr lang="en-US" dirty="0"/>
              <a:t>Take the pre-assessment on Canvas</a:t>
            </a:r>
          </a:p>
          <a:p>
            <a:pPr marL="457200" lvl="1" indent="-285750"/>
            <a:r>
              <a:rPr lang="en-US" dirty="0"/>
              <a:t>Due tomorrow by midnight!</a:t>
            </a:r>
          </a:p>
          <a:p>
            <a:pPr marL="285750" indent="-285750">
              <a:buFont typeface="Arial" panose="020B0604020202020204" pitchFamily="34" charset="0"/>
              <a:buChar char="•"/>
            </a:pPr>
            <a:r>
              <a:rPr lang="en-US" dirty="0"/>
              <a:t>Take the syllabus quiz</a:t>
            </a:r>
          </a:p>
          <a:p>
            <a:pPr marL="457200" lvl="1" indent="-285750"/>
            <a:r>
              <a:rPr lang="en-US" dirty="0"/>
              <a:t>Due 1/22</a:t>
            </a:r>
          </a:p>
          <a:p>
            <a:pPr marL="285750" indent="-285750">
              <a:buFont typeface="Arial" panose="020B0604020202020204" pitchFamily="34" charset="0"/>
              <a:buChar char="•"/>
            </a:pPr>
            <a:r>
              <a:rPr lang="en-US" dirty="0"/>
              <a:t>Complete the introduction sheet</a:t>
            </a:r>
          </a:p>
          <a:p>
            <a:pPr marL="457200" lvl="1" indent="-285750"/>
            <a:r>
              <a:rPr lang="en-US" dirty="0"/>
              <a:t>Due 1/22</a:t>
            </a:r>
          </a:p>
          <a:p>
            <a:pPr marL="285750" indent="-285750">
              <a:buFont typeface="Arial" panose="020B0604020202020204" pitchFamily="34" charset="0"/>
              <a:buChar char="•"/>
            </a:pPr>
            <a:r>
              <a:rPr lang="en-US" dirty="0"/>
              <a:t>Read Chapter 2</a:t>
            </a:r>
          </a:p>
          <a:p>
            <a:pPr marL="285750" indent="-285750">
              <a:buFont typeface="Arial" panose="020B0604020202020204" pitchFamily="34" charset="0"/>
              <a:buChar char="•"/>
            </a:pPr>
            <a:r>
              <a:rPr lang="en-US" dirty="0"/>
              <a:t>Take the Chapter 2 Quiz</a:t>
            </a:r>
          </a:p>
          <a:p>
            <a:pPr marL="457200" lvl="1" indent="-285750"/>
            <a:r>
              <a:rPr lang="en-US" dirty="0"/>
              <a:t>Due 1/20 at 2pm</a:t>
            </a:r>
          </a:p>
        </p:txBody>
      </p:sp>
      <p:sp>
        <p:nvSpPr>
          <p:cNvPr id="7" name="Content Placeholder 6">
            <a:extLst>
              <a:ext uri="{FF2B5EF4-FFF2-40B4-BE49-F238E27FC236}">
                <a16:creationId xmlns:a16="http://schemas.microsoft.com/office/drawing/2014/main" id="{C9FF5256-32F9-90A8-E86D-385CEDD32AC4}"/>
              </a:ext>
            </a:extLst>
          </p:cNvPr>
          <p:cNvSpPr>
            <a:spLocks noGrp="1"/>
          </p:cNvSpPr>
          <p:nvPr>
            <p:ph sz="half" idx="13"/>
          </p:nvPr>
        </p:nvSpPr>
        <p:spPr/>
        <p:txBody>
          <a:bodyPr/>
          <a:lstStyle/>
          <a:p>
            <a:pPr marL="0" indent="0">
              <a:buNone/>
            </a:pPr>
            <a:r>
              <a:rPr lang="en-US" sz="2000" b="1" dirty="0"/>
              <a:t>Next Class:</a:t>
            </a:r>
          </a:p>
          <a:p>
            <a:pPr marL="0" indent="0">
              <a:buNone/>
            </a:pPr>
            <a:endParaRPr lang="en-US" dirty="0"/>
          </a:p>
          <a:p>
            <a:r>
              <a:rPr lang="en-US" dirty="0"/>
              <a:t>Discussing Chapter 2- Psychological Research</a:t>
            </a:r>
          </a:p>
        </p:txBody>
      </p:sp>
    </p:spTree>
    <p:extLst>
      <p:ext uri="{BB962C8B-B14F-4D97-AF65-F5344CB8AC3E}">
        <p14:creationId xmlns:p14="http://schemas.microsoft.com/office/powerpoint/2010/main" val="3204417822"/>
      </p:ext>
    </p:extLst>
  </p:cSld>
  <p:clrMapOvr>
    <a:masterClrMapping/>
  </p:clrMapOvr>
</p:sld>
</file>

<file path=ppt/theme/theme1.xml><?xml version="1.0" encoding="utf-8"?>
<a:theme xmlns:a="http://schemas.openxmlformats.org/drawingml/2006/main" name="Theme1">
  <a:themeElements>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fontScheme name="Custom 74">
      <a:majorFont>
        <a:latin typeface="Jumble"/>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9BC92F25-6ABD-4941-9623-CF00B01CD76F}" vid="{6411ECBA-D1BF-4608-B3A4-83EF8A192D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themeOverride>
</file>

<file path=ppt/theme/themeOverride2.xml><?xml version="1.0" encoding="utf-8"?>
<a:themeOverride xmlns:a="http://schemas.openxmlformats.org/drawingml/2006/main">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themeOverride>
</file>

<file path=docProps/app.xml><?xml version="1.0" encoding="utf-8"?>
<Properties xmlns="http://schemas.openxmlformats.org/officeDocument/2006/extended-properties" xmlns:vt="http://schemas.openxmlformats.org/officeDocument/2006/docPropsVTypes">
  <Template>Theme1</Template>
  <TotalTime>950</TotalTime>
  <Words>1674</Words>
  <Application>Microsoft Office PowerPoint</Application>
  <PresentationFormat>On-screen Show (4:3)</PresentationFormat>
  <Paragraphs>209</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Century Gothic</vt:lpstr>
      <vt:lpstr>Jumble</vt:lpstr>
      <vt:lpstr>Theme1</vt:lpstr>
      <vt:lpstr>Chapter 1</vt:lpstr>
      <vt:lpstr>Announcement!</vt:lpstr>
      <vt:lpstr>Agenda</vt:lpstr>
      <vt:lpstr>What is Psychology?</vt:lpstr>
      <vt:lpstr>The History of Psychology</vt:lpstr>
      <vt:lpstr>Psychological Perspectives</vt:lpstr>
      <vt:lpstr>Structuralism  - Wilhelm Wundt </vt:lpstr>
      <vt:lpstr>Functionalism – William James</vt:lpstr>
      <vt:lpstr>Psychoanalytic Theory – Sigmund Freud</vt:lpstr>
      <vt:lpstr>       Gestalt Psychology</vt:lpstr>
      <vt:lpstr>Behaviorism - John B. Watson</vt:lpstr>
      <vt:lpstr>Behaviorism – Ivan Pavlov</vt:lpstr>
      <vt:lpstr>Behaviorism - B. F. Skinner</vt:lpstr>
      <vt:lpstr>Humanism- Abraham Maslow &amp; Carl Rogers</vt:lpstr>
      <vt:lpstr>The Cognitive Revolution</vt:lpstr>
      <vt:lpstr>Margaret Floy Washburn</vt:lpstr>
      <vt:lpstr>Contemporary Psychology</vt:lpstr>
      <vt:lpstr>Some of the Branches of Psychology</vt:lpstr>
      <vt:lpstr>Biopsychology</vt:lpstr>
      <vt:lpstr>Sensation and Perception</vt:lpstr>
      <vt:lpstr>Cognitive Psychology</vt:lpstr>
      <vt:lpstr>Developmental Psychology</vt:lpstr>
      <vt:lpstr>Personality Psychology</vt:lpstr>
      <vt:lpstr>Social Psychology</vt:lpstr>
      <vt:lpstr>Health Psychology</vt:lpstr>
      <vt:lpstr>Clinical Psychology</vt:lpstr>
      <vt:lpstr>And More…</vt:lpstr>
      <vt:lpstr>Careers in Psychology</vt:lpstr>
      <vt:lpstr>Careers in Psychology</vt:lpstr>
      <vt:lpstr>Next Time on PSY 203…</vt:lpstr>
    </vt:vector>
  </TitlesOfParts>
  <Company>WNI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Psychology - Chapter 1 - Introduction to Psychology</dc:title>
  <dc:creator>Spuddy McSpare</dc:creator>
  <cp:lastModifiedBy>Bryanna Scheuler</cp:lastModifiedBy>
  <cp:revision>88</cp:revision>
  <dcterms:created xsi:type="dcterms:W3CDTF">2012-06-04T02:13:36Z</dcterms:created>
  <dcterms:modified xsi:type="dcterms:W3CDTF">2026-01-15T17:23:32Z</dcterms:modified>
</cp:coreProperties>
</file>