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notesMasterIdLst>
    <p:notesMasterId r:id="rId26"/>
  </p:notesMasterIdLst>
  <p:sldIdLst>
    <p:sldId id="256" r:id="rId2"/>
    <p:sldId id="272" r:id="rId3"/>
    <p:sldId id="273" r:id="rId4"/>
    <p:sldId id="257" r:id="rId5"/>
    <p:sldId id="274" r:id="rId6"/>
    <p:sldId id="275" r:id="rId7"/>
    <p:sldId id="276" r:id="rId8"/>
    <p:sldId id="258" r:id="rId9"/>
    <p:sldId id="259" r:id="rId10"/>
    <p:sldId id="260" r:id="rId11"/>
    <p:sldId id="277" r:id="rId12"/>
    <p:sldId id="261" r:id="rId13"/>
    <p:sldId id="262" r:id="rId14"/>
    <p:sldId id="278" r:id="rId15"/>
    <p:sldId id="263" r:id="rId16"/>
    <p:sldId id="264" r:id="rId17"/>
    <p:sldId id="279" r:id="rId18"/>
    <p:sldId id="266" r:id="rId19"/>
    <p:sldId id="280" r:id="rId20"/>
    <p:sldId id="267" r:id="rId21"/>
    <p:sldId id="268" r:id="rId22"/>
    <p:sldId id="281" r:id="rId23"/>
    <p:sldId id="269" r:id="rId24"/>
    <p:sldId id="28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0297" autoAdjust="0"/>
  </p:normalViewPr>
  <p:slideViewPr>
    <p:cSldViewPr snapToGrid="0">
      <p:cViewPr varScale="1">
        <p:scale>
          <a:sx n="110" d="100"/>
          <a:sy n="110" d="100"/>
        </p:scale>
        <p:origin x="114" y="4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A9F8F68-D6A3-4296-BD68-9EBC2D7E8A49}"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07997D4A-7835-4FC9-8928-DBD4006612B8}">
      <dgm:prSet/>
      <dgm:spPr/>
      <dgm:t>
        <a:bodyPr/>
        <a:lstStyle/>
        <a:p>
          <a:pPr>
            <a:defRPr cap="all"/>
          </a:pPr>
          <a:r>
            <a:rPr lang="en-US"/>
            <a:t>The Basics of Cognition</a:t>
          </a:r>
        </a:p>
      </dgm:t>
    </dgm:pt>
    <dgm:pt modelId="{180E2F2B-151D-419F-A253-A9C645D61F15}" type="parTrans" cxnId="{766DA5FF-3041-4C78-A31B-A432F9BFD1FD}">
      <dgm:prSet/>
      <dgm:spPr/>
      <dgm:t>
        <a:bodyPr/>
        <a:lstStyle/>
        <a:p>
          <a:endParaRPr lang="en-US"/>
        </a:p>
      </dgm:t>
    </dgm:pt>
    <dgm:pt modelId="{AD64111B-6795-4927-BA5B-CB0D0716B8CE}" type="sibTrans" cxnId="{766DA5FF-3041-4C78-A31B-A432F9BFD1FD}">
      <dgm:prSet/>
      <dgm:spPr/>
      <dgm:t>
        <a:bodyPr/>
        <a:lstStyle/>
        <a:p>
          <a:endParaRPr lang="en-US"/>
        </a:p>
      </dgm:t>
    </dgm:pt>
    <dgm:pt modelId="{9CC891E4-6965-483F-86A7-7451BCF9835B}">
      <dgm:prSet/>
      <dgm:spPr/>
      <dgm:t>
        <a:bodyPr/>
        <a:lstStyle/>
        <a:p>
          <a:pPr>
            <a:defRPr cap="all"/>
          </a:pPr>
          <a:r>
            <a:rPr lang="en-US"/>
            <a:t>Language</a:t>
          </a:r>
        </a:p>
      </dgm:t>
    </dgm:pt>
    <dgm:pt modelId="{0C137AD4-C8C9-478E-8C76-05A9A309B3BC}" type="parTrans" cxnId="{E2B4CF2D-E9C7-461E-B1DF-F80A33209821}">
      <dgm:prSet/>
      <dgm:spPr/>
      <dgm:t>
        <a:bodyPr/>
        <a:lstStyle/>
        <a:p>
          <a:endParaRPr lang="en-US"/>
        </a:p>
      </dgm:t>
    </dgm:pt>
    <dgm:pt modelId="{C884C554-D449-4C53-93AB-BA8181275DD8}" type="sibTrans" cxnId="{E2B4CF2D-E9C7-461E-B1DF-F80A33209821}">
      <dgm:prSet/>
      <dgm:spPr/>
      <dgm:t>
        <a:bodyPr/>
        <a:lstStyle/>
        <a:p>
          <a:endParaRPr lang="en-US"/>
        </a:p>
      </dgm:t>
    </dgm:pt>
    <dgm:pt modelId="{FEABDB17-4BF8-4F9C-B51A-4F35CFEA7BA0}">
      <dgm:prSet/>
      <dgm:spPr/>
      <dgm:t>
        <a:bodyPr/>
        <a:lstStyle/>
        <a:p>
          <a:pPr>
            <a:defRPr cap="all"/>
          </a:pPr>
          <a:r>
            <a:rPr lang="en-US"/>
            <a:t>Problem Solving</a:t>
          </a:r>
        </a:p>
      </dgm:t>
    </dgm:pt>
    <dgm:pt modelId="{47336990-C8CB-42FD-95DB-6850E304C9F8}" type="parTrans" cxnId="{ADA595D9-0E83-45BF-9082-81DAD115A284}">
      <dgm:prSet/>
      <dgm:spPr/>
      <dgm:t>
        <a:bodyPr/>
        <a:lstStyle/>
        <a:p>
          <a:endParaRPr lang="en-US"/>
        </a:p>
      </dgm:t>
    </dgm:pt>
    <dgm:pt modelId="{2B9BD51B-DC26-45C3-B8BC-9197F8769D15}" type="sibTrans" cxnId="{ADA595D9-0E83-45BF-9082-81DAD115A284}">
      <dgm:prSet/>
      <dgm:spPr/>
      <dgm:t>
        <a:bodyPr/>
        <a:lstStyle/>
        <a:p>
          <a:endParaRPr lang="en-US"/>
        </a:p>
      </dgm:t>
    </dgm:pt>
    <dgm:pt modelId="{8847091C-8324-4D6E-B087-E92A37684F1F}">
      <dgm:prSet/>
      <dgm:spPr/>
      <dgm:t>
        <a:bodyPr/>
        <a:lstStyle/>
        <a:p>
          <a:pPr>
            <a:defRPr cap="all"/>
          </a:pPr>
          <a:r>
            <a:rPr lang="en-US"/>
            <a:t>Intelligence </a:t>
          </a:r>
        </a:p>
      </dgm:t>
    </dgm:pt>
    <dgm:pt modelId="{D24961B0-5B9A-4ADA-805A-BB9C09DD72BA}" type="parTrans" cxnId="{1B77E1C9-1702-483B-9E1A-E9FF4A6F449D}">
      <dgm:prSet/>
      <dgm:spPr/>
      <dgm:t>
        <a:bodyPr/>
        <a:lstStyle/>
        <a:p>
          <a:endParaRPr lang="en-US"/>
        </a:p>
      </dgm:t>
    </dgm:pt>
    <dgm:pt modelId="{E8E03F85-E13E-43E5-A178-00BCC9CF7715}" type="sibTrans" cxnId="{1B77E1C9-1702-483B-9E1A-E9FF4A6F449D}">
      <dgm:prSet/>
      <dgm:spPr/>
      <dgm:t>
        <a:bodyPr/>
        <a:lstStyle/>
        <a:p>
          <a:endParaRPr lang="en-US"/>
        </a:p>
      </dgm:t>
    </dgm:pt>
    <dgm:pt modelId="{D38A0A57-9D7D-4C79-9982-412CD032CFE7}">
      <dgm:prSet/>
      <dgm:spPr/>
      <dgm:t>
        <a:bodyPr/>
        <a:lstStyle/>
        <a:p>
          <a:pPr>
            <a:defRPr cap="all"/>
          </a:pPr>
          <a:r>
            <a:rPr lang="en-US"/>
            <a:t>Class Activity</a:t>
          </a:r>
        </a:p>
      </dgm:t>
    </dgm:pt>
    <dgm:pt modelId="{0A007A13-C0AD-46AF-87B0-D6BE70C8DDE5}" type="parTrans" cxnId="{18B7A801-BE5A-4947-BB87-EABF91562AD3}">
      <dgm:prSet/>
      <dgm:spPr/>
      <dgm:t>
        <a:bodyPr/>
        <a:lstStyle/>
        <a:p>
          <a:endParaRPr lang="en-US"/>
        </a:p>
      </dgm:t>
    </dgm:pt>
    <dgm:pt modelId="{30A2436E-F0A3-4EDD-A8A6-7ED0F72D293C}" type="sibTrans" cxnId="{18B7A801-BE5A-4947-BB87-EABF91562AD3}">
      <dgm:prSet/>
      <dgm:spPr/>
      <dgm:t>
        <a:bodyPr/>
        <a:lstStyle/>
        <a:p>
          <a:endParaRPr lang="en-US"/>
        </a:p>
      </dgm:t>
    </dgm:pt>
    <dgm:pt modelId="{6F5579D6-6DC5-4891-8A82-855034C23B85}" type="pres">
      <dgm:prSet presAssocID="{6A9F8F68-D6A3-4296-BD68-9EBC2D7E8A49}" presName="root" presStyleCnt="0">
        <dgm:presLayoutVars>
          <dgm:dir/>
          <dgm:resizeHandles val="exact"/>
        </dgm:presLayoutVars>
      </dgm:prSet>
      <dgm:spPr/>
    </dgm:pt>
    <dgm:pt modelId="{E947CFDF-D3AC-47EE-B367-343779AA9AF3}" type="pres">
      <dgm:prSet presAssocID="{07997D4A-7835-4FC9-8928-DBD4006612B8}" presName="compNode" presStyleCnt="0"/>
      <dgm:spPr/>
    </dgm:pt>
    <dgm:pt modelId="{CEE987C7-A820-4424-8960-DBC3EE536E03}" type="pres">
      <dgm:prSet presAssocID="{07997D4A-7835-4FC9-8928-DBD4006612B8}" presName="iconBgRect" presStyleLbl="bgShp" presStyleIdx="0" presStyleCnt="5"/>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4A632C10-362D-465F-80FA-6DDD38C2BD56}" type="pres">
      <dgm:prSet presAssocID="{07997D4A-7835-4FC9-8928-DBD4006612B8}"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662AB88F-9345-4991-94AA-39BDB8946FDC}" type="pres">
      <dgm:prSet presAssocID="{07997D4A-7835-4FC9-8928-DBD4006612B8}" presName="spaceRect" presStyleCnt="0"/>
      <dgm:spPr/>
    </dgm:pt>
    <dgm:pt modelId="{400CD7BC-FE42-4EB7-A823-B8B4FB4CE033}" type="pres">
      <dgm:prSet presAssocID="{07997D4A-7835-4FC9-8928-DBD4006612B8}" presName="textRect" presStyleLbl="revTx" presStyleIdx="0" presStyleCnt="5">
        <dgm:presLayoutVars>
          <dgm:chMax val="1"/>
          <dgm:chPref val="1"/>
        </dgm:presLayoutVars>
      </dgm:prSet>
      <dgm:spPr/>
    </dgm:pt>
    <dgm:pt modelId="{4A1A4252-ACEF-4BA6-A7FB-7DE9D7B4346F}" type="pres">
      <dgm:prSet presAssocID="{AD64111B-6795-4927-BA5B-CB0D0716B8CE}" presName="sibTrans" presStyleCnt="0"/>
      <dgm:spPr/>
    </dgm:pt>
    <dgm:pt modelId="{1084F351-CC86-44E6-BA25-D98E5D9EA7F0}" type="pres">
      <dgm:prSet presAssocID="{9CC891E4-6965-483F-86A7-7451BCF9835B}" presName="compNode" presStyleCnt="0"/>
      <dgm:spPr/>
    </dgm:pt>
    <dgm:pt modelId="{34DC3349-DF52-4E1D-8462-CF11FAC1528E}" type="pres">
      <dgm:prSet presAssocID="{9CC891E4-6965-483F-86A7-7451BCF9835B}" presName="iconBgRect" presStyleLbl="bgShp" presStyleIdx="1" presStyleCnt="5"/>
      <dgm:spPr/>
    </dgm:pt>
    <dgm:pt modelId="{D5524369-3927-4331-8468-423A536D7E9F}" type="pres">
      <dgm:prSet presAssocID="{9CC891E4-6965-483F-86A7-7451BCF9835B}"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19652BD2-8412-4D0B-9C5B-8F7FABE37E36}" type="pres">
      <dgm:prSet presAssocID="{9CC891E4-6965-483F-86A7-7451BCF9835B}" presName="spaceRect" presStyleCnt="0"/>
      <dgm:spPr/>
    </dgm:pt>
    <dgm:pt modelId="{24192965-F521-48D7-BAD0-95A23A0FAB48}" type="pres">
      <dgm:prSet presAssocID="{9CC891E4-6965-483F-86A7-7451BCF9835B}" presName="textRect" presStyleLbl="revTx" presStyleIdx="1" presStyleCnt="5">
        <dgm:presLayoutVars>
          <dgm:chMax val="1"/>
          <dgm:chPref val="1"/>
        </dgm:presLayoutVars>
      </dgm:prSet>
      <dgm:spPr/>
    </dgm:pt>
    <dgm:pt modelId="{9EA37494-FAF6-4742-8132-3CC163C7CD77}" type="pres">
      <dgm:prSet presAssocID="{C884C554-D449-4C53-93AB-BA8181275DD8}" presName="sibTrans" presStyleCnt="0"/>
      <dgm:spPr/>
    </dgm:pt>
    <dgm:pt modelId="{F61F1068-FBF6-4CFD-9DBB-07C283AF2CD7}" type="pres">
      <dgm:prSet presAssocID="{FEABDB17-4BF8-4F9C-B51A-4F35CFEA7BA0}" presName="compNode" presStyleCnt="0"/>
      <dgm:spPr/>
    </dgm:pt>
    <dgm:pt modelId="{5F937D8B-1F06-4FDE-A57A-37F7C07E4D3E}" type="pres">
      <dgm:prSet presAssocID="{FEABDB17-4BF8-4F9C-B51A-4F35CFEA7BA0}" presName="iconBgRect" presStyleLbl="bgShp" presStyleIdx="2" presStyleCnt="5"/>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09A00193-BA2A-475F-B02F-B1308603195E}" type="pres">
      <dgm:prSet presAssocID="{FEABDB17-4BF8-4F9C-B51A-4F35CFEA7BA0}"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cument"/>
        </a:ext>
      </dgm:extLst>
    </dgm:pt>
    <dgm:pt modelId="{00A0B4CE-CB31-4F4B-8A0B-F7EEF6FCF277}" type="pres">
      <dgm:prSet presAssocID="{FEABDB17-4BF8-4F9C-B51A-4F35CFEA7BA0}" presName="spaceRect" presStyleCnt="0"/>
      <dgm:spPr/>
    </dgm:pt>
    <dgm:pt modelId="{6C003328-1429-47BA-A210-E79F8AEBEA90}" type="pres">
      <dgm:prSet presAssocID="{FEABDB17-4BF8-4F9C-B51A-4F35CFEA7BA0}" presName="textRect" presStyleLbl="revTx" presStyleIdx="2" presStyleCnt="5">
        <dgm:presLayoutVars>
          <dgm:chMax val="1"/>
          <dgm:chPref val="1"/>
        </dgm:presLayoutVars>
      </dgm:prSet>
      <dgm:spPr/>
    </dgm:pt>
    <dgm:pt modelId="{67FCDB45-CA9E-47A1-8178-C2873C2326F2}" type="pres">
      <dgm:prSet presAssocID="{2B9BD51B-DC26-45C3-B8BC-9197F8769D15}" presName="sibTrans" presStyleCnt="0"/>
      <dgm:spPr/>
    </dgm:pt>
    <dgm:pt modelId="{2D6A43BE-E8EA-4BB6-A718-39E98D68FAA7}" type="pres">
      <dgm:prSet presAssocID="{8847091C-8324-4D6E-B087-E92A37684F1F}" presName="compNode" presStyleCnt="0"/>
      <dgm:spPr/>
    </dgm:pt>
    <dgm:pt modelId="{C7A2B634-EA39-41FC-9AF8-181275058C5C}" type="pres">
      <dgm:prSet presAssocID="{8847091C-8324-4D6E-B087-E92A37684F1F}" presName="iconBgRect" presStyleLbl="bgShp" presStyleIdx="3" presStyleCnt="5"/>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BF0F6139-D76F-4834-BA70-B9D7FE4D7511}" type="pres">
      <dgm:prSet presAssocID="{8847091C-8324-4D6E-B087-E92A37684F1F}"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rain"/>
        </a:ext>
      </dgm:extLst>
    </dgm:pt>
    <dgm:pt modelId="{347A2CAF-BDF4-4103-AAE7-FAA98991EDCA}" type="pres">
      <dgm:prSet presAssocID="{8847091C-8324-4D6E-B087-E92A37684F1F}" presName="spaceRect" presStyleCnt="0"/>
      <dgm:spPr/>
    </dgm:pt>
    <dgm:pt modelId="{8956E77E-AF04-4119-BC31-66A927519AEF}" type="pres">
      <dgm:prSet presAssocID="{8847091C-8324-4D6E-B087-E92A37684F1F}" presName="textRect" presStyleLbl="revTx" presStyleIdx="3" presStyleCnt="5">
        <dgm:presLayoutVars>
          <dgm:chMax val="1"/>
          <dgm:chPref val="1"/>
        </dgm:presLayoutVars>
      </dgm:prSet>
      <dgm:spPr/>
    </dgm:pt>
    <dgm:pt modelId="{1F5EB133-6E20-4E93-B5A9-CD2D0C2114D8}" type="pres">
      <dgm:prSet presAssocID="{E8E03F85-E13E-43E5-A178-00BCC9CF7715}" presName="sibTrans" presStyleCnt="0"/>
      <dgm:spPr/>
    </dgm:pt>
    <dgm:pt modelId="{D2CAA4C0-2CF2-4580-B783-E921B78C5AEF}" type="pres">
      <dgm:prSet presAssocID="{D38A0A57-9D7D-4C79-9982-412CD032CFE7}" presName="compNode" presStyleCnt="0"/>
      <dgm:spPr/>
    </dgm:pt>
    <dgm:pt modelId="{9C9F24F0-1DC0-4FAE-AD2F-EF63D73885D4}" type="pres">
      <dgm:prSet presAssocID="{D38A0A57-9D7D-4C79-9982-412CD032CFE7}" presName="iconBgRect" presStyleLbl="bgShp" presStyleIdx="4" presStyleCnt="5"/>
      <dgm:spPr/>
    </dgm:pt>
    <dgm:pt modelId="{1FEA5E4E-556C-47D3-B3D1-09FC38BCCC97}" type="pres">
      <dgm:prSet presAssocID="{D38A0A57-9D7D-4C79-9982-412CD032CFE7}"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5089D1CC-4C81-4831-892F-30F3DDAEC9B3}" type="pres">
      <dgm:prSet presAssocID="{D38A0A57-9D7D-4C79-9982-412CD032CFE7}" presName="spaceRect" presStyleCnt="0"/>
      <dgm:spPr/>
    </dgm:pt>
    <dgm:pt modelId="{F50C0946-8199-4CF2-91FF-A0880F39DED0}" type="pres">
      <dgm:prSet presAssocID="{D38A0A57-9D7D-4C79-9982-412CD032CFE7}" presName="textRect" presStyleLbl="revTx" presStyleIdx="4" presStyleCnt="5">
        <dgm:presLayoutVars>
          <dgm:chMax val="1"/>
          <dgm:chPref val="1"/>
        </dgm:presLayoutVars>
      </dgm:prSet>
      <dgm:spPr/>
    </dgm:pt>
  </dgm:ptLst>
  <dgm:cxnLst>
    <dgm:cxn modelId="{18B7A801-BE5A-4947-BB87-EABF91562AD3}" srcId="{6A9F8F68-D6A3-4296-BD68-9EBC2D7E8A49}" destId="{D38A0A57-9D7D-4C79-9982-412CD032CFE7}" srcOrd="4" destOrd="0" parTransId="{0A007A13-C0AD-46AF-87B0-D6BE70C8DDE5}" sibTransId="{30A2436E-F0A3-4EDD-A8A6-7ED0F72D293C}"/>
    <dgm:cxn modelId="{E2B4CF2D-E9C7-461E-B1DF-F80A33209821}" srcId="{6A9F8F68-D6A3-4296-BD68-9EBC2D7E8A49}" destId="{9CC891E4-6965-483F-86A7-7451BCF9835B}" srcOrd="1" destOrd="0" parTransId="{0C137AD4-C8C9-478E-8C76-05A9A309B3BC}" sibTransId="{C884C554-D449-4C53-93AB-BA8181275DD8}"/>
    <dgm:cxn modelId="{7183F22E-3E03-4A81-93C0-2CF012D90099}" type="presOf" srcId="{6A9F8F68-D6A3-4296-BD68-9EBC2D7E8A49}" destId="{6F5579D6-6DC5-4891-8A82-855034C23B85}" srcOrd="0" destOrd="0" presId="urn:microsoft.com/office/officeart/2018/5/layout/IconCircleLabelList"/>
    <dgm:cxn modelId="{BD9B8D4B-09A5-4DC8-A0EE-D51D7E84C8FB}" type="presOf" srcId="{FEABDB17-4BF8-4F9C-B51A-4F35CFEA7BA0}" destId="{6C003328-1429-47BA-A210-E79F8AEBEA90}" srcOrd="0" destOrd="0" presId="urn:microsoft.com/office/officeart/2018/5/layout/IconCircleLabelList"/>
    <dgm:cxn modelId="{85B25C7D-AC50-4E83-A901-036932BB4E88}" type="presOf" srcId="{07997D4A-7835-4FC9-8928-DBD4006612B8}" destId="{400CD7BC-FE42-4EB7-A823-B8B4FB4CE033}" srcOrd="0" destOrd="0" presId="urn:microsoft.com/office/officeart/2018/5/layout/IconCircleLabelList"/>
    <dgm:cxn modelId="{EF863698-584C-448E-B8C4-B8B4E7F6520A}" type="presOf" srcId="{D38A0A57-9D7D-4C79-9982-412CD032CFE7}" destId="{F50C0946-8199-4CF2-91FF-A0880F39DED0}" srcOrd="0" destOrd="0" presId="urn:microsoft.com/office/officeart/2018/5/layout/IconCircleLabelList"/>
    <dgm:cxn modelId="{CE59B3B7-4666-439F-92E3-57205DE857E9}" type="presOf" srcId="{9CC891E4-6965-483F-86A7-7451BCF9835B}" destId="{24192965-F521-48D7-BAD0-95A23A0FAB48}" srcOrd="0" destOrd="0" presId="urn:microsoft.com/office/officeart/2018/5/layout/IconCircleLabelList"/>
    <dgm:cxn modelId="{1B77E1C9-1702-483B-9E1A-E9FF4A6F449D}" srcId="{6A9F8F68-D6A3-4296-BD68-9EBC2D7E8A49}" destId="{8847091C-8324-4D6E-B087-E92A37684F1F}" srcOrd="3" destOrd="0" parTransId="{D24961B0-5B9A-4ADA-805A-BB9C09DD72BA}" sibTransId="{E8E03F85-E13E-43E5-A178-00BCC9CF7715}"/>
    <dgm:cxn modelId="{ADA595D9-0E83-45BF-9082-81DAD115A284}" srcId="{6A9F8F68-D6A3-4296-BD68-9EBC2D7E8A49}" destId="{FEABDB17-4BF8-4F9C-B51A-4F35CFEA7BA0}" srcOrd="2" destOrd="0" parTransId="{47336990-C8CB-42FD-95DB-6850E304C9F8}" sibTransId="{2B9BD51B-DC26-45C3-B8BC-9197F8769D15}"/>
    <dgm:cxn modelId="{DF13F5E8-9AA7-4385-94DF-1537BA561DD5}" type="presOf" srcId="{8847091C-8324-4D6E-B087-E92A37684F1F}" destId="{8956E77E-AF04-4119-BC31-66A927519AEF}" srcOrd="0" destOrd="0" presId="urn:microsoft.com/office/officeart/2018/5/layout/IconCircleLabelList"/>
    <dgm:cxn modelId="{766DA5FF-3041-4C78-A31B-A432F9BFD1FD}" srcId="{6A9F8F68-D6A3-4296-BD68-9EBC2D7E8A49}" destId="{07997D4A-7835-4FC9-8928-DBD4006612B8}" srcOrd="0" destOrd="0" parTransId="{180E2F2B-151D-419F-A253-A9C645D61F15}" sibTransId="{AD64111B-6795-4927-BA5B-CB0D0716B8CE}"/>
    <dgm:cxn modelId="{38552C0C-B782-487F-BED3-8DF69A16D159}" type="presParOf" srcId="{6F5579D6-6DC5-4891-8A82-855034C23B85}" destId="{E947CFDF-D3AC-47EE-B367-343779AA9AF3}" srcOrd="0" destOrd="0" presId="urn:microsoft.com/office/officeart/2018/5/layout/IconCircleLabelList"/>
    <dgm:cxn modelId="{9E74F104-BB08-489A-AD69-0B7373393F01}" type="presParOf" srcId="{E947CFDF-D3AC-47EE-B367-343779AA9AF3}" destId="{CEE987C7-A820-4424-8960-DBC3EE536E03}" srcOrd="0" destOrd="0" presId="urn:microsoft.com/office/officeart/2018/5/layout/IconCircleLabelList"/>
    <dgm:cxn modelId="{BF78E83C-3D67-45A9-97CC-39429119D48F}" type="presParOf" srcId="{E947CFDF-D3AC-47EE-B367-343779AA9AF3}" destId="{4A632C10-362D-465F-80FA-6DDD38C2BD56}" srcOrd="1" destOrd="0" presId="urn:microsoft.com/office/officeart/2018/5/layout/IconCircleLabelList"/>
    <dgm:cxn modelId="{24B236DC-ED8F-4478-ABEC-F5BA2D76AD59}" type="presParOf" srcId="{E947CFDF-D3AC-47EE-B367-343779AA9AF3}" destId="{662AB88F-9345-4991-94AA-39BDB8946FDC}" srcOrd="2" destOrd="0" presId="urn:microsoft.com/office/officeart/2018/5/layout/IconCircleLabelList"/>
    <dgm:cxn modelId="{EC30C7F0-9350-4DD4-91AF-CE1E7A3544A6}" type="presParOf" srcId="{E947CFDF-D3AC-47EE-B367-343779AA9AF3}" destId="{400CD7BC-FE42-4EB7-A823-B8B4FB4CE033}" srcOrd="3" destOrd="0" presId="urn:microsoft.com/office/officeart/2018/5/layout/IconCircleLabelList"/>
    <dgm:cxn modelId="{F4A2086C-DE84-44C0-8C11-535A3904E68E}" type="presParOf" srcId="{6F5579D6-6DC5-4891-8A82-855034C23B85}" destId="{4A1A4252-ACEF-4BA6-A7FB-7DE9D7B4346F}" srcOrd="1" destOrd="0" presId="urn:microsoft.com/office/officeart/2018/5/layout/IconCircleLabelList"/>
    <dgm:cxn modelId="{CC4DD3BE-79D9-4464-8DFA-7916F6F0DD8D}" type="presParOf" srcId="{6F5579D6-6DC5-4891-8A82-855034C23B85}" destId="{1084F351-CC86-44E6-BA25-D98E5D9EA7F0}" srcOrd="2" destOrd="0" presId="urn:microsoft.com/office/officeart/2018/5/layout/IconCircleLabelList"/>
    <dgm:cxn modelId="{049D5EE2-9A52-4296-B0A4-CC42A51FAF72}" type="presParOf" srcId="{1084F351-CC86-44E6-BA25-D98E5D9EA7F0}" destId="{34DC3349-DF52-4E1D-8462-CF11FAC1528E}" srcOrd="0" destOrd="0" presId="urn:microsoft.com/office/officeart/2018/5/layout/IconCircleLabelList"/>
    <dgm:cxn modelId="{B12A20E0-AE28-438C-A50D-9D21C453996B}" type="presParOf" srcId="{1084F351-CC86-44E6-BA25-D98E5D9EA7F0}" destId="{D5524369-3927-4331-8468-423A536D7E9F}" srcOrd="1" destOrd="0" presId="urn:microsoft.com/office/officeart/2018/5/layout/IconCircleLabelList"/>
    <dgm:cxn modelId="{4F24EB5A-89D9-434B-AB77-AB0D900789C8}" type="presParOf" srcId="{1084F351-CC86-44E6-BA25-D98E5D9EA7F0}" destId="{19652BD2-8412-4D0B-9C5B-8F7FABE37E36}" srcOrd="2" destOrd="0" presId="urn:microsoft.com/office/officeart/2018/5/layout/IconCircleLabelList"/>
    <dgm:cxn modelId="{848E2AFD-43A6-4E05-B641-6ACEE6C10F1F}" type="presParOf" srcId="{1084F351-CC86-44E6-BA25-D98E5D9EA7F0}" destId="{24192965-F521-48D7-BAD0-95A23A0FAB48}" srcOrd="3" destOrd="0" presId="urn:microsoft.com/office/officeart/2018/5/layout/IconCircleLabelList"/>
    <dgm:cxn modelId="{A8FB20D2-8AEE-45D9-A92E-2F83C76D1DA8}" type="presParOf" srcId="{6F5579D6-6DC5-4891-8A82-855034C23B85}" destId="{9EA37494-FAF6-4742-8132-3CC163C7CD77}" srcOrd="3" destOrd="0" presId="urn:microsoft.com/office/officeart/2018/5/layout/IconCircleLabelList"/>
    <dgm:cxn modelId="{4F0B5145-2FC9-4841-9C17-ED3C8F8B611E}" type="presParOf" srcId="{6F5579D6-6DC5-4891-8A82-855034C23B85}" destId="{F61F1068-FBF6-4CFD-9DBB-07C283AF2CD7}" srcOrd="4" destOrd="0" presId="urn:microsoft.com/office/officeart/2018/5/layout/IconCircleLabelList"/>
    <dgm:cxn modelId="{D7E19939-543C-4E91-919C-1C5A3FB09E06}" type="presParOf" srcId="{F61F1068-FBF6-4CFD-9DBB-07C283AF2CD7}" destId="{5F937D8B-1F06-4FDE-A57A-37F7C07E4D3E}" srcOrd="0" destOrd="0" presId="urn:microsoft.com/office/officeart/2018/5/layout/IconCircleLabelList"/>
    <dgm:cxn modelId="{35FDCCF9-4F22-47DC-8242-C777F19E8130}" type="presParOf" srcId="{F61F1068-FBF6-4CFD-9DBB-07C283AF2CD7}" destId="{09A00193-BA2A-475F-B02F-B1308603195E}" srcOrd="1" destOrd="0" presId="urn:microsoft.com/office/officeart/2018/5/layout/IconCircleLabelList"/>
    <dgm:cxn modelId="{6936CFBF-89C2-42DB-B634-957A4743D3C6}" type="presParOf" srcId="{F61F1068-FBF6-4CFD-9DBB-07C283AF2CD7}" destId="{00A0B4CE-CB31-4F4B-8A0B-F7EEF6FCF277}" srcOrd="2" destOrd="0" presId="urn:microsoft.com/office/officeart/2018/5/layout/IconCircleLabelList"/>
    <dgm:cxn modelId="{00BE85A5-AD34-4413-926E-CFFA11FB4A38}" type="presParOf" srcId="{F61F1068-FBF6-4CFD-9DBB-07C283AF2CD7}" destId="{6C003328-1429-47BA-A210-E79F8AEBEA90}" srcOrd="3" destOrd="0" presId="urn:microsoft.com/office/officeart/2018/5/layout/IconCircleLabelList"/>
    <dgm:cxn modelId="{E74810A6-C735-442E-B86F-60992C5D8834}" type="presParOf" srcId="{6F5579D6-6DC5-4891-8A82-855034C23B85}" destId="{67FCDB45-CA9E-47A1-8178-C2873C2326F2}" srcOrd="5" destOrd="0" presId="urn:microsoft.com/office/officeart/2018/5/layout/IconCircleLabelList"/>
    <dgm:cxn modelId="{BFB237C3-96A2-498C-9721-681A96ECED94}" type="presParOf" srcId="{6F5579D6-6DC5-4891-8A82-855034C23B85}" destId="{2D6A43BE-E8EA-4BB6-A718-39E98D68FAA7}" srcOrd="6" destOrd="0" presId="urn:microsoft.com/office/officeart/2018/5/layout/IconCircleLabelList"/>
    <dgm:cxn modelId="{EC376FC1-8A9F-42BA-9700-8ECA649EE6C8}" type="presParOf" srcId="{2D6A43BE-E8EA-4BB6-A718-39E98D68FAA7}" destId="{C7A2B634-EA39-41FC-9AF8-181275058C5C}" srcOrd="0" destOrd="0" presId="urn:microsoft.com/office/officeart/2018/5/layout/IconCircleLabelList"/>
    <dgm:cxn modelId="{D2A0738D-44E9-444D-A4CA-26C442F63309}" type="presParOf" srcId="{2D6A43BE-E8EA-4BB6-A718-39E98D68FAA7}" destId="{BF0F6139-D76F-4834-BA70-B9D7FE4D7511}" srcOrd="1" destOrd="0" presId="urn:microsoft.com/office/officeart/2018/5/layout/IconCircleLabelList"/>
    <dgm:cxn modelId="{114691EC-5FBE-4710-857E-F97791929298}" type="presParOf" srcId="{2D6A43BE-E8EA-4BB6-A718-39E98D68FAA7}" destId="{347A2CAF-BDF4-4103-AAE7-FAA98991EDCA}" srcOrd="2" destOrd="0" presId="urn:microsoft.com/office/officeart/2018/5/layout/IconCircleLabelList"/>
    <dgm:cxn modelId="{B6238101-052F-4A5F-A566-74D3489BB4CB}" type="presParOf" srcId="{2D6A43BE-E8EA-4BB6-A718-39E98D68FAA7}" destId="{8956E77E-AF04-4119-BC31-66A927519AEF}" srcOrd="3" destOrd="0" presId="urn:microsoft.com/office/officeart/2018/5/layout/IconCircleLabelList"/>
    <dgm:cxn modelId="{ECD792F6-DBFB-415D-B3D7-E3BB9E6406DD}" type="presParOf" srcId="{6F5579D6-6DC5-4891-8A82-855034C23B85}" destId="{1F5EB133-6E20-4E93-B5A9-CD2D0C2114D8}" srcOrd="7" destOrd="0" presId="urn:microsoft.com/office/officeart/2018/5/layout/IconCircleLabelList"/>
    <dgm:cxn modelId="{E048918D-9907-4B4D-93C3-C2CD8CCD9464}" type="presParOf" srcId="{6F5579D6-6DC5-4891-8A82-855034C23B85}" destId="{D2CAA4C0-2CF2-4580-B783-E921B78C5AEF}" srcOrd="8" destOrd="0" presId="urn:microsoft.com/office/officeart/2018/5/layout/IconCircleLabelList"/>
    <dgm:cxn modelId="{9DD46007-6C9C-4B5F-8AF8-30F241BA0D8F}" type="presParOf" srcId="{D2CAA4C0-2CF2-4580-B783-E921B78C5AEF}" destId="{9C9F24F0-1DC0-4FAE-AD2F-EF63D73885D4}" srcOrd="0" destOrd="0" presId="urn:microsoft.com/office/officeart/2018/5/layout/IconCircleLabelList"/>
    <dgm:cxn modelId="{F35371DA-0468-43E4-A246-A9F367203F24}" type="presParOf" srcId="{D2CAA4C0-2CF2-4580-B783-E921B78C5AEF}" destId="{1FEA5E4E-556C-47D3-B3D1-09FC38BCCC97}" srcOrd="1" destOrd="0" presId="urn:microsoft.com/office/officeart/2018/5/layout/IconCircleLabelList"/>
    <dgm:cxn modelId="{F623F382-B15E-4103-BC26-DD88B89F2F55}" type="presParOf" srcId="{D2CAA4C0-2CF2-4580-B783-E921B78C5AEF}" destId="{5089D1CC-4C81-4831-892F-30F3DDAEC9B3}" srcOrd="2" destOrd="0" presId="urn:microsoft.com/office/officeart/2018/5/layout/IconCircleLabelList"/>
    <dgm:cxn modelId="{C30F215D-B68E-451E-9A54-AC737DE66E63}" type="presParOf" srcId="{D2CAA4C0-2CF2-4580-B783-E921B78C5AEF}" destId="{F50C0946-8199-4CF2-91FF-A0880F39DED0}"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10A3DB4-0421-4B61-B60C-F96724B13F5C}" type="doc">
      <dgm:prSet loTypeId="urn:microsoft.com/office/officeart/2005/8/layout/list1" loCatId="list" qsTypeId="urn:microsoft.com/office/officeart/2005/8/quickstyle/simple4" qsCatId="simple" csTypeId="urn:microsoft.com/office/officeart/2005/8/colors/colorful2" csCatId="colorful" phldr="1"/>
      <dgm:spPr/>
      <dgm:t>
        <a:bodyPr/>
        <a:lstStyle/>
        <a:p>
          <a:endParaRPr lang="en-US"/>
        </a:p>
      </dgm:t>
    </dgm:pt>
    <dgm:pt modelId="{9DB5B1C2-D531-46C8-BB2F-FACE7E8E0452}">
      <dgm:prSet/>
      <dgm:spPr/>
      <dgm:t>
        <a:bodyPr/>
        <a:lstStyle/>
        <a:p>
          <a:r>
            <a:rPr lang="en-US" dirty="0"/>
            <a:t>Concepts and prototypes</a:t>
          </a:r>
        </a:p>
      </dgm:t>
    </dgm:pt>
    <dgm:pt modelId="{86718AAC-190A-4618-995B-EC1B3D117B4F}" type="parTrans" cxnId="{DEDA77B9-0CF2-44D9-BE1D-CC1F65D9854D}">
      <dgm:prSet/>
      <dgm:spPr/>
      <dgm:t>
        <a:bodyPr/>
        <a:lstStyle/>
        <a:p>
          <a:endParaRPr lang="en-US"/>
        </a:p>
      </dgm:t>
    </dgm:pt>
    <dgm:pt modelId="{C40253BE-A7EF-47F6-9A3F-7228622453A8}" type="sibTrans" cxnId="{DEDA77B9-0CF2-44D9-BE1D-CC1F65D9854D}">
      <dgm:prSet/>
      <dgm:spPr/>
      <dgm:t>
        <a:bodyPr/>
        <a:lstStyle/>
        <a:p>
          <a:endParaRPr lang="en-US"/>
        </a:p>
      </dgm:t>
    </dgm:pt>
    <dgm:pt modelId="{F4DF418C-CEA5-4AE1-B88B-4E5B8B2AFC9E}">
      <dgm:prSet/>
      <dgm:spPr/>
      <dgm:t>
        <a:bodyPr/>
        <a:lstStyle/>
        <a:p>
          <a:r>
            <a:rPr lang="en-US" dirty="0"/>
            <a:t>Natural concepts</a:t>
          </a:r>
        </a:p>
      </dgm:t>
    </dgm:pt>
    <dgm:pt modelId="{971A8211-2AD5-44E5-8356-DC8AAE143343}" type="parTrans" cxnId="{9FB6B3AA-F5F5-435E-9A5B-D138EE67C715}">
      <dgm:prSet/>
      <dgm:spPr/>
      <dgm:t>
        <a:bodyPr/>
        <a:lstStyle/>
        <a:p>
          <a:endParaRPr lang="en-US"/>
        </a:p>
      </dgm:t>
    </dgm:pt>
    <dgm:pt modelId="{62B05060-F008-4B43-B21B-1C8DE722507F}" type="sibTrans" cxnId="{9FB6B3AA-F5F5-435E-9A5B-D138EE67C715}">
      <dgm:prSet/>
      <dgm:spPr/>
      <dgm:t>
        <a:bodyPr/>
        <a:lstStyle/>
        <a:p>
          <a:endParaRPr lang="en-US"/>
        </a:p>
      </dgm:t>
    </dgm:pt>
    <dgm:pt modelId="{7ED26EC1-75EC-459F-B0FA-061B39180CD6}">
      <dgm:prSet/>
      <dgm:spPr/>
      <dgm:t>
        <a:bodyPr/>
        <a:lstStyle/>
        <a:p>
          <a:r>
            <a:rPr lang="en-US" dirty="0"/>
            <a:t>Schemas</a:t>
          </a:r>
        </a:p>
      </dgm:t>
    </dgm:pt>
    <dgm:pt modelId="{862B73BB-369A-4B8B-81AD-6AC478397F4D}" type="parTrans" cxnId="{D400FFAA-E8BF-4CA3-90CC-D5282693F191}">
      <dgm:prSet/>
      <dgm:spPr/>
      <dgm:t>
        <a:bodyPr/>
        <a:lstStyle/>
        <a:p>
          <a:endParaRPr lang="en-US"/>
        </a:p>
      </dgm:t>
    </dgm:pt>
    <dgm:pt modelId="{BD53EC26-0E61-4DC4-A6CF-38EE8E065CD3}" type="sibTrans" cxnId="{D400FFAA-E8BF-4CA3-90CC-D5282693F191}">
      <dgm:prSet/>
      <dgm:spPr/>
      <dgm:t>
        <a:bodyPr/>
        <a:lstStyle/>
        <a:p>
          <a:endParaRPr lang="en-US"/>
        </a:p>
      </dgm:t>
    </dgm:pt>
    <dgm:pt modelId="{2F4A7563-B4F9-4D7A-9631-71D23E9DCA6C}">
      <dgm:prSet/>
      <dgm:spPr/>
      <dgm:t>
        <a:bodyPr/>
        <a:lstStyle/>
        <a:p>
          <a:r>
            <a:rPr lang="en-US" dirty="0"/>
            <a:t>Role schema</a:t>
          </a:r>
        </a:p>
      </dgm:t>
    </dgm:pt>
    <dgm:pt modelId="{95AC0CE7-5B3D-48A6-9488-B630A2C669F2}" type="parTrans" cxnId="{66F7D370-7AB1-4389-916F-CC30F9A95E15}">
      <dgm:prSet/>
      <dgm:spPr/>
      <dgm:t>
        <a:bodyPr/>
        <a:lstStyle/>
        <a:p>
          <a:endParaRPr lang="en-US"/>
        </a:p>
      </dgm:t>
    </dgm:pt>
    <dgm:pt modelId="{765EA80C-21E0-432A-97B8-71D6FA49EFAD}" type="sibTrans" cxnId="{66F7D370-7AB1-4389-916F-CC30F9A95E15}">
      <dgm:prSet/>
      <dgm:spPr/>
      <dgm:t>
        <a:bodyPr/>
        <a:lstStyle/>
        <a:p>
          <a:endParaRPr lang="en-US"/>
        </a:p>
      </dgm:t>
    </dgm:pt>
    <dgm:pt modelId="{D2A70B48-9C88-49F9-AF9A-79AE90BE2329}">
      <dgm:prSet/>
      <dgm:spPr/>
      <dgm:t>
        <a:bodyPr/>
        <a:lstStyle/>
        <a:p>
          <a:r>
            <a:rPr lang="en-US"/>
            <a:t>Artificial concepts</a:t>
          </a:r>
          <a:endParaRPr lang="en-US" dirty="0"/>
        </a:p>
      </dgm:t>
    </dgm:pt>
    <dgm:pt modelId="{91367D8B-150E-4D0A-9C73-5BB2586F752F}" type="parTrans" cxnId="{68AA6637-77C0-4C0B-BF58-B2D920BB797C}">
      <dgm:prSet/>
      <dgm:spPr/>
      <dgm:t>
        <a:bodyPr/>
        <a:lstStyle/>
        <a:p>
          <a:endParaRPr lang="en-US"/>
        </a:p>
      </dgm:t>
    </dgm:pt>
    <dgm:pt modelId="{8B9952FF-96EF-45A8-9EAA-1A7E46C56E9F}" type="sibTrans" cxnId="{68AA6637-77C0-4C0B-BF58-B2D920BB797C}">
      <dgm:prSet/>
      <dgm:spPr/>
      <dgm:t>
        <a:bodyPr/>
        <a:lstStyle/>
        <a:p>
          <a:endParaRPr lang="en-US"/>
        </a:p>
      </dgm:t>
    </dgm:pt>
    <dgm:pt modelId="{63468459-A761-436A-949A-EC171678ADFB}">
      <dgm:prSet/>
      <dgm:spPr/>
      <dgm:t>
        <a:bodyPr/>
        <a:lstStyle/>
        <a:p>
          <a:r>
            <a:rPr lang="en-US" dirty="0"/>
            <a:t>Event schema</a:t>
          </a:r>
        </a:p>
      </dgm:t>
    </dgm:pt>
    <dgm:pt modelId="{BDB3E3F8-5857-4734-8131-31C43991E956}" type="parTrans" cxnId="{35608396-B415-4CD8-9BE0-F57FA228E564}">
      <dgm:prSet/>
      <dgm:spPr/>
      <dgm:t>
        <a:bodyPr/>
        <a:lstStyle/>
        <a:p>
          <a:endParaRPr lang="en-US"/>
        </a:p>
      </dgm:t>
    </dgm:pt>
    <dgm:pt modelId="{11CC0B61-98C4-4285-B3E4-2ABA0BF88E62}" type="sibTrans" cxnId="{35608396-B415-4CD8-9BE0-F57FA228E564}">
      <dgm:prSet/>
      <dgm:spPr/>
      <dgm:t>
        <a:bodyPr/>
        <a:lstStyle/>
        <a:p>
          <a:endParaRPr lang="en-US"/>
        </a:p>
      </dgm:t>
    </dgm:pt>
    <dgm:pt modelId="{6B1B9E08-3001-4B46-A62F-DD2B6F86B490}">
      <dgm:prSet/>
      <dgm:spPr/>
      <dgm:t>
        <a:bodyPr/>
        <a:lstStyle/>
        <a:p>
          <a:r>
            <a:rPr lang="en-US" dirty="0"/>
            <a:t>Object schema</a:t>
          </a:r>
        </a:p>
      </dgm:t>
    </dgm:pt>
    <dgm:pt modelId="{C514EB3F-B62F-4952-9FED-87DD34A6F1D8}" type="parTrans" cxnId="{D249C421-6AB7-420B-9EF9-74D0FE7E2E96}">
      <dgm:prSet/>
      <dgm:spPr/>
      <dgm:t>
        <a:bodyPr/>
        <a:lstStyle/>
        <a:p>
          <a:endParaRPr lang="en-US"/>
        </a:p>
      </dgm:t>
    </dgm:pt>
    <dgm:pt modelId="{617E2CEE-9DD0-4D88-9DB4-4B1BD6A84A29}" type="sibTrans" cxnId="{D249C421-6AB7-420B-9EF9-74D0FE7E2E96}">
      <dgm:prSet/>
      <dgm:spPr/>
      <dgm:t>
        <a:bodyPr/>
        <a:lstStyle/>
        <a:p>
          <a:endParaRPr lang="en-US"/>
        </a:p>
      </dgm:t>
    </dgm:pt>
    <dgm:pt modelId="{C13863FC-E84C-4A04-BF9D-F29D1524295C}">
      <dgm:prSet/>
      <dgm:spPr/>
      <dgm:t>
        <a:bodyPr/>
        <a:lstStyle/>
        <a:p>
          <a:r>
            <a:rPr lang="en-US" dirty="0"/>
            <a:t>Self-schema </a:t>
          </a:r>
        </a:p>
      </dgm:t>
    </dgm:pt>
    <dgm:pt modelId="{A009FF6D-4833-4602-A65F-189698D31C71}" type="parTrans" cxnId="{A2FDADA9-F661-49C7-908A-7CB0DBAA6CEF}">
      <dgm:prSet/>
      <dgm:spPr/>
      <dgm:t>
        <a:bodyPr/>
        <a:lstStyle/>
        <a:p>
          <a:endParaRPr lang="en-US"/>
        </a:p>
      </dgm:t>
    </dgm:pt>
    <dgm:pt modelId="{8D5D5349-F499-492C-B660-5A723AFCD877}" type="sibTrans" cxnId="{A2FDADA9-F661-49C7-908A-7CB0DBAA6CEF}">
      <dgm:prSet/>
      <dgm:spPr/>
      <dgm:t>
        <a:bodyPr/>
        <a:lstStyle/>
        <a:p>
          <a:endParaRPr lang="en-US"/>
        </a:p>
      </dgm:t>
    </dgm:pt>
    <dgm:pt modelId="{7FC7138E-5413-42E5-9EB9-BFDEA3C5672A}" type="pres">
      <dgm:prSet presAssocID="{D10A3DB4-0421-4B61-B60C-F96724B13F5C}" presName="linear" presStyleCnt="0">
        <dgm:presLayoutVars>
          <dgm:dir/>
          <dgm:animLvl val="lvl"/>
          <dgm:resizeHandles val="exact"/>
        </dgm:presLayoutVars>
      </dgm:prSet>
      <dgm:spPr/>
    </dgm:pt>
    <dgm:pt modelId="{F63F28BE-1E70-4C37-80B2-25BB08CA1D1A}" type="pres">
      <dgm:prSet presAssocID="{9DB5B1C2-D531-46C8-BB2F-FACE7E8E0452}" presName="parentLin" presStyleCnt="0"/>
      <dgm:spPr/>
    </dgm:pt>
    <dgm:pt modelId="{EB64FEA5-2A86-4864-B3A4-DF6FED0D5D24}" type="pres">
      <dgm:prSet presAssocID="{9DB5B1C2-D531-46C8-BB2F-FACE7E8E0452}" presName="parentLeftMargin" presStyleLbl="node1" presStyleIdx="0" presStyleCnt="2"/>
      <dgm:spPr/>
    </dgm:pt>
    <dgm:pt modelId="{607411F2-E4D3-4F7D-9016-C3A476BDB29D}" type="pres">
      <dgm:prSet presAssocID="{9DB5B1C2-D531-46C8-BB2F-FACE7E8E0452}" presName="parentText" presStyleLbl="node1" presStyleIdx="0" presStyleCnt="2">
        <dgm:presLayoutVars>
          <dgm:chMax val="0"/>
          <dgm:bulletEnabled val="1"/>
        </dgm:presLayoutVars>
      </dgm:prSet>
      <dgm:spPr/>
    </dgm:pt>
    <dgm:pt modelId="{74D9E71F-913C-4BC1-A944-590F48AC4063}" type="pres">
      <dgm:prSet presAssocID="{9DB5B1C2-D531-46C8-BB2F-FACE7E8E0452}" presName="negativeSpace" presStyleCnt="0"/>
      <dgm:spPr/>
    </dgm:pt>
    <dgm:pt modelId="{D09160DE-80BE-43D3-8DD3-A333DAF1FBD5}" type="pres">
      <dgm:prSet presAssocID="{9DB5B1C2-D531-46C8-BB2F-FACE7E8E0452}" presName="childText" presStyleLbl="conFgAcc1" presStyleIdx="0" presStyleCnt="2">
        <dgm:presLayoutVars>
          <dgm:bulletEnabled val="1"/>
        </dgm:presLayoutVars>
      </dgm:prSet>
      <dgm:spPr/>
    </dgm:pt>
    <dgm:pt modelId="{B7F4B59F-96F8-4B5F-BC44-7EA40870E77A}" type="pres">
      <dgm:prSet presAssocID="{C40253BE-A7EF-47F6-9A3F-7228622453A8}" presName="spaceBetweenRectangles" presStyleCnt="0"/>
      <dgm:spPr/>
    </dgm:pt>
    <dgm:pt modelId="{84EC0E97-1E72-4416-8D32-8639E531635A}" type="pres">
      <dgm:prSet presAssocID="{7ED26EC1-75EC-459F-B0FA-061B39180CD6}" presName="parentLin" presStyleCnt="0"/>
      <dgm:spPr/>
    </dgm:pt>
    <dgm:pt modelId="{42E3187F-53D9-49C3-8699-7D8B0401C3BF}" type="pres">
      <dgm:prSet presAssocID="{7ED26EC1-75EC-459F-B0FA-061B39180CD6}" presName="parentLeftMargin" presStyleLbl="node1" presStyleIdx="0" presStyleCnt="2"/>
      <dgm:spPr/>
    </dgm:pt>
    <dgm:pt modelId="{E01A215F-64DF-43A6-B46C-02A17DD01ED6}" type="pres">
      <dgm:prSet presAssocID="{7ED26EC1-75EC-459F-B0FA-061B39180CD6}" presName="parentText" presStyleLbl="node1" presStyleIdx="1" presStyleCnt="2">
        <dgm:presLayoutVars>
          <dgm:chMax val="0"/>
          <dgm:bulletEnabled val="1"/>
        </dgm:presLayoutVars>
      </dgm:prSet>
      <dgm:spPr/>
    </dgm:pt>
    <dgm:pt modelId="{A2065A59-7B28-47D8-B810-34E0C3D0EFBC}" type="pres">
      <dgm:prSet presAssocID="{7ED26EC1-75EC-459F-B0FA-061B39180CD6}" presName="negativeSpace" presStyleCnt="0"/>
      <dgm:spPr/>
    </dgm:pt>
    <dgm:pt modelId="{77D4E4FA-7E4A-477C-9504-1879336C082C}" type="pres">
      <dgm:prSet presAssocID="{7ED26EC1-75EC-459F-B0FA-061B39180CD6}" presName="childText" presStyleLbl="conFgAcc1" presStyleIdx="1" presStyleCnt="2">
        <dgm:presLayoutVars>
          <dgm:bulletEnabled val="1"/>
        </dgm:presLayoutVars>
      </dgm:prSet>
      <dgm:spPr/>
    </dgm:pt>
  </dgm:ptLst>
  <dgm:cxnLst>
    <dgm:cxn modelId="{81C5BB0B-2D61-4E00-BE6D-569BDF4407D7}" type="presOf" srcId="{9DB5B1C2-D531-46C8-BB2F-FACE7E8E0452}" destId="{EB64FEA5-2A86-4864-B3A4-DF6FED0D5D24}" srcOrd="0" destOrd="0" presId="urn:microsoft.com/office/officeart/2005/8/layout/list1"/>
    <dgm:cxn modelId="{D249C421-6AB7-420B-9EF9-74D0FE7E2E96}" srcId="{7ED26EC1-75EC-459F-B0FA-061B39180CD6}" destId="{6B1B9E08-3001-4B46-A62F-DD2B6F86B490}" srcOrd="2" destOrd="0" parTransId="{C514EB3F-B62F-4952-9FED-87DD34A6F1D8}" sibTransId="{617E2CEE-9DD0-4D88-9DB4-4B1BD6A84A29}"/>
    <dgm:cxn modelId="{68AA6637-77C0-4C0B-BF58-B2D920BB797C}" srcId="{9DB5B1C2-D531-46C8-BB2F-FACE7E8E0452}" destId="{D2A70B48-9C88-49F9-AF9A-79AE90BE2329}" srcOrd="1" destOrd="0" parTransId="{91367D8B-150E-4D0A-9C73-5BB2586F752F}" sibTransId="{8B9952FF-96EF-45A8-9EAA-1A7E46C56E9F}"/>
    <dgm:cxn modelId="{82D14838-5847-4F81-AAA4-C57D78245028}" type="presOf" srcId="{D10A3DB4-0421-4B61-B60C-F96724B13F5C}" destId="{7FC7138E-5413-42E5-9EB9-BFDEA3C5672A}" srcOrd="0" destOrd="0" presId="urn:microsoft.com/office/officeart/2005/8/layout/list1"/>
    <dgm:cxn modelId="{0C1D795B-2478-464D-85D9-72D741B7B6EA}" type="presOf" srcId="{9DB5B1C2-D531-46C8-BB2F-FACE7E8E0452}" destId="{607411F2-E4D3-4F7D-9016-C3A476BDB29D}" srcOrd="1" destOrd="0" presId="urn:microsoft.com/office/officeart/2005/8/layout/list1"/>
    <dgm:cxn modelId="{3C2F164C-A54E-4B78-95A3-99D9D521F0E6}" type="presOf" srcId="{2F4A7563-B4F9-4D7A-9631-71D23E9DCA6C}" destId="{77D4E4FA-7E4A-477C-9504-1879336C082C}" srcOrd="0" destOrd="0" presId="urn:microsoft.com/office/officeart/2005/8/layout/list1"/>
    <dgm:cxn modelId="{66F7D370-7AB1-4389-916F-CC30F9A95E15}" srcId="{7ED26EC1-75EC-459F-B0FA-061B39180CD6}" destId="{2F4A7563-B4F9-4D7A-9631-71D23E9DCA6C}" srcOrd="0" destOrd="0" parTransId="{95AC0CE7-5B3D-48A6-9488-B630A2C669F2}" sibTransId="{765EA80C-21E0-432A-97B8-71D6FA49EFAD}"/>
    <dgm:cxn modelId="{B3F50B52-88B7-45D4-BAAA-E5A5B955AF56}" type="presOf" srcId="{63468459-A761-436A-949A-EC171678ADFB}" destId="{77D4E4FA-7E4A-477C-9504-1879336C082C}" srcOrd="0" destOrd="1" presId="urn:microsoft.com/office/officeart/2005/8/layout/list1"/>
    <dgm:cxn modelId="{C5999484-2569-4272-906B-E4BEFEE2F8E4}" type="presOf" srcId="{D2A70B48-9C88-49F9-AF9A-79AE90BE2329}" destId="{D09160DE-80BE-43D3-8DD3-A333DAF1FBD5}" srcOrd="0" destOrd="1" presId="urn:microsoft.com/office/officeart/2005/8/layout/list1"/>
    <dgm:cxn modelId="{56AD0B85-B851-4576-91AA-7C6D756CD27F}" type="presOf" srcId="{7ED26EC1-75EC-459F-B0FA-061B39180CD6}" destId="{42E3187F-53D9-49C3-8699-7D8B0401C3BF}" srcOrd="0" destOrd="0" presId="urn:microsoft.com/office/officeart/2005/8/layout/list1"/>
    <dgm:cxn modelId="{2E97658B-A438-46F5-8F12-0F335313CDAB}" type="presOf" srcId="{7ED26EC1-75EC-459F-B0FA-061B39180CD6}" destId="{E01A215F-64DF-43A6-B46C-02A17DD01ED6}" srcOrd="1" destOrd="0" presId="urn:microsoft.com/office/officeart/2005/8/layout/list1"/>
    <dgm:cxn modelId="{35608396-B415-4CD8-9BE0-F57FA228E564}" srcId="{7ED26EC1-75EC-459F-B0FA-061B39180CD6}" destId="{63468459-A761-436A-949A-EC171678ADFB}" srcOrd="1" destOrd="0" parTransId="{BDB3E3F8-5857-4734-8131-31C43991E956}" sibTransId="{11CC0B61-98C4-4285-B3E4-2ABA0BF88E62}"/>
    <dgm:cxn modelId="{A2FDADA9-F661-49C7-908A-7CB0DBAA6CEF}" srcId="{7ED26EC1-75EC-459F-B0FA-061B39180CD6}" destId="{C13863FC-E84C-4A04-BF9D-F29D1524295C}" srcOrd="3" destOrd="0" parTransId="{A009FF6D-4833-4602-A65F-189698D31C71}" sibTransId="{8D5D5349-F499-492C-B660-5A723AFCD877}"/>
    <dgm:cxn modelId="{9FB6B3AA-F5F5-435E-9A5B-D138EE67C715}" srcId="{9DB5B1C2-D531-46C8-BB2F-FACE7E8E0452}" destId="{F4DF418C-CEA5-4AE1-B88B-4E5B8B2AFC9E}" srcOrd="0" destOrd="0" parTransId="{971A8211-2AD5-44E5-8356-DC8AAE143343}" sibTransId="{62B05060-F008-4B43-B21B-1C8DE722507F}"/>
    <dgm:cxn modelId="{D400FFAA-E8BF-4CA3-90CC-D5282693F191}" srcId="{D10A3DB4-0421-4B61-B60C-F96724B13F5C}" destId="{7ED26EC1-75EC-459F-B0FA-061B39180CD6}" srcOrd="1" destOrd="0" parTransId="{862B73BB-369A-4B8B-81AD-6AC478397F4D}" sibTransId="{BD53EC26-0E61-4DC4-A6CF-38EE8E065CD3}"/>
    <dgm:cxn modelId="{F2532EB7-CC65-433D-A003-32B566380E9D}" type="presOf" srcId="{6B1B9E08-3001-4B46-A62F-DD2B6F86B490}" destId="{77D4E4FA-7E4A-477C-9504-1879336C082C}" srcOrd="0" destOrd="2" presId="urn:microsoft.com/office/officeart/2005/8/layout/list1"/>
    <dgm:cxn modelId="{DEDA77B9-0CF2-44D9-BE1D-CC1F65D9854D}" srcId="{D10A3DB4-0421-4B61-B60C-F96724B13F5C}" destId="{9DB5B1C2-D531-46C8-BB2F-FACE7E8E0452}" srcOrd="0" destOrd="0" parTransId="{86718AAC-190A-4618-995B-EC1B3D117B4F}" sibTransId="{C40253BE-A7EF-47F6-9A3F-7228622453A8}"/>
    <dgm:cxn modelId="{9598D7BC-F8E2-4BCC-8E62-F44038B2DDEA}" type="presOf" srcId="{F4DF418C-CEA5-4AE1-B88B-4E5B8B2AFC9E}" destId="{D09160DE-80BE-43D3-8DD3-A333DAF1FBD5}" srcOrd="0" destOrd="0" presId="urn:microsoft.com/office/officeart/2005/8/layout/list1"/>
    <dgm:cxn modelId="{676587C2-A3CD-40AC-AFA5-8002CE429D31}" type="presOf" srcId="{C13863FC-E84C-4A04-BF9D-F29D1524295C}" destId="{77D4E4FA-7E4A-477C-9504-1879336C082C}" srcOrd="0" destOrd="3" presId="urn:microsoft.com/office/officeart/2005/8/layout/list1"/>
    <dgm:cxn modelId="{9587566D-A353-40DC-8FBF-50232D6DA772}" type="presParOf" srcId="{7FC7138E-5413-42E5-9EB9-BFDEA3C5672A}" destId="{F63F28BE-1E70-4C37-80B2-25BB08CA1D1A}" srcOrd="0" destOrd="0" presId="urn:microsoft.com/office/officeart/2005/8/layout/list1"/>
    <dgm:cxn modelId="{E826CA0E-A07A-481C-B5AF-BC68F649B679}" type="presParOf" srcId="{F63F28BE-1E70-4C37-80B2-25BB08CA1D1A}" destId="{EB64FEA5-2A86-4864-B3A4-DF6FED0D5D24}" srcOrd="0" destOrd="0" presId="urn:microsoft.com/office/officeart/2005/8/layout/list1"/>
    <dgm:cxn modelId="{45FF96FD-6D0C-4710-AFA4-10C25A71816D}" type="presParOf" srcId="{F63F28BE-1E70-4C37-80B2-25BB08CA1D1A}" destId="{607411F2-E4D3-4F7D-9016-C3A476BDB29D}" srcOrd="1" destOrd="0" presId="urn:microsoft.com/office/officeart/2005/8/layout/list1"/>
    <dgm:cxn modelId="{AB65E0B6-789D-4ABD-B563-A672A8F2D037}" type="presParOf" srcId="{7FC7138E-5413-42E5-9EB9-BFDEA3C5672A}" destId="{74D9E71F-913C-4BC1-A944-590F48AC4063}" srcOrd="1" destOrd="0" presId="urn:microsoft.com/office/officeart/2005/8/layout/list1"/>
    <dgm:cxn modelId="{249C3F74-27A1-44C9-B4DF-306601721053}" type="presParOf" srcId="{7FC7138E-5413-42E5-9EB9-BFDEA3C5672A}" destId="{D09160DE-80BE-43D3-8DD3-A333DAF1FBD5}" srcOrd="2" destOrd="0" presId="urn:microsoft.com/office/officeart/2005/8/layout/list1"/>
    <dgm:cxn modelId="{AC249D4C-F1EF-4899-993D-7325B4D494AF}" type="presParOf" srcId="{7FC7138E-5413-42E5-9EB9-BFDEA3C5672A}" destId="{B7F4B59F-96F8-4B5F-BC44-7EA40870E77A}" srcOrd="3" destOrd="0" presId="urn:microsoft.com/office/officeart/2005/8/layout/list1"/>
    <dgm:cxn modelId="{D27DCABF-523A-47CF-9053-A00F9CDAF61F}" type="presParOf" srcId="{7FC7138E-5413-42E5-9EB9-BFDEA3C5672A}" destId="{84EC0E97-1E72-4416-8D32-8639E531635A}" srcOrd="4" destOrd="0" presId="urn:microsoft.com/office/officeart/2005/8/layout/list1"/>
    <dgm:cxn modelId="{0AA258A6-EDEE-4E26-9A1F-C01CC34C8E8C}" type="presParOf" srcId="{84EC0E97-1E72-4416-8D32-8639E531635A}" destId="{42E3187F-53D9-49C3-8699-7D8B0401C3BF}" srcOrd="0" destOrd="0" presId="urn:microsoft.com/office/officeart/2005/8/layout/list1"/>
    <dgm:cxn modelId="{60B4C073-027C-4477-A274-28C0FB3524CA}" type="presParOf" srcId="{84EC0E97-1E72-4416-8D32-8639E531635A}" destId="{E01A215F-64DF-43A6-B46C-02A17DD01ED6}" srcOrd="1" destOrd="0" presId="urn:microsoft.com/office/officeart/2005/8/layout/list1"/>
    <dgm:cxn modelId="{385D5A1C-00F2-4CD0-B563-E3AE8AB40BCA}" type="presParOf" srcId="{7FC7138E-5413-42E5-9EB9-BFDEA3C5672A}" destId="{A2065A59-7B28-47D8-B810-34E0C3D0EFBC}" srcOrd="5" destOrd="0" presId="urn:microsoft.com/office/officeart/2005/8/layout/list1"/>
    <dgm:cxn modelId="{FA4C4624-10F1-4A24-BA7C-D87E55F654AA}" type="presParOf" srcId="{7FC7138E-5413-42E5-9EB9-BFDEA3C5672A}" destId="{77D4E4FA-7E4A-477C-9504-1879336C082C}"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D9BB0D0-8D73-4D3F-9F2E-2782EACE4BF9}" type="doc">
      <dgm:prSet loTypeId="urn:microsoft.com/office/officeart/2005/8/layout/radial1" loCatId="relationship" qsTypeId="urn:microsoft.com/office/officeart/2005/8/quickstyle/simple1" qsCatId="simple" csTypeId="urn:microsoft.com/office/officeart/2005/8/colors/accent1_2" csCatId="accent1" phldr="1"/>
      <dgm:spPr/>
      <dgm:t>
        <a:bodyPr/>
        <a:lstStyle/>
        <a:p>
          <a:endParaRPr lang="en-US"/>
        </a:p>
      </dgm:t>
    </dgm:pt>
    <dgm:pt modelId="{6D168498-019A-48E7-85E8-58CD62A7707B}">
      <dgm:prSet phldrT="[Text]" phldr="0"/>
      <dgm:spPr>
        <a:solidFill>
          <a:schemeClr val="accent1">
            <a:lumMod val="60000"/>
            <a:lumOff val="40000"/>
          </a:schemeClr>
        </a:solidFill>
      </dgm:spPr>
      <dgm:t>
        <a:bodyPr/>
        <a:lstStyle/>
        <a:p>
          <a:r>
            <a:rPr lang="en-US" dirty="0">
              <a:solidFill>
                <a:schemeClr val="tx1"/>
              </a:solidFill>
            </a:rPr>
            <a:t>Event Schema: Horseback riding</a:t>
          </a:r>
        </a:p>
      </dgm:t>
    </dgm:pt>
    <dgm:pt modelId="{209589B7-C174-4F4D-8C2B-2530A419B2DD}" type="parTrans" cxnId="{BE968E46-D92A-48D9-B05B-45B43305CEF3}">
      <dgm:prSet/>
      <dgm:spPr/>
      <dgm:t>
        <a:bodyPr/>
        <a:lstStyle/>
        <a:p>
          <a:endParaRPr lang="en-US"/>
        </a:p>
      </dgm:t>
    </dgm:pt>
    <dgm:pt modelId="{1CAD423F-396A-422E-BE51-8D8FEB1A6E89}" type="sibTrans" cxnId="{BE968E46-D92A-48D9-B05B-45B43305CEF3}">
      <dgm:prSet/>
      <dgm:spPr/>
      <dgm:t>
        <a:bodyPr/>
        <a:lstStyle/>
        <a:p>
          <a:endParaRPr lang="en-US"/>
        </a:p>
      </dgm:t>
    </dgm:pt>
    <dgm:pt modelId="{9D9ED04B-A0EC-4A10-A30B-B27B44012334}">
      <dgm:prSet phldrT="[Text]" phldr="0" custT="1"/>
      <dgm:spPr>
        <a:solidFill>
          <a:schemeClr val="accent5">
            <a:lumMod val="60000"/>
            <a:lumOff val="40000"/>
          </a:schemeClr>
        </a:solidFill>
      </dgm:spPr>
      <dgm:t>
        <a:bodyPr/>
        <a:lstStyle/>
        <a:p>
          <a:r>
            <a:rPr lang="en-US" sz="1800" dirty="0">
              <a:solidFill>
                <a:schemeClr val="tx1"/>
              </a:solidFill>
            </a:rPr>
            <a:t>Concept: What is riding?</a:t>
          </a:r>
        </a:p>
      </dgm:t>
    </dgm:pt>
    <dgm:pt modelId="{2661CF13-7AE7-404B-BA81-0A01A89FB170}" type="parTrans" cxnId="{E98080F7-A4DC-4083-B170-96FF3D68DAAA}">
      <dgm:prSet/>
      <dgm:spPr/>
      <dgm:t>
        <a:bodyPr/>
        <a:lstStyle/>
        <a:p>
          <a:endParaRPr lang="en-US"/>
        </a:p>
      </dgm:t>
    </dgm:pt>
    <dgm:pt modelId="{A5CF8A49-3A7A-4A2C-A61F-295DBE8DD21C}" type="sibTrans" cxnId="{E98080F7-A4DC-4083-B170-96FF3D68DAAA}">
      <dgm:prSet/>
      <dgm:spPr/>
      <dgm:t>
        <a:bodyPr/>
        <a:lstStyle/>
        <a:p>
          <a:endParaRPr lang="en-US"/>
        </a:p>
      </dgm:t>
    </dgm:pt>
    <dgm:pt modelId="{EAB98D20-CBD7-411B-9163-7DB12FA13B5A}">
      <dgm:prSet phldrT="[Text]" phldr="0" custT="1"/>
      <dgm:spPr>
        <a:solidFill>
          <a:schemeClr val="accent5">
            <a:lumMod val="60000"/>
            <a:lumOff val="40000"/>
          </a:schemeClr>
        </a:solidFill>
      </dgm:spPr>
      <dgm:t>
        <a:bodyPr/>
        <a:lstStyle/>
        <a:p>
          <a:r>
            <a:rPr lang="en-US" sz="1800" dirty="0">
              <a:solidFill>
                <a:schemeClr val="tx1"/>
              </a:solidFill>
            </a:rPr>
            <a:t>Concept: What is a saddle?</a:t>
          </a:r>
        </a:p>
      </dgm:t>
    </dgm:pt>
    <dgm:pt modelId="{2A5A1BA5-BF2B-4908-B2C9-5774AB4ED8D5}" type="parTrans" cxnId="{2136D200-1582-4958-BB19-5C7F8E1A6E89}">
      <dgm:prSet/>
      <dgm:spPr/>
      <dgm:t>
        <a:bodyPr/>
        <a:lstStyle/>
        <a:p>
          <a:endParaRPr lang="en-US"/>
        </a:p>
      </dgm:t>
    </dgm:pt>
    <dgm:pt modelId="{D57E632A-784D-409E-94D1-34DA9A6ABE14}" type="sibTrans" cxnId="{2136D200-1582-4958-BB19-5C7F8E1A6E89}">
      <dgm:prSet/>
      <dgm:spPr/>
      <dgm:t>
        <a:bodyPr/>
        <a:lstStyle/>
        <a:p>
          <a:endParaRPr lang="en-US"/>
        </a:p>
      </dgm:t>
    </dgm:pt>
    <dgm:pt modelId="{2745EEE5-5C88-4805-9F8C-A0CAC1F42294}">
      <dgm:prSet phldrT="[Text]" phldr="0" custT="1"/>
      <dgm:spPr>
        <a:solidFill>
          <a:schemeClr val="accent5">
            <a:lumMod val="60000"/>
            <a:lumOff val="40000"/>
          </a:schemeClr>
        </a:solidFill>
      </dgm:spPr>
      <dgm:t>
        <a:bodyPr/>
        <a:lstStyle/>
        <a:p>
          <a:r>
            <a:rPr lang="en-US" sz="1800" dirty="0">
              <a:solidFill>
                <a:schemeClr val="tx1"/>
              </a:solidFill>
            </a:rPr>
            <a:t>Concept: What is a horse?</a:t>
          </a:r>
        </a:p>
      </dgm:t>
    </dgm:pt>
    <dgm:pt modelId="{6C990CD3-96AA-428D-BEBE-EA7878388CE2}" type="parTrans" cxnId="{497C1546-E194-4927-90AA-E35D1DF7EE0B}">
      <dgm:prSet/>
      <dgm:spPr/>
      <dgm:t>
        <a:bodyPr/>
        <a:lstStyle/>
        <a:p>
          <a:endParaRPr lang="en-US"/>
        </a:p>
      </dgm:t>
    </dgm:pt>
    <dgm:pt modelId="{08D4319A-8DE3-465A-9393-3A57EBD0A9A1}" type="sibTrans" cxnId="{497C1546-E194-4927-90AA-E35D1DF7EE0B}">
      <dgm:prSet/>
      <dgm:spPr/>
      <dgm:t>
        <a:bodyPr/>
        <a:lstStyle/>
        <a:p>
          <a:endParaRPr lang="en-US"/>
        </a:p>
      </dgm:t>
    </dgm:pt>
    <dgm:pt modelId="{28C162AC-7F17-4966-ADCE-5CCBF00ACDBD}" type="pres">
      <dgm:prSet presAssocID="{6D9BB0D0-8D73-4D3F-9F2E-2782EACE4BF9}" presName="cycle" presStyleCnt="0">
        <dgm:presLayoutVars>
          <dgm:chMax val="1"/>
          <dgm:dir/>
          <dgm:animLvl val="ctr"/>
          <dgm:resizeHandles val="exact"/>
        </dgm:presLayoutVars>
      </dgm:prSet>
      <dgm:spPr/>
    </dgm:pt>
    <dgm:pt modelId="{F1C93A2C-3817-4ECB-B683-FB281FFE04FE}" type="pres">
      <dgm:prSet presAssocID="{6D168498-019A-48E7-85E8-58CD62A7707B}" presName="centerShape" presStyleLbl="node0" presStyleIdx="0" presStyleCnt="1" custScaleX="272758" custScaleY="135480" custLinFactNeighborX="-6950" custLinFactNeighborY="-35501"/>
      <dgm:spPr/>
    </dgm:pt>
    <dgm:pt modelId="{5908C340-B58C-455D-A9FB-0C8F6D99BD39}" type="pres">
      <dgm:prSet presAssocID="{2661CF13-7AE7-404B-BA81-0A01A89FB170}" presName="Name9" presStyleLbl="parChTrans1D2" presStyleIdx="0" presStyleCnt="3"/>
      <dgm:spPr/>
    </dgm:pt>
    <dgm:pt modelId="{EDDC0A89-BDFE-400E-A803-5AC5B00DCFF1}" type="pres">
      <dgm:prSet presAssocID="{2661CF13-7AE7-404B-BA81-0A01A89FB170}" presName="connTx" presStyleLbl="parChTrans1D2" presStyleIdx="0" presStyleCnt="3"/>
      <dgm:spPr/>
    </dgm:pt>
    <dgm:pt modelId="{BA1BB48F-1417-4F9F-B1D2-FC95F50B01BC}" type="pres">
      <dgm:prSet presAssocID="{9D9ED04B-A0EC-4A10-A30B-B27B44012334}" presName="node" presStyleLbl="node1" presStyleIdx="0" presStyleCnt="3" custScaleX="176477" custRadScaleRad="207448" custRadScaleInc="174142">
        <dgm:presLayoutVars>
          <dgm:bulletEnabled val="1"/>
        </dgm:presLayoutVars>
      </dgm:prSet>
      <dgm:spPr/>
    </dgm:pt>
    <dgm:pt modelId="{F0DEB288-AE55-40BA-B1F6-F1A6C448E97F}" type="pres">
      <dgm:prSet presAssocID="{2A5A1BA5-BF2B-4908-B2C9-5774AB4ED8D5}" presName="Name9" presStyleLbl="parChTrans1D2" presStyleIdx="1" presStyleCnt="3"/>
      <dgm:spPr/>
    </dgm:pt>
    <dgm:pt modelId="{2AE268DF-CA75-420B-99F4-AFDAAD033ABF}" type="pres">
      <dgm:prSet presAssocID="{2A5A1BA5-BF2B-4908-B2C9-5774AB4ED8D5}" presName="connTx" presStyleLbl="parChTrans1D2" presStyleIdx="1" presStyleCnt="3"/>
      <dgm:spPr/>
    </dgm:pt>
    <dgm:pt modelId="{EF4E9290-1279-42CE-911B-375424D2FE57}" type="pres">
      <dgm:prSet presAssocID="{EAB98D20-CBD7-411B-9163-7DB12FA13B5A}" presName="node" presStyleLbl="node1" presStyleIdx="1" presStyleCnt="3" custScaleX="176477" custRadScaleRad="50303" custRadScaleInc="112870">
        <dgm:presLayoutVars>
          <dgm:bulletEnabled val="1"/>
        </dgm:presLayoutVars>
      </dgm:prSet>
      <dgm:spPr/>
    </dgm:pt>
    <dgm:pt modelId="{99FE2041-3643-4013-89F3-78D24F324F6C}" type="pres">
      <dgm:prSet presAssocID="{6C990CD3-96AA-428D-BEBE-EA7878388CE2}" presName="Name9" presStyleLbl="parChTrans1D2" presStyleIdx="2" presStyleCnt="3"/>
      <dgm:spPr/>
    </dgm:pt>
    <dgm:pt modelId="{04B720E1-FE36-445A-92EC-7186C7C812FB}" type="pres">
      <dgm:prSet presAssocID="{6C990CD3-96AA-428D-BEBE-EA7878388CE2}" presName="connTx" presStyleLbl="parChTrans1D2" presStyleIdx="2" presStyleCnt="3"/>
      <dgm:spPr/>
    </dgm:pt>
    <dgm:pt modelId="{2C641265-A1CE-4BE8-A485-60659EFD506C}" type="pres">
      <dgm:prSet presAssocID="{2745EEE5-5C88-4805-9F8C-A0CAC1F42294}" presName="node" presStyleLbl="node1" presStyleIdx="2" presStyleCnt="3" custScaleX="176477" custRadScaleRad="233484" custRadScaleInc="28599">
        <dgm:presLayoutVars>
          <dgm:bulletEnabled val="1"/>
        </dgm:presLayoutVars>
      </dgm:prSet>
      <dgm:spPr/>
    </dgm:pt>
  </dgm:ptLst>
  <dgm:cxnLst>
    <dgm:cxn modelId="{2136D200-1582-4958-BB19-5C7F8E1A6E89}" srcId="{6D168498-019A-48E7-85E8-58CD62A7707B}" destId="{EAB98D20-CBD7-411B-9163-7DB12FA13B5A}" srcOrd="1" destOrd="0" parTransId="{2A5A1BA5-BF2B-4908-B2C9-5774AB4ED8D5}" sibTransId="{D57E632A-784D-409E-94D1-34DA9A6ABE14}"/>
    <dgm:cxn modelId="{BFF8A002-F155-4CA9-86D3-C5D92BD73900}" type="presOf" srcId="{9D9ED04B-A0EC-4A10-A30B-B27B44012334}" destId="{BA1BB48F-1417-4F9F-B1D2-FC95F50B01BC}" srcOrd="0" destOrd="0" presId="urn:microsoft.com/office/officeart/2005/8/layout/radial1"/>
    <dgm:cxn modelId="{D3902610-1551-473C-9587-F3AF5297139F}" type="presOf" srcId="{2661CF13-7AE7-404B-BA81-0A01A89FB170}" destId="{EDDC0A89-BDFE-400E-A803-5AC5B00DCFF1}" srcOrd="1" destOrd="0" presId="urn:microsoft.com/office/officeart/2005/8/layout/radial1"/>
    <dgm:cxn modelId="{497C1546-E194-4927-90AA-E35D1DF7EE0B}" srcId="{6D168498-019A-48E7-85E8-58CD62A7707B}" destId="{2745EEE5-5C88-4805-9F8C-A0CAC1F42294}" srcOrd="2" destOrd="0" parTransId="{6C990CD3-96AA-428D-BEBE-EA7878388CE2}" sibTransId="{08D4319A-8DE3-465A-9393-3A57EBD0A9A1}"/>
    <dgm:cxn modelId="{BE968E46-D92A-48D9-B05B-45B43305CEF3}" srcId="{6D9BB0D0-8D73-4D3F-9F2E-2782EACE4BF9}" destId="{6D168498-019A-48E7-85E8-58CD62A7707B}" srcOrd="0" destOrd="0" parTransId="{209589B7-C174-4F4D-8C2B-2530A419B2DD}" sibTransId="{1CAD423F-396A-422E-BE51-8D8FEB1A6E89}"/>
    <dgm:cxn modelId="{1B4B3B71-61A3-4FC1-8BAB-D583ACEF18A6}" type="presOf" srcId="{6D168498-019A-48E7-85E8-58CD62A7707B}" destId="{F1C93A2C-3817-4ECB-B683-FB281FFE04FE}" srcOrd="0" destOrd="0" presId="urn:microsoft.com/office/officeart/2005/8/layout/radial1"/>
    <dgm:cxn modelId="{3DAC2375-7570-4290-9772-DF4BFB8433DA}" type="presOf" srcId="{EAB98D20-CBD7-411B-9163-7DB12FA13B5A}" destId="{EF4E9290-1279-42CE-911B-375424D2FE57}" srcOrd="0" destOrd="0" presId="urn:microsoft.com/office/officeart/2005/8/layout/radial1"/>
    <dgm:cxn modelId="{BAF5147B-835E-45CD-A690-9DBB641A201D}" type="presOf" srcId="{6C990CD3-96AA-428D-BEBE-EA7878388CE2}" destId="{99FE2041-3643-4013-89F3-78D24F324F6C}" srcOrd="0" destOrd="0" presId="urn:microsoft.com/office/officeart/2005/8/layout/radial1"/>
    <dgm:cxn modelId="{2B15B685-1044-46CC-8100-33FC1709E6BF}" type="presOf" srcId="{2A5A1BA5-BF2B-4908-B2C9-5774AB4ED8D5}" destId="{F0DEB288-AE55-40BA-B1F6-F1A6C448E97F}" srcOrd="0" destOrd="0" presId="urn:microsoft.com/office/officeart/2005/8/layout/radial1"/>
    <dgm:cxn modelId="{D43F6C96-8E69-41EF-A41B-2900836DB535}" type="presOf" srcId="{2661CF13-7AE7-404B-BA81-0A01A89FB170}" destId="{5908C340-B58C-455D-A9FB-0C8F6D99BD39}" srcOrd="0" destOrd="0" presId="urn:microsoft.com/office/officeart/2005/8/layout/radial1"/>
    <dgm:cxn modelId="{1EF265B2-1525-43A6-BA62-11D9CD42BD88}" type="presOf" srcId="{2A5A1BA5-BF2B-4908-B2C9-5774AB4ED8D5}" destId="{2AE268DF-CA75-420B-99F4-AFDAAD033ABF}" srcOrd="1" destOrd="0" presId="urn:microsoft.com/office/officeart/2005/8/layout/radial1"/>
    <dgm:cxn modelId="{C05713BA-626D-4E10-8057-2CFF725816B7}" type="presOf" srcId="{2745EEE5-5C88-4805-9F8C-A0CAC1F42294}" destId="{2C641265-A1CE-4BE8-A485-60659EFD506C}" srcOrd="0" destOrd="0" presId="urn:microsoft.com/office/officeart/2005/8/layout/radial1"/>
    <dgm:cxn modelId="{45C593C6-F925-4718-B232-4A81408EB754}" type="presOf" srcId="{6C990CD3-96AA-428D-BEBE-EA7878388CE2}" destId="{04B720E1-FE36-445A-92EC-7186C7C812FB}" srcOrd="1" destOrd="0" presId="urn:microsoft.com/office/officeart/2005/8/layout/radial1"/>
    <dgm:cxn modelId="{C82082D8-E075-48F9-B42A-B68CAA098C61}" type="presOf" srcId="{6D9BB0D0-8D73-4D3F-9F2E-2782EACE4BF9}" destId="{28C162AC-7F17-4966-ADCE-5CCBF00ACDBD}" srcOrd="0" destOrd="0" presId="urn:microsoft.com/office/officeart/2005/8/layout/radial1"/>
    <dgm:cxn modelId="{E98080F7-A4DC-4083-B170-96FF3D68DAAA}" srcId="{6D168498-019A-48E7-85E8-58CD62A7707B}" destId="{9D9ED04B-A0EC-4A10-A30B-B27B44012334}" srcOrd="0" destOrd="0" parTransId="{2661CF13-7AE7-404B-BA81-0A01A89FB170}" sibTransId="{A5CF8A49-3A7A-4A2C-A61F-295DBE8DD21C}"/>
    <dgm:cxn modelId="{E0C609CC-090C-4AF2-B812-A50FD7CC13BB}" type="presParOf" srcId="{28C162AC-7F17-4966-ADCE-5CCBF00ACDBD}" destId="{F1C93A2C-3817-4ECB-B683-FB281FFE04FE}" srcOrd="0" destOrd="0" presId="urn:microsoft.com/office/officeart/2005/8/layout/radial1"/>
    <dgm:cxn modelId="{B78247F6-D826-41E0-9C66-E728E1A5E079}" type="presParOf" srcId="{28C162AC-7F17-4966-ADCE-5CCBF00ACDBD}" destId="{5908C340-B58C-455D-A9FB-0C8F6D99BD39}" srcOrd="1" destOrd="0" presId="urn:microsoft.com/office/officeart/2005/8/layout/radial1"/>
    <dgm:cxn modelId="{DC659409-C1FB-43D5-9D62-2D00CD252F5E}" type="presParOf" srcId="{5908C340-B58C-455D-A9FB-0C8F6D99BD39}" destId="{EDDC0A89-BDFE-400E-A803-5AC5B00DCFF1}" srcOrd="0" destOrd="0" presId="urn:microsoft.com/office/officeart/2005/8/layout/radial1"/>
    <dgm:cxn modelId="{A6461ADA-D820-43A0-9FC5-DEA55182EA97}" type="presParOf" srcId="{28C162AC-7F17-4966-ADCE-5CCBF00ACDBD}" destId="{BA1BB48F-1417-4F9F-B1D2-FC95F50B01BC}" srcOrd="2" destOrd="0" presId="urn:microsoft.com/office/officeart/2005/8/layout/radial1"/>
    <dgm:cxn modelId="{2B56A7CE-CA2F-43A4-9C3E-4ACCA751F59D}" type="presParOf" srcId="{28C162AC-7F17-4966-ADCE-5CCBF00ACDBD}" destId="{F0DEB288-AE55-40BA-B1F6-F1A6C448E97F}" srcOrd="3" destOrd="0" presId="urn:microsoft.com/office/officeart/2005/8/layout/radial1"/>
    <dgm:cxn modelId="{C2415A68-8D23-4AA7-A9EC-20AA14854C57}" type="presParOf" srcId="{F0DEB288-AE55-40BA-B1F6-F1A6C448E97F}" destId="{2AE268DF-CA75-420B-99F4-AFDAAD033ABF}" srcOrd="0" destOrd="0" presId="urn:microsoft.com/office/officeart/2005/8/layout/radial1"/>
    <dgm:cxn modelId="{F24D4145-1921-42F2-94BC-96ED54F1A3EA}" type="presParOf" srcId="{28C162AC-7F17-4966-ADCE-5CCBF00ACDBD}" destId="{EF4E9290-1279-42CE-911B-375424D2FE57}" srcOrd="4" destOrd="0" presId="urn:microsoft.com/office/officeart/2005/8/layout/radial1"/>
    <dgm:cxn modelId="{BCD08DC7-45DE-4356-B69B-B1F1FD47CD2F}" type="presParOf" srcId="{28C162AC-7F17-4966-ADCE-5CCBF00ACDBD}" destId="{99FE2041-3643-4013-89F3-78D24F324F6C}" srcOrd="5" destOrd="0" presId="urn:microsoft.com/office/officeart/2005/8/layout/radial1"/>
    <dgm:cxn modelId="{CD9B9CF7-FF9A-4BBC-805A-6FA5058F67AA}" type="presParOf" srcId="{99FE2041-3643-4013-89F3-78D24F324F6C}" destId="{04B720E1-FE36-445A-92EC-7186C7C812FB}" srcOrd="0" destOrd="0" presId="urn:microsoft.com/office/officeart/2005/8/layout/radial1"/>
    <dgm:cxn modelId="{8DBBE3DD-D12B-435D-A01E-D955C4BE3C38}" type="presParOf" srcId="{28C162AC-7F17-4966-ADCE-5CCBF00ACDBD}" destId="{2C641265-A1CE-4BE8-A485-60659EFD506C}" srcOrd="6"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2F9C791-2897-4400-96D6-4ECAC03B34D2}"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E2B9A27A-AAB5-4C42-90E2-D6FA19353B10}">
      <dgm:prSet/>
      <dgm:spPr/>
      <dgm:t>
        <a:bodyPr/>
        <a:lstStyle/>
        <a:p>
          <a:r>
            <a:rPr lang="en-US" dirty="0"/>
            <a:t>Phoneme</a:t>
          </a:r>
        </a:p>
      </dgm:t>
    </dgm:pt>
    <dgm:pt modelId="{FA808CA2-EFFA-4307-B30E-DF80ED3D41E6}" type="parTrans" cxnId="{48742C4D-882B-4139-AB85-CF31E41238A8}">
      <dgm:prSet/>
      <dgm:spPr/>
      <dgm:t>
        <a:bodyPr/>
        <a:lstStyle/>
        <a:p>
          <a:endParaRPr lang="en-US"/>
        </a:p>
      </dgm:t>
    </dgm:pt>
    <dgm:pt modelId="{4A606C13-7E26-4E2C-9309-D186C9BD9789}" type="sibTrans" cxnId="{48742C4D-882B-4139-AB85-CF31E41238A8}">
      <dgm:prSet/>
      <dgm:spPr/>
      <dgm:t>
        <a:bodyPr/>
        <a:lstStyle/>
        <a:p>
          <a:endParaRPr lang="en-US"/>
        </a:p>
      </dgm:t>
    </dgm:pt>
    <dgm:pt modelId="{5CEFC8AC-BFB8-46C3-99E5-A4958F488FFB}">
      <dgm:prSet/>
      <dgm:spPr/>
      <dgm:t>
        <a:bodyPr/>
        <a:lstStyle/>
        <a:p>
          <a:r>
            <a:rPr lang="en-US" dirty="0"/>
            <a:t>Syntax</a:t>
          </a:r>
        </a:p>
      </dgm:t>
    </dgm:pt>
    <dgm:pt modelId="{8FBF3088-F397-4F2A-BF84-FD80D2812BB3}" type="parTrans" cxnId="{5638D1EF-5334-4763-8B72-C6C0FDD5065D}">
      <dgm:prSet/>
      <dgm:spPr/>
      <dgm:t>
        <a:bodyPr/>
        <a:lstStyle/>
        <a:p>
          <a:endParaRPr lang="en-US"/>
        </a:p>
      </dgm:t>
    </dgm:pt>
    <dgm:pt modelId="{A2D432E7-25BB-4B7C-8136-6F05002F4EA0}" type="sibTrans" cxnId="{5638D1EF-5334-4763-8B72-C6C0FDD5065D}">
      <dgm:prSet/>
      <dgm:spPr/>
      <dgm:t>
        <a:bodyPr/>
        <a:lstStyle/>
        <a:p>
          <a:endParaRPr lang="en-US"/>
        </a:p>
      </dgm:t>
    </dgm:pt>
    <dgm:pt modelId="{9DE60321-869C-4531-8598-94ECB0B3FB0C}">
      <dgm:prSet/>
      <dgm:spPr/>
      <dgm:t>
        <a:bodyPr/>
        <a:lstStyle/>
        <a:p>
          <a:r>
            <a:rPr lang="en-US" dirty="0"/>
            <a:t>Morpheme</a:t>
          </a:r>
        </a:p>
      </dgm:t>
    </dgm:pt>
    <dgm:pt modelId="{9E58072E-AC37-4985-BD15-10C8F4077224}" type="parTrans" cxnId="{D4FE2D45-16A7-4E55-9E43-8721594C7F48}">
      <dgm:prSet/>
      <dgm:spPr/>
      <dgm:t>
        <a:bodyPr/>
        <a:lstStyle/>
        <a:p>
          <a:endParaRPr lang="en-US"/>
        </a:p>
      </dgm:t>
    </dgm:pt>
    <dgm:pt modelId="{84165C60-76EA-4113-AF6D-FF583036BC1C}" type="sibTrans" cxnId="{D4FE2D45-16A7-4E55-9E43-8721594C7F48}">
      <dgm:prSet/>
      <dgm:spPr/>
      <dgm:t>
        <a:bodyPr/>
        <a:lstStyle/>
        <a:p>
          <a:endParaRPr lang="en-US"/>
        </a:p>
      </dgm:t>
    </dgm:pt>
    <dgm:pt modelId="{98E6956D-FF1E-4D69-A0F1-C556BB96BA97}">
      <dgm:prSet/>
      <dgm:spPr/>
      <dgm:t>
        <a:bodyPr/>
        <a:lstStyle/>
        <a:p>
          <a:r>
            <a:rPr lang="en-US"/>
            <a:t>Lexicon</a:t>
          </a:r>
          <a:endParaRPr lang="en-US" dirty="0"/>
        </a:p>
      </dgm:t>
    </dgm:pt>
    <dgm:pt modelId="{20FB4B53-8910-4F2C-8F02-DC2C9A98245D}" type="parTrans" cxnId="{01A597D4-88BB-4AB2-934F-C23AE2EAD4F7}">
      <dgm:prSet/>
      <dgm:spPr/>
      <dgm:t>
        <a:bodyPr/>
        <a:lstStyle/>
        <a:p>
          <a:endParaRPr lang="en-US"/>
        </a:p>
      </dgm:t>
    </dgm:pt>
    <dgm:pt modelId="{6A00227E-8532-4031-8B1A-63926CD4E67D}" type="sibTrans" cxnId="{01A597D4-88BB-4AB2-934F-C23AE2EAD4F7}">
      <dgm:prSet/>
      <dgm:spPr/>
      <dgm:t>
        <a:bodyPr/>
        <a:lstStyle/>
        <a:p>
          <a:endParaRPr lang="en-US"/>
        </a:p>
      </dgm:t>
    </dgm:pt>
    <dgm:pt modelId="{F9833506-1EF5-47C6-A035-A15D3288E814}">
      <dgm:prSet/>
      <dgm:spPr/>
      <dgm:t>
        <a:bodyPr/>
        <a:lstStyle/>
        <a:p>
          <a:r>
            <a:rPr lang="en-US"/>
            <a:t>Grammar</a:t>
          </a:r>
          <a:endParaRPr lang="en-US" dirty="0"/>
        </a:p>
      </dgm:t>
    </dgm:pt>
    <dgm:pt modelId="{5AEB639D-1C9A-4846-BAB8-04868BEF67C9}" type="parTrans" cxnId="{9A29F715-45F6-433A-90B0-14F48808B5B7}">
      <dgm:prSet/>
      <dgm:spPr/>
      <dgm:t>
        <a:bodyPr/>
        <a:lstStyle/>
        <a:p>
          <a:endParaRPr lang="en-US"/>
        </a:p>
      </dgm:t>
    </dgm:pt>
    <dgm:pt modelId="{F4690F60-91FA-4686-B1F0-6EB301F30909}" type="sibTrans" cxnId="{9A29F715-45F6-433A-90B0-14F48808B5B7}">
      <dgm:prSet/>
      <dgm:spPr/>
      <dgm:t>
        <a:bodyPr/>
        <a:lstStyle/>
        <a:p>
          <a:endParaRPr lang="en-US"/>
        </a:p>
      </dgm:t>
    </dgm:pt>
    <dgm:pt modelId="{870775FF-8055-4AD3-9EBF-B998270E9CE6}">
      <dgm:prSet/>
      <dgm:spPr/>
      <dgm:t>
        <a:bodyPr/>
        <a:lstStyle/>
        <a:p>
          <a:r>
            <a:rPr lang="en-US"/>
            <a:t>Semantics</a:t>
          </a:r>
          <a:endParaRPr lang="en-US" dirty="0"/>
        </a:p>
      </dgm:t>
    </dgm:pt>
    <dgm:pt modelId="{96210E05-152C-450A-A9BF-F1F7E407F5DD}" type="parTrans" cxnId="{F4516FC2-B607-4994-BE04-D44837C1BF6B}">
      <dgm:prSet/>
      <dgm:spPr/>
      <dgm:t>
        <a:bodyPr/>
        <a:lstStyle/>
        <a:p>
          <a:endParaRPr lang="en-US"/>
        </a:p>
      </dgm:t>
    </dgm:pt>
    <dgm:pt modelId="{58DB1282-7286-4E12-990B-17D9FF9E698D}" type="sibTrans" cxnId="{F4516FC2-B607-4994-BE04-D44837C1BF6B}">
      <dgm:prSet/>
      <dgm:spPr/>
      <dgm:t>
        <a:bodyPr/>
        <a:lstStyle/>
        <a:p>
          <a:endParaRPr lang="en-US"/>
        </a:p>
      </dgm:t>
    </dgm:pt>
    <dgm:pt modelId="{65305D22-6BD7-4FF3-BBC3-3BDDC7760949}">
      <dgm:prSet/>
      <dgm:spPr/>
      <dgm:t>
        <a:bodyPr/>
        <a:lstStyle/>
        <a:p>
          <a:r>
            <a:rPr lang="en-US"/>
            <a:t>Grapheme</a:t>
          </a:r>
          <a:endParaRPr lang="en-US" dirty="0"/>
        </a:p>
      </dgm:t>
    </dgm:pt>
    <dgm:pt modelId="{E6F049E1-1003-4497-B03B-F28A3DB22CCE}" type="parTrans" cxnId="{9A05684E-3090-43CB-BD82-5308C7FE6B0D}">
      <dgm:prSet/>
      <dgm:spPr/>
      <dgm:t>
        <a:bodyPr/>
        <a:lstStyle/>
        <a:p>
          <a:endParaRPr lang="en-US"/>
        </a:p>
      </dgm:t>
    </dgm:pt>
    <dgm:pt modelId="{B0AB7D7C-08CD-4C31-A0F3-13DA6E0A142B}" type="sibTrans" cxnId="{9A05684E-3090-43CB-BD82-5308C7FE6B0D}">
      <dgm:prSet/>
      <dgm:spPr/>
      <dgm:t>
        <a:bodyPr/>
        <a:lstStyle/>
        <a:p>
          <a:endParaRPr lang="en-US"/>
        </a:p>
      </dgm:t>
    </dgm:pt>
    <dgm:pt modelId="{61C08FB2-938A-47F8-93EA-4CB7FD01F394}" type="pres">
      <dgm:prSet presAssocID="{D2F9C791-2897-4400-96D6-4ECAC03B34D2}" presName="vert0" presStyleCnt="0">
        <dgm:presLayoutVars>
          <dgm:dir/>
          <dgm:animOne val="branch"/>
          <dgm:animLvl val="lvl"/>
        </dgm:presLayoutVars>
      </dgm:prSet>
      <dgm:spPr/>
    </dgm:pt>
    <dgm:pt modelId="{2CE249CB-3196-4958-850B-33BD6F6230AC}" type="pres">
      <dgm:prSet presAssocID="{E2B9A27A-AAB5-4C42-90E2-D6FA19353B10}" presName="thickLine" presStyleLbl="alignNode1" presStyleIdx="0" presStyleCnt="7"/>
      <dgm:spPr/>
    </dgm:pt>
    <dgm:pt modelId="{5169BF68-3A69-4754-AA13-3712FF7F4636}" type="pres">
      <dgm:prSet presAssocID="{E2B9A27A-AAB5-4C42-90E2-D6FA19353B10}" presName="horz1" presStyleCnt="0"/>
      <dgm:spPr/>
    </dgm:pt>
    <dgm:pt modelId="{C6612350-920B-485E-AAB2-C8203A83518F}" type="pres">
      <dgm:prSet presAssocID="{E2B9A27A-AAB5-4C42-90E2-D6FA19353B10}" presName="tx1" presStyleLbl="revTx" presStyleIdx="0" presStyleCnt="7"/>
      <dgm:spPr/>
    </dgm:pt>
    <dgm:pt modelId="{485AC5B3-853B-4648-BBCC-387FEAAFB345}" type="pres">
      <dgm:prSet presAssocID="{E2B9A27A-AAB5-4C42-90E2-D6FA19353B10}" presName="vert1" presStyleCnt="0"/>
      <dgm:spPr/>
    </dgm:pt>
    <dgm:pt modelId="{1CDBE994-AE0C-472A-95B4-C03E4F68FF5E}" type="pres">
      <dgm:prSet presAssocID="{65305D22-6BD7-4FF3-BBC3-3BDDC7760949}" presName="thickLine" presStyleLbl="alignNode1" presStyleIdx="1" presStyleCnt="7"/>
      <dgm:spPr/>
    </dgm:pt>
    <dgm:pt modelId="{C98B4869-4B75-4D8F-85B4-1C8AD7682029}" type="pres">
      <dgm:prSet presAssocID="{65305D22-6BD7-4FF3-BBC3-3BDDC7760949}" presName="horz1" presStyleCnt="0"/>
      <dgm:spPr/>
    </dgm:pt>
    <dgm:pt modelId="{D2EB727B-7EB5-4927-BA5D-17B8E9B5E4DB}" type="pres">
      <dgm:prSet presAssocID="{65305D22-6BD7-4FF3-BBC3-3BDDC7760949}" presName="tx1" presStyleLbl="revTx" presStyleIdx="1" presStyleCnt="7"/>
      <dgm:spPr/>
    </dgm:pt>
    <dgm:pt modelId="{F14E3B83-676C-4122-B882-A714BDEDEDB9}" type="pres">
      <dgm:prSet presAssocID="{65305D22-6BD7-4FF3-BBC3-3BDDC7760949}" presName="vert1" presStyleCnt="0"/>
      <dgm:spPr/>
    </dgm:pt>
    <dgm:pt modelId="{3281211F-C763-4F56-B938-48656FAFBBD6}" type="pres">
      <dgm:prSet presAssocID="{9DE60321-869C-4531-8598-94ECB0B3FB0C}" presName="thickLine" presStyleLbl="alignNode1" presStyleIdx="2" presStyleCnt="7"/>
      <dgm:spPr/>
    </dgm:pt>
    <dgm:pt modelId="{813804F9-81DF-46FF-BACA-6537BAA1788A}" type="pres">
      <dgm:prSet presAssocID="{9DE60321-869C-4531-8598-94ECB0B3FB0C}" presName="horz1" presStyleCnt="0"/>
      <dgm:spPr/>
    </dgm:pt>
    <dgm:pt modelId="{033866C2-935F-42F7-92B3-8A63E837A0E7}" type="pres">
      <dgm:prSet presAssocID="{9DE60321-869C-4531-8598-94ECB0B3FB0C}" presName="tx1" presStyleLbl="revTx" presStyleIdx="2" presStyleCnt="7"/>
      <dgm:spPr/>
    </dgm:pt>
    <dgm:pt modelId="{37AC405F-8F04-4BCD-9DBD-D7980967514F}" type="pres">
      <dgm:prSet presAssocID="{9DE60321-869C-4531-8598-94ECB0B3FB0C}" presName="vert1" presStyleCnt="0"/>
      <dgm:spPr/>
    </dgm:pt>
    <dgm:pt modelId="{2069FE09-89F5-47D9-8288-E1027E422832}" type="pres">
      <dgm:prSet presAssocID="{98E6956D-FF1E-4D69-A0F1-C556BB96BA97}" presName="thickLine" presStyleLbl="alignNode1" presStyleIdx="3" presStyleCnt="7"/>
      <dgm:spPr/>
    </dgm:pt>
    <dgm:pt modelId="{091EDAAD-0ACE-44B4-8F22-365345D97478}" type="pres">
      <dgm:prSet presAssocID="{98E6956D-FF1E-4D69-A0F1-C556BB96BA97}" presName="horz1" presStyleCnt="0"/>
      <dgm:spPr/>
    </dgm:pt>
    <dgm:pt modelId="{413B5739-3D0D-4181-B3DF-1A61E38DDEAF}" type="pres">
      <dgm:prSet presAssocID="{98E6956D-FF1E-4D69-A0F1-C556BB96BA97}" presName="tx1" presStyleLbl="revTx" presStyleIdx="3" presStyleCnt="7"/>
      <dgm:spPr/>
    </dgm:pt>
    <dgm:pt modelId="{F642E862-7E73-4F05-9F27-08184E9E9792}" type="pres">
      <dgm:prSet presAssocID="{98E6956D-FF1E-4D69-A0F1-C556BB96BA97}" presName="vert1" presStyleCnt="0"/>
      <dgm:spPr/>
    </dgm:pt>
    <dgm:pt modelId="{1909864C-A858-4584-9419-97772641F487}" type="pres">
      <dgm:prSet presAssocID="{870775FF-8055-4AD3-9EBF-B998270E9CE6}" presName="thickLine" presStyleLbl="alignNode1" presStyleIdx="4" presStyleCnt="7"/>
      <dgm:spPr/>
    </dgm:pt>
    <dgm:pt modelId="{09D1D50E-39CE-4E0B-A811-018A872EF942}" type="pres">
      <dgm:prSet presAssocID="{870775FF-8055-4AD3-9EBF-B998270E9CE6}" presName="horz1" presStyleCnt="0"/>
      <dgm:spPr/>
    </dgm:pt>
    <dgm:pt modelId="{283E4CD3-88CD-42D9-B720-A9F8E5F15268}" type="pres">
      <dgm:prSet presAssocID="{870775FF-8055-4AD3-9EBF-B998270E9CE6}" presName="tx1" presStyleLbl="revTx" presStyleIdx="4" presStyleCnt="7"/>
      <dgm:spPr/>
    </dgm:pt>
    <dgm:pt modelId="{61CA481A-324E-4FCE-9EA5-DED38C31DC01}" type="pres">
      <dgm:prSet presAssocID="{870775FF-8055-4AD3-9EBF-B998270E9CE6}" presName="vert1" presStyleCnt="0"/>
      <dgm:spPr/>
    </dgm:pt>
    <dgm:pt modelId="{12785B5F-E6F1-462B-A5CC-281B44CA8F5A}" type="pres">
      <dgm:prSet presAssocID="{5CEFC8AC-BFB8-46C3-99E5-A4958F488FFB}" presName="thickLine" presStyleLbl="alignNode1" presStyleIdx="5" presStyleCnt="7"/>
      <dgm:spPr/>
    </dgm:pt>
    <dgm:pt modelId="{FD5A94F2-9F8C-4A83-91A5-D9CDA5C57600}" type="pres">
      <dgm:prSet presAssocID="{5CEFC8AC-BFB8-46C3-99E5-A4958F488FFB}" presName="horz1" presStyleCnt="0"/>
      <dgm:spPr/>
    </dgm:pt>
    <dgm:pt modelId="{C397264A-827B-436A-9E70-EEB900A4C286}" type="pres">
      <dgm:prSet presAssocID="{5CEFC8AC-BFB8-46C3-99E5-A4958F488FFB}" presName="tx1" presStyleLbl="revTx" presStyleIdx="5" presStyleCnt="7"/>
      <dgm:spPr/>
    </dgm:pt>
    <dgm:pt modelId="{77687751-F32B-4960-BEF6-0D07EF8A7BA8}" type="pres">
      <dgm:prSet presAssocID="{5CEFC8AC-BFB8-46C3-99E5-A4958F488FFB}" presName="vert1" presStyleCnt="0"/>
      <dgm:spPr/>
    </dgm:pt>
    <dgm:pt modelId="{E5CA1152-B199-4CB2-9EAE-8D45E1593F02}" type="pres">
      <dgm:prSet presAssocID="{F9833506-1EF5-47C6-A035-A15D3288E814}" presName="thickLine" presStyleLbl="alignNode1" presStyleIdx="6" presStyleCnt="7"/>
      <dgm:spPr/>
    </dgm:pt>
    <dgm:pt modelId="{987F1C29-A3D6-4CB3-B7CD-2F43440513B9}" type="pres">
      <dgm:prSet presAssocID="{F9833506-1EF5-47C6-A035-A15D3288E814}" presName="horz1" presStyleCnt="0"/>
      <dgm:spPr/>
    </dgm:pt>
    <dgm:pt modelId="{7D7122A4-05E4-4372-9760-C9105D4E8AB8}" type="pres">
      <dgm:prSet presAssocID="{F9833506-1EF5-47C6-A035-A15D3288E814}" presName="tx1" presStyleLbl="revTx" presStyleIdx="6" presStyleCnt="7"/>
      <dgm:spPr/>
    </dgm:pt>
    <dgm:pt modelId="{740B7D11-6719-41C9-BCAC-D6A0F24067CA}" type="pres">
      <dgm:prSet presAssocID="{F9833506-1EF5-47C6-A035-A15D3288E814}" presName="vert1" presStyleCnt="0"/>
      <dgm:spPr/>
    </dgm:pt>
  </dgm:ptLst>
  <dgm:cxnLst>
    <dgm:cxn modelId="{9A29F715-45F6-433A-90B0-14F48808B5B7}" srcId="{D2F9C791-2897-4400-96D6-4ECAC03B34D2}" destId="{F9833506-1EF5-47C6-A035-A15D3288E814}" srcOrd="6" destOrd="0" parTransId="{5AEB639D-1C9A-4846-BAB8-04868BEF67C9}" sibTransId="{F4690F60-91FA-4686-B1F0-6EB301F30909}"/>
    <dgm:cxn modelId="{C0E87A3D-7265-4029-89D0-22FC4DB9C761}" type="presOf" srcId="{870775FF-8055-4AD3-9EBF-B998270E9CE6}" destId="{283E4CD3-88CD-42D9-B720-A9F8E5F15268}" srcOrd="0" destOrd="0" presId="urn:microsoft.com/office/officeart/2008/layout/LinedList"/>
    <dgm:cxn modelId="{2179665E-57BE-4C4F-BE28-7D13F90BA792}" type="presOf" srcId="{E2B9A27A-AAB5-4C42-90E2-D6FA19353B10}" destId="{C6612350-920B-485E-AAB2-C8203A83518F}" srcOrd="0" destOrd="0" presId="urn:microsoft.com/office/officeart/2008/layout/LinedList"/>
    <dgm:cxn modelId="{D4FE2D45-16A7-4E55-9E43-8721594C7F48}" srcId="{D2F9C791-2897-4400-96D6-4ECAC03B34D2}" destId="{9DE60321-869C-4531-8598-94ECB0B3FB0C}" srcOrd="2" destOrd="0" parTransId="{9E58072E-AC37-4985-BD15-10C8F4077224}" sibTransId="{84165C60-76EA-4113-AF6D-FF583036BC1C}"/>
    <dgm:cxn modelId="{48742C4D-882B-4139-AB85-CF31E41238A8}" srcId="{D2F9C791-2897-4400-96D6-4ECAC03B34D2}" destId="{E2B9A27A-AAB5-4C42-90E2-D6FA19353B10}" srcOrd="0" destOrd="0" parTransId="{FA808CA2-EFFA-4307-B30E-DF80ED3D41E6}" sibTransId="{4A606C13-7E26-4E2C-9309-D186C9BD9789}"/>
    <dgm:cxn modelId="{9A05684E-3090-43CB-BD82-5308C7FE6B0D}" srcId="{D2F9C791-2897-4400-96D6-4ECAC03B34D2}" destId="{65305D22-6BD7-4FF3-BBC3-3BDDC7760949}" srcOrd="1" destOrd="0" parTransId="{E6F049E1-1003-4497-B03B-F28A3DB22CCE}" sibTransId="{B0AB7D7C-08CD-4C31-A0F3-13DA6E0A142B}"/>
    <dgm:cxn modelId="{40FE8E70-E071-4A60-96F8-D533D829A411}" type="presOf" srcId="{5CEFC8AC-BFB8-46C3-99E5-A4958F488FFB}" destId="{C397264A-827B-436A-9E70-EEB900A4C286}" srcOrd="0" destOrd="0" presId="urn:microsoft.com/office/officeart/2008/layout/LinedList"/>
    <dgm:cxn modelId="{E9502E7F-B043-4E78-9093-C8C966657F4A}" type="presOf" srcId="{D2F9C791-2897-4400-96D6-4ECAC03B34D2}" destId="{61C08FB2-938A-47F8-93EA-4CB7FD01F394}" srcOrd="0" destOrd="0" presId="urn:microsoft.com/office/officeart/2008/layout/LinedList"/>
    <dgm:cxn modelId="{2D70508B-9F69-4DAB-8505-1B4BA7C74258}" type="presOf" srcId="{98E6956D-FF1E-4D69-A0F1-C556BB96BA97}" destId="{413B5739-3D0D-4181-B3DF-1A61E38DDEAF}" srcOrd="0" destOrd="0" presId="urn:microsoft.com/office/officeart/2008/layout/LinedList"/>
    <dgm:cxn modelId="{50D84AA8-5DAD-45B1-A0BF-25832E460237}" type="presOf" srcId="{65305D22-6BD7-4FF3-BBC3-3BDDC7760949}" destId="{D2EB727B-7EB5-4927-BA5D-17B8E9B5E4DB}" srcOrd="0" destOrd="0" presId="urn:microsoft.com/office/officeart/2008/layout/LinedList"/>
    <dgm:cxn modelId="{77AE6EB2-9A40-4903-B8BF-E865D0D27912}" type="presOf" srcId="{F9833506-1EF5-47C6-A035-A15D3288E814}" destId="{7D7122A4-05E4-4372-9760-C9105D4E8AB8}" srcOrd="0" destOrd="0" presId="urn:microsoft.com/office/officeart/2008/layout/LinedList"/>
    <dgm:cxn modelId="{F4516FC2-B607-4994-BE04-D44837C1BF6B}" srcId="{D2F9C791-2897-4400-96D6-4ECAC03B34D2}" destId="{870775FF-8055-4AD3-9EBF-B998270E9CE6}" srcOrd="4" destOrd="0" parTransId="{96210E05-152C-450A-A9BF-F1F7E407F5DD}" sibTransId="{58DB1282-7286-4E12-990B-17D9FF9E698D}"/>
    <dgm:cxn modelId="{01A597D4-88BB-4AB2-934F-C23AE2EAD4F7}" srcId="{D2F9C791-2897-4400-96D6-4ECAC03B34D2}" destId="{98E6956D-FF1E-4D69-A0F1-C556BB96BA97}" srcOrd="3" destOrd="0" parTransId="{20FB4B53-8910-4F2C-8F02-DC2C9A98245D}" sibTransId="{6A00227E-8532-4031-8B1A-63926CD4E67D}"/>
    <dgm:cxn modelId="{BFA01FE6-268A-4532-A584-E9C331899505}" type="presOf" srcId="{9DE60321-869C-4531-8598-94ECB0B3FB0C}" destId="{033866C2-935F-42F7-92B3-8A63E837A0E7}" srcOrd="0" destOrd="0" presId="urn:microsoft.com/office/officeart/2008/layout/LinedList"/>
    <dgm:cxn modelId="{5638D1EF-5334-4763-8B72-C6C0FDD5065D}" srcId="{D2F9C791-2897-4400-96D6-4ECAC03B34D2}" destId="{5CEFC8AC-BFB8-46C3-99E5-A4958F488FFB}" srcOrd="5" destOrd="0" parTransId="{8FBF3088-F397-4F2A-BF84-FD80D2812BB3}" sibTransId="{A2D432E7-25BB-4B7C-8136-6F05002F4EA0}"/>
    <dgm:cxn modelId="{5E481B08-5778-4286-9B00-61EE7F887A84}" type="presParOf" srcId="{61C08FB2-938A-47F8-93EA-4CB7FD01F394}" destId="{2CE249CB-3196-4958-850B-33BD6F6230AC}" srcOrd="0" destOrd="0" presId="urn:microsoft.com/office/officeart/2008/layout/LinedList"/>
    <dgm:cxn modelId="{545147DD-75E4-412D-99A2-762176CDD837}" type="presParOf" srcId="{61C08FB2-938A-47F8-93EA-4CB7FD01F394}" destId="{5169BF68-3A69-4754-AA13-3712FF7F4636}" srcOrd="1" destOrd="0" presId="urn:microsoft.com/office/officeart/2008/layout/LinedList"/>
    <dgm:cxn modelId="{1720F1C9-DDBE-47B5-9729-CAF4F050745E}" type="presParOf" srcId="{5169BF68-3A69-4754-AA13-3712FF7F4636}" destId="{C6612350-920B-485E-AAB2-C8203A83518F}" srcOrd="0" destOrd="0" presId="urn:microsoft.com/office/officeart/2008/layout/LinedList"/>
    <dgm:cxn modelId="{98AB855A-50B7-4762-8179-04A615AFC034}" type="presParOf" srcId="{5169BF68-3A69-4754-AA13-3712FF7F4636}" destId="{485AC5B3-853B-4648-BBCC-387FEAAFB345}" srcOrd="1" destOrd="0" presId="urn:microsoft.com/office/officeart/2008/layout/LinedList"/>
    <dgm:cxn modelId="{633999DF-F07D-4EF7-8108-1CEDE1604DDA}" type="presParOf" srcId="{61C08FB2-938A-47F8-93EA-4CB7FD01F394}" destId="{1CDBE994-AE0C-472A-95B4-C03E4F68FF5E}" srcOrd="2" destOrd="0" presId="urn:microsoft.com/office/officeart/2008/layout/LinedList"/>
    <dgm:cxn modelId="{ECBB3D6C-0D76-4116-BA49-1602FD8D5DFB}" type="presParOf" srcId="{61C08FB2-938A-47F8-93EA-4CB7FD01F394}" destId="{C98B4869-4B75-4D8F-85B4-1C8AD7682029}" srcOrd="3" destOrd="0" presId="urn:microsoft.com/office/officeart/2008/layout/LinedList"/>
    <dgm:cxn modelId="{29DB1BA4-90C1-486D-A65B-266C2085CA5D}" type="presParOf" srcId="{C98B4869-4B75-4D8F-85B4-1C8AD7682029}" destId="{D2EB727B-7EB5-4927-BA5D-17B8E9B5E4DB}" srcOrd="0" destOrd="0" presId="urn:microsoft.com/office/officeart/2008/layout/LinedList"/>
    <dgm:cxn modelId="{F93F3FDC-B023-401A-9041-CB52EF4A09B8}" type="presParOf" srcId="{C98B4869-4B75-4D8F-85B4-1C8AD7682029}" destId="{F14E3B83-676C-4122-B882-A714BDEDEDB9}" srcOrd="1" destOrd="0" presId="urn:microsoft.com/office/officeart/2008/layout/LinedList"/>
    <dgm:cxn modelId="{FF18D380-6CC8-415A-AE5A-485D3FEEA9E2}" type="presParOf" srcId="{61C08FB2-938A-47F8-93EA-4CB7FD01F394}" destId="{3281211F-C763-4F56-B938-48656FAFBBD6}" srcOrd="4" destOrd="0" presId="urn:microsoft.com/office/officeart/2008/layout/LinedList"/>
    <dgm:cxn modelId="{4809438B-A41F-48E1-BA2C-1A181CB4D4DA}" type="presParOf" srcId="{61C08FB2-938A-47F8-93EA-4CB7FD01F394}" destId="{813804F9-81DF-46FF-BACA-6537BAA1788A}" srcOrd="5" destOrd="0" presId="urn:microsoft.com/office/officeart/2008/layout/LinedList"/>
    <dgm:cxn modelId="{3341AA2D-D9CF-4636-A562-08C1F60EB3CA}" type="presParOf" srcId="{813804F9-81DF-46FF-BACA-6537BAA1788A}" destId="{033866C2-935F-42F7-92B3-8A63E837A0E7}" srcOrd="0" destOrd="0" presId="urn:microsoft.com/office/officeart/2008/layout/LinedList"/>
    <dgm:cxn modelId="{95621F2C-0116-41A7-AC08-0B18A6243603}" type="presParOf" srcId="{813804F9-81DF-46FF-BACA-6537BAA1788A}" destId="{37AC405F-8F04-4BCD-9DBD-D7980967514F}" srcOrd="1" destOrd="0" presId="urn:microsoft.com/office/officeart/2008/layout/LinedList"/>
    <dgm:cxn modelId="{B9276E73-DED2-464A-9A7D-438FDD7579A6}" type="presParOf" srcId="{61C08FB2-938A-47F8-93EA-4CB7FD01F394}" destId="{2069FE09-89F5-47D9-8288-E1027E422832}" srcOrd="6" destOrd="0" presId="urn:microsoft.com/office/officeart/2008/layout/LinedList"/>
    <dgm:cxn modelId="{1A900554-9D61-4352-913A-12055D4D5D96}" type="presParOf" srcId="{61C08FB2-938A-47F8-93EA-4CB7FD01F394}" destId="{091EDAAD-0ACE-44B4-8F22-365345D97478}" srcOrd="7" destOrd="0" presId="urn:microsoft.com/office/officeart/2008/layout/LinedList"/>
    <dgm:cxn modelId="{99ABC774-DEC0-48E4-B356-F64F223BB604}" type="presParOf" srcId="{091EDAAD-0ACE-44B4-8F22-365345D97478}" destId="{413B5739-3D0D-4181-B3DF-1A61E38DDEAF}" srcOrd="0" destOrd="0" presId="urn:microsoft.com/office/officeart/2008/layout/LinedList"/>
    <dgm:cxn modelId="{0C537D38-6E4E-40D3-B178-DB02DA2993F7}" type="presParOf" srcId="{091EDAAD-0ACE-44B4-8F22-365345D97478}" destId="{F642E862-7E73-4F05-9F27-08184E9E9792}" srcOrd="1" destOrd="0" presId="urn:microsoft.com/office/officeart/2008/layout/LinedList"/>
    <dgm:cxn modelId="{66AFCD72-0A17-43ED-B135-3C680705AA7E}" type="presParOf" srcId="{61C08FB2-938A-47F8-93EA-4CB7FD01F394}" destId="{1909864C-A858-4584-9419-97772641F487}" srcOrd="8" destOrd="0" presId="urn:microsoft.com/office/officeart/2008/layout/LinedList"/>
    <dgm:cxn modelId="{2A75B0F7-E41F-4DAC-8756-688085F15251}" type="presParOf" srcId="{61C08FB2-938A-47F8-93EA-4CB7FD01F394}" destId="{09D1D50E-39CE-4E0B-A811-018A872EF942}" srcOrd="9" destOrd="0" presId="urn:microsoft.com/office/officeart/2008/layout/LinedList"/>
    <dgm:cxn modelId="{DD930CAA-BEC4-4C55-A032-1B6DA83D04A2}" type="presParOf" srcId="{09D1D50E-39CE-4E0B-A811-018A872EF942}" destId="{283E4CD3-88CD-42D9-B720-A9F8E5F15268}" srcOrd="0" destOrd="0" presId="urn:microsoft.com/office/officeart/2008/layout/LinedList"/>
    <dgm:cxn modelId="{7D86787E-C0A2-4419-ACD1-32C6F5ECCEBE}" type="presParOf" srcId="{09D1D50E-39CE-4E0B-A811-018A872EF942}" destId="{61CA481A-324E-4FCE-9EA5-DED38C31DC01}" srcOrd="1" destOrd="0" presId="urn:microsoft.com/office/officeart/2008/layout/LinedList"/>
    <dgm:cxn modelId="{82789F0D-2BBD-4A84-BA4D-4AF8418C535F}" type="presParOf" srcId="{61C08FB2-938A-47F8-93EA-4CB7FD01F394}" destId="{12785B5F-E6F1-462B-A5CC-281B44CA8F5A}" srcOrd="10" destOrd="0" presId="urn:microsoft.com/office/officeart/2008/layout/LinedList"/>
    <dgm:cxn modelId="{E267DA35-531C-4E0D-8018-CA3245F78137}" type="presParOf" srcId="{61C08FB2-938A-47F8-93EA-4CB7FD01F394}" destId="{FD5A94F2-9F8C-4A83-91A5-D9CDA5C57600}" srcOrd="11" destOrd="0" presId="urn:microsoft.com/office/officeart/2008/layout/LinedList"/>
    <dgm:cxn modelId="{1576B084-C8CA-42BC-9EB8-0B78080B352F}" type="presParOf" srcId="{FD5A94F2-9F8C-4A83-91A5-D9CDA5C57600}" destId="{C397264A-827B-436A-9E70-EEB900A4C286}" srcOrd="0" destOrd="0" presId="urn:microsoft.com/office/officeart/2008/layout/LinedList"/>
    <dgm:cxn modelId="{5D82CA50-5587-466D-98F4-88D0AF247AD2}" type="presParOf" srcId="{FD5A94F2-9F8C-4A83-91A5-D9CDA5C57600}" destId="{77687751-F32B-4960-BEF6-0D07EF8A7BA8}" srcOrd="1" destOrd="0" presId="urn:microsoft.com/office/officeart/2008/layout/LinedList"/>
    <dgm:cxn modelId="{6DC50DAA-F9ED-4E0D-BFFD-CF32493DC9CC}" type="presParOf" srcId="{61C08FB2-938A-47F8-93EA-4CB7FD01F394}" destId="{E5CA1152-B199-4CB2-9EAE-8D45E1593F02}" srcOrd="12" destOrd="0" presId="urn:microsoft.com/office/officeart/2008/layout/LinedList"/>
    <dgm:cxn modelId="{F1569F99-9E2A-479A-9C6F-B926D294EC37}" type="presParOf" srcId="{61C08FB2-938A-47F8-93EA-4CB7FD01F394}" destId="{987F1C29-A3D6-4CB3-B7CD-2F43440513B9}" srcOrd="13" destOrd="0" presId="urn:microsoft.com/office/officeart/2008/layout/LinedList"/>
    <dgm:cxn modelId="{75803A63-B225-4737-883E-1596A9D0B6B3}" type="presParOf" srcId="{987F1C29-A3D6-4CB3-B7CD-2F43440513B9}" destId="{7D7122A4-05E4-4372-9760-C9105D4E8AB8}" srcOrd="0" destOrd="0" presId="urn:microsoft.com/office/officeart/2008/layout/LinedList"/>
    <dgm:cxn modelId="{50E412AB-43B1-4720-ADEE-155B463EA9AE}" type="presParOf" srcId="{987F1C29-A3D6-4CB3-B7CD-2F43440513B9}" destId="{740B7D11-6719-41C9-BCAC-D6A0F24067CA}"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5EAB888-FC1D-4CDD-97B6-1D7B78CEAD14}"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US"/>
        </a:p>
      </dgm:t>
    </dgm:pt>
    <dgm:pt modelId="{265D98B0-2D3C-4646-AEC0-7969B050351A}">
      <dgm:prSet/>
      <dgm:spPr/>
      <dgm:t>
        <a:bodyPr/>
        <a:lstStyle/>
        <a:p>
          <a:r>
            <a:rPr lang="en-US" dirty="0"/>
            <a:t>What is an example of a child overgeneralizing language?</a:t>
          </a:r>
        </a:p>
      </dgm:t>
      <dgm:extLst>
        <a:ext uri="{E40237B7-FDA0-4F09-8148-C483321AD2D9}">
          <dgm14:cNvPr xmlns:dgm14="http://schemas.microsoft.com/office/drawing/2010/diagram" id="0" name="" descr="What is an example of a child overgeneralizing language?&#10;"/>
        </a:ext>
      </dgm:extLst>
    </dgm:pt>
    <dgm:pt modelId="{CA879870-FF11-4E77-AD34-E85699897127}" type="parTrans" cxnId="{3B30DCB9-3C29-47FA-B785-AB26660BD489}">
      <dgm:prSet/>
      <dgm:spPr/>
      <dgm:t>
        <a:bodyPr/>
        <a:lstStyle/>
        <a:p>
          <a:endParaRPr lang="en-US"/>
        </a:p>
      </dgm:t>
    </dgm:pt>
    <dgm:pt modelId="{B6BC097E-B856-4FBE-9314-B92EE8E508E7}" type="sibTrans" cxnId="{3B30DCB9-3C29-47FA-B785-AB26660BD489}">
      <dgm:prSet/>
      <dgm:spPr/>
      <dgm:t>
        <a:bodyPr/>
        <a:lstStyle/>
        <a:p>
          <a:endParaRPr lang="en-US"/>
        </a:p>
      </dgm:t>
    </dgm:pt>
    <dgm:pt modelId="{14FDC171-94A7-44DD-BADF-231E66E3266F}">
      <dgm:prSet/>
      <dgm:spPr/>
      <dgm:t>
        <a:bodyPr/>
        <a:lstStyle/>
        <a:p>
          <a:r>
            <a:rPr lang="en-US" dirty="0"/>
            <a:t>Has there been a time in your life where you have seen linguistic determinism?</a:t>
          </a:r>
        </a:p>
      </dgm:t>
      <dgm:extLst>
        <a:ext uri="{E40237B7-FDA0-4F09-8148-C483321AD2D9}">
          <dgm14:cNvPr xmlns:dgm14="http://schemas.microsoft.com/office/drawing/2010/diagram" id="0" name="" descr="Has there been a time in your life where you have seen linguistic determinism?&#10;"/>
        </a:ext>
      </dgm:extLst>
    </dgm:pt>
    <dgm:pt modelId="{06DE7DFB-45A4-45BA-9AD3-60D6803A0300}" type="parTrans" cxnId="{1392D2B9-D1D1-41BA-8EDD-B13D287756E2}">
      <dgm:prSet/>
      <dgm:spPr/>
      <dgm:t>
        <a:bodyPr/>
        <a:lstStyle/>
        <a:p>
          <a:endParaRPr lang="en-US"/>
        </a:p>
      </dgm:t>
    </dgm:pt>
    <dgm:pt modelId="{100D2B88-AB3D-4D23-840F-1E57E647E33A}" type="sibTrans" cxnId="{1392D2B9-D1D1-41BA-8EDD-B13D287756E2}">
      <dgm:prSet/>
      <dgm:spPr/>
      <dgm:t>
        <a:bodyPr/>
        <a:lstStyle/>
        <a:p>
          <a:endParaRPr lang="en-US"/>
        </a:p>
      </dgm:t>
    </dgm:pt>
    <dgm:pt modelId="{1AD7DEF9-C893-442D-A08C-78FAB3DD6643}" type="pres">
      <dgm:prSet presAssocID="{75EAB888-FC1D-4CDD-97B6-1D7B78CEAD14}" presName="hierChild1" presStyleCnt="0">
        <dgm:presLayoutVars>
          <dgm:chPref val="1"/>
          <dgm:dir/>
          <dgm:animOne val="branch"/>
          <dgm:animLvl val="lvl"/>
          <dgm:resizeHandles/>
        </dgm:presLayoutVars>
      </dgm:prSet>
      <dgm:spPr/>
    </dgm:pt>
    <dgm:pt modelId="{A466AAAD-9574-4583-AFF6-74F6601A733D}" type="pres">
      <dgm:prSet presAssocID="{265D98B0-2D3C-4646-AEC0-7969B050351A}" presName="hierRoot1" presStyleCnt="0"/>
      <dgm:spPr/>
    </dgm:pt>
    <dgm:pt modelId="{08EDEE76-5D9A-4CA5-BA8B-85139BDAF48D}" type="pres">
      <dgm:prSet presAssocID="{265D98B0-2D3C-4646-AEC0-7969B050351A}" presName="composite" presStyleCnt="0"/>
      <dgm:spPr/>
    </dgm:pt>
    <dgm:pt modelId="{3BD1F9CD-5F52-4D01-BB73-17958A01C5DA}" type="pres">
      <dgm:prSet presAssocID="{265D98B0-2D3C-4646-AEC0-7969B050351A}" presName="background" presStyleLbl="node0" presStyleIdx="0" presStyleCnt="2"/>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0FE748E1-D223-407C-B825-EC2F8C99E1F0}" type="pres">
      <dgm:prSet presAssocID="{265D98B0-2D3C-4646-AEC0-7969B050351A}" presName="text" presStyleLbl="fgAcc0" presStyleIdx="0" presStyleCnt="2">
        <dgm:presLayoutVars>
          <dgm:chPref val="3"/>
        </dgm:presLayoutVars>
      </dgm:prSet>
      <dgm:spPr/>
    </dgm:pt>
    <dgm:pt modelId="{EC3DF796-6F38-4692-B67B-F1F5D72955FB}" type="pres">
      <dgm:prSet presAssocID="{265D98B0-2D3C-4646-AEC0-7969B050351A}" presName="hierChild2" presStyleCnt="0"/>
      <dgm:spPr/>
    </dgm:pt>
    <dgm:pt modelId="{40C404A9-85D9-4FAE-89A0-EEE795F4EF4A}" type="pres">
      <dgm:prSet presAssocID="{14FDC171-94A7-44DD-BADF-231E66E3266F}" presName="hierRoot1" presStyleCnt="0"/>
      <dgm:spPr/>
    </dgm:pt>
    <dgm:pt modelId="{FA2CE951-BDCE-4301-B34F-CD16B165F871}" type="pres">
      <dgm:prSet presAssocID="{14FDC171-94A7-44DD-BADF-231E66E3266F}" presName="composite" presStyleCnt="0"/>
      <dgm:spPr/>
    </dgm:pt>
    <dgm:pt modelId="{435362EA-4734-453F-92F4-5B3A1F5948D2}" type="pres">
      <dgm:prSet presAssocID="{14FDC171-94A7-44DD-BADF-231E66E3266F}" presName="background" presStyleLbl="node0" presStyleIdx="1" presStyleCnt="2"/>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4385A856-4EB4-4C2B-AE23-8526F7F5E1F5}" type="pres">
      <dgm:prSet presAssocID="{14FDC171-94A7-44DD-BADF-231E66E3266F}" presName="text" presStyleLbl="fgAcc0" presStyleIdx="1" presStyleCnt="2">
        <dgm:presLayoutVars>
          <dgm:chPref val="3"/>
        </dgm:presLayoutVars>
      </dgm:prSet>
      <dgm:spPr/>
    </dgm:pt>
    <dgm:pt modelId="{23434DE3-B6B4-4DAF-AAC6-983C257507C1}" type="pres">
      <dgm:prSet presAssocID="{14FDC171-94A7-44DD-BADF-231E66E3266F}" presName="hierChild2" presStyleCnt="0"/>
      <dgm:spPr/>
    </dgm:pt>
  </dgm:ptLst>
  <dgm:cxnLst>
    <dgm:cxn modelId="{46530F0A-2AC1-420D-A158-F0CF875940FD}" type="presOf" srcId="{75EAB888-FC1D-4CDD-97B6-1D7B78CEAD14}" destId="{1AD7DEF9-C893-442D-A08C-78FAB3DD6643}" srcOrd="0" destOrd="0" presId="urn:microsoft.com/office/officeart/2005/8/layout/hierarchy1"/>
    <dgm:cxn modelId="{9B914660-53B9-47A4-9351-E8F3A6ABAB3B}" type="presOf" srcId="{265D98B0-2D3C-4646-AEC0-7969B050351A}" destId="{0FE748E1-D223-407C-B825-EC2F8C99E1F0}" srcOrd="0" destOrd="0" presId="urn:microsoft.com/office/officeart/2005/8/layout/hierarchy1"/>
    <dgm:cxn modelId="{1392D2B9-D1D1-41BA-8EDD-B13D287756E2}" srcId="{75EAB888-FC1D-4CDD-97B6-1D7B78CEAD14}" destId="{14FDC171-94A7-44DD-BADF-231E66E3266F}" srcOrd="1" destOrd="0" parTransId="{06DE7DFB-45A4-45BA-9AD3-60D6803A0300}" sibTransId="{100D2B88-AB3D-4D23-840F-1E57E647E33A}"/>
    <dgm:cxn modelId="{3B30DCB9-3C29-47FA-B785-AB26660BD489}" srcId="{75EAB888-FC1D-4CDD-97B6-1D7B78CEAD14}" destId="{265D98B0-2D3C-4646-AEC0-7969B050351A}" srcOrd="0" destOrd="0" parTransId="{CA879870-FF11-4E77-AD34-E85699897127}" sibTransId="{B6BC097E-B856-4FBE-9314-B92EE8E508E7}"/>
    <dgm:cxn modelId="{DFFE85ED-D922-48FE-8A76-68283ABB671A}" type="presOf" srcId="{14FDC171-94A7-44DD-BADF-231E66E3266F}" destId="{4385A856-4EB4-4C2B-AE23-8526F7F5E1F5}" srcOrd="0" destOrd="0" presId="urn:microsoft.com/office/officeart/2005/8/layout/hierarchy1"/>
    <dgm:cxn modelId="{03F75ADA-B914-4AA4-9FBE-D913BE9D9864}" type="presParOf" srcId="{1AD7DEF9-C893-442D-A08C-78FAB3DD6643}" destId="{A466AAAD-9574-4583-AFF6-74F6601A733D}" srcOrd="0" destOrd="0" presId="urn:microsoft.com/office/officeart/2005/8/layout/hierarchy1"/>
    <dgm:cxn modelId="{BFA99EF6-6750-4B41-829B-9DC713092395}" type="presParOf" srcId="{A466AAAD-9574-4583-AFF6-74F6601A733D}" destId="{08EDEE76-5D9A-4CA5-BA8B-85139BDAF48D}" srcOrd="0" destOrd="0" presId="urn:microsoft.com/office/officeart/2005/8/layout/hierarchy1"/>
    <dgm:cxn modelId="{420D97C7-2010-43F9-8CD5-F5CC8475DB7B}" type="presParOf" srcId="{08EDEE76-5D9A-4CA5-BA8B-85139BDAF48D}" destId="{3BD1F9CD-5F52-4D01-BB73-17958A01C5DA}" srcOrd="0" destOrd="0" presId="urn:microsoft.com/office/officeart/2005/8/layout/hierarchy1"/>
    <dgm:cxn modelId="{EA024450-7A7F-4818-9A4C-C9FB588F5895}" type="presParOf" srcId="{08EDEE76-5D9A-4CA5-BA8B-85139BDAF48D}" destId="{0FE748E1-D223-407C-B825-EC2F8C99E1F0}" srcOrd="1" destOrd="0" presId="urn:microsoft.com/office/officeart/2005/8/layout/hierarchy1"/>
    <dgm:cxn modelId="{1834017B-DFD8-4668-AEB7-1760C646A4E4}" type="presParOf" srcId="{A466AAAD-9574-4583-AFF6-74F6601A733D}" destId="{EC3DF796-6F38-4692-B67B-F1F5D72955FB}" srcOrd="1" destOrd="0" presId="urn:microsoft.com/office/officeart/2005/8/layout/hierarchy1"/>
    <dgm:cxn modelId="{BB0087A8-5B20-4818-8050-84E09A2BFFD9}" type="presParOf" srcId="{1AD7DEF9-C893-442D-A08C-78FAB3DD6643}" destId="{40C404A9-85D9-4FAE-89A0-EEE795F4EF4A}" srcOrd="1" destOrd="0" presId="urn:microsoft.com/office/officeart/2005/8/layout/hierarchy1"/>
    <dgm:cxn modelId="{F3D86F0B-B1DE-4016-B4C1-3902E31A2ADF}" type="presParOf" srcId="{40C404A9-85D9-4FAE-89A0-EEE795F4EF4A}" destId="{FA2CE951-BDCE-4301-B34F-CD16B165F871}" srcOrd="0" destOrd="0" presId="urn:microsoft.com/office/officeart/2005/8/layout/hierarchy1"/>
    <dgm:cxn modelId="{A6153D7F-9548-4317-87EA-67E43B358A6D}" type="presParOf" srcId="{FA2CE951-BDCE-4301-B34F-CD16B165F871}" destId="{435362EA-4734-453F-92F4-5B3A1F5948D2}" srcOrd="0" destOrd="0" presId="urn:microsoft.com/office/officeart/2005/8/layout/hierarchy1"/>
    <dgm:cxn modelId="{771AFF92-0FD1-4AA5-9B07-3E946CD7CCFC}" type="presParOf" srcId="{FA2CE951-BDCE-4301-B34F-CD16B165F871}" destId="{4385A856-4EB4-4C2B-AE23-8526F7F5E1F5}" srcOrd="1" destOrd="0" presId="urn:microsoft.com/office/officeart/2005/8/layout/hierarchy1"/>
    <dgm:cxn modelId="{9FCCE900-78CC-4DC2-9CEB-3D6D2FF7E365}" type="presParOf" srcId="{40C404A9-85D9-4FAE-89A0-EEE795F4EF4A}" destId="{23434DE3-B6B4-4DAF-AAC6-983C257507C1}"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E987C7-A820-4424-8960-DBC3EE536E03}">
      <dsp:nvSpPr>
        <dsp:cNvPr id="0" name=""/>
        <dsp:cNvSpPr/>
      </dsp:nvSpPr>
      <dsp:spPr>
        <a:xfrm>
          <a:off x="331208" y="837379"/>
          <a:ext cx="1027230" cy="102723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632C10-362D-465F-80FA-6DDD38C2BD56}">
      <dsp:nvSpPr>
        <dsp:cNvPr id="0" name=""/>
        <dsp:cNvSpPr/>
      </dsp:nvSpPr>
      <dsp:spPr>
        <a:xfrm>
          <a:off x="550126" y="1056297"/>
          <a:ext cx="589394" cy="5893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00CD7BC-FE42-4EB7-A823-B8B4FB4CE033}">
      <dsp:nvSpPr>
        <dsp:cNvPr id="0" name=""/>
        <dsp:cNvSpPr/>
      </dsp:nvSpPr>
      <dsp:spPr>
        <a:xfrm>
          <a:off x="2832" y="2184566"/>
          <a:ext cx="1683984" cy="673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900" kern="1200"/>
            <a:t>The Basics of Cognition</a:t>
          </a:r>
        </a:p>
      </dsp:txBody>
      <dsp:txXfrm>
        <a:off x="2832" y="2184566"/>
        <a:ext cx="1683984" cy="673593"/>
      </dsp:txXfrm>
    </dsp:sp>
    <dsp:sp modelId="{34DC3349-DF52-4E1D-8462-CF11FAC1528E}">
      <dsp:nvSpPr>
        <dsp:cNvPr id="0" name=""/>
        <dsp:cNvSpPr/>
      </dsp:nvSpPr>
      <dsp:spPr>
        <a:xfrm>
          <a:off x="2309890" y="837379"/>
          <a:ext cx="1027230" cy="102723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5524369-3927-4331-8468-423A536D7E9F}">
      <dsp:nvSpPr>
        <dsp:cNvPr id="0" name=""/>
        <dsp:cNvSpPr/>
      </dsp:nvSpPr>
      <dsp:spPr>
        <a:xfrm>
          <a:off x="2528808" y="1056297"/>
          <a:ext cx="589394" cy="5893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4192965-F521-48D7-BAD0-95A23A0FAB48}">
      <dsp:nvSpPr>
        <dsp:cNvPr id="0" name=""/>
        <dsp:cNvSpPr/>
      </dsp:nvSpPr>
      <dsp:spPr>
        <a:xfrm>
          <a:off x="1981513" y="2184566"/>
          <a:ext cx="1683984" cy="673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900" kern="1200"/>
            <a:t>Language</a:t>
          </a:r>
        </a:p>
      </dsp:txBody>
      <dsp:txXfrm>
        <a:off x="1981513" y="2184566"/>
        <a:ext cx="1683984" cy="673593"/>
      </dsp:txXfrm>
    </dsp:sp>
    <dsp:sp modelId="{5F937D8B-1F06-4FDE-A57A-37F7C07E4D3E}">
      <dsp:nvSpPr>
        <dsp:cNvPr id="0" name=""/>
        <dsp:cNvSpPr/>
      </dsp:nvSpPr>
      <dsp:spPr>
        <a:xfrm>
          <a:off x="4288572" y="837379"/>
          <a:ext cx="1027230" cy="102723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A00193-BA2A-475F-B02F-B1308603195E}">
      <dsp:nvSpPr>
        <dsp:cNvPr id="0" name=""/>
        <dsp:cNvSpPr/>
      </dsp:nvSpPr>
      <dsp:spPr>
        <a:xfrm>
          <a:off x="4507490" y="1056297"/>
          <a:ext cx="589394" cy="58939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C003328-1429-47BA-A210-E79F8AEBEA90}">
      <dsp:nvSpPr>
        <dsp:cNvPr id="0" name=""/>
        <dsp:cNvSpPr/>
      </dsp:nvSpPr>
      <dsp:spPr>
        <a:xfrm>
          <a:off x="3960195" y="2184566"/>
          <a:ext cx="1683984" cy="673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900" kern="1200"/>
            <a:t>Problem Solving</a:t>
          </a:r>
        </a:p>
      </dsp:txBody>
      <dsp:txXfrm>
        <a:off x="3960195" y="2184566"/>
        <a:ext cx="1683984" cy="673593"/>
      </dsp:txXfrm>
    </dsp:sp>
    <dsp:sp modelId="{C7A2B634-EA39-41FC-9AF8-181275058C5C}">
      <dsp:nvSpPr>
        <dsp:cNvPr id="0" name=""/>
        <dsp:cNvSpPr/>
      </dsp:nvSpPr>
      <dsp:spPr>
        <a:xfrm>
          <a:off x="6267253" y="837379"/>
          <a:ext cx="1027230" cy="1027230"/>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F0F6139-D76F-4834-BA70-B9D7FE4D7511}">
      <dsp:nvSpPr>
        <dsp:cNvPr id="0" name=""/>
        <dsp:cNvSpPr/>
      </dsp:nvSpPr>
      <dsp:spPr>
        <a:xfrm>
          <a:off x="6486171" y="1056297"/>
          <a:ext cx="589394" cy="58939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956E77E-AF04-4119-BC31-66A927519AEF}">
      <dsp:nvSpPr>
        <dsp:cNvPr id="0" name=""/>
        <dsp:cNvSpPr/>
      </dsp:nvSpPr>
      <dsp:spPr>
        <a:xfrm>
          <a:off x="5938876" y="2184566"/>
          <a:ext cx="1683984" cy="673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900" kern="1200"/>
            <a:t>Intelligence </a:t>
          </a:r>
        </a:p>
      </dsp:txBody>
      <dsp:txXfrm>
        <a:off x="5938876" y="2184566"/>
        <a:ext cx="1683984" cy="673593"/>
      </dsp:txXfrm>
    </dsp:sp>
    <dsp:sp modelId="{9C9F24F0-1DC0-4FAE-AD2F-EF63D73885D4}">
      <dsp:nvSpPr>
        <dsp:cNvPr id="0" name=""/>
        <dsp:cNvSpPr/>
      </dsp:nvSpPr>
      <dsp:spPr>
        <a:xfrm>
          <a:off x="8245935" y="837379"/>
          <a:ext cx="1027230" cy="1027230"/>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EA5E4E-556C-47D3-B3D1-09FC38BCCC97}">
      <dsp:nvSpPr>
        <dsp:cNvPr id="0" name=""/>
        <dsp:cNvSpPr/>
      </dsp:nvSpPr>
      <dsp:spPr>
        <a:xfrm>
          <a:off x="8464853" y="1056297"/>
          <a:ext cx="589394" cy="58939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50C0946-8199-4CF2-91FF-A0880F39DED0}">
      <dsp:nvSpPr>
        <dsp:cNvPr id="0" name=""/>
        <dsp:cNvSpPr/>
      </dsp:nvSpPr>
      <dsp:spPr>
        <a:xfrm>
          <a:off x="7917558" y="2184566"/>
          <a:ext cx="1683984" cy="6735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900" kern="1200"/>
            <a:t>Class Activity</a:t>
          </a:r>
        </a:p>
      </dsp:txBody>
      <dsp:txXfrm>
        <a:off x="7917558" y="2184566"/>
        <a:ext cx="1683984" cy="67359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9160DE-80BE-43D3-8DD3-A333DAF1FBD5}">
      <dsp:nvSpPr>
        <dsp:cNvPr id="0" name=""/>
        <dsp:cNvSpPr/>
      </dsp:nvSpPr>
      <dsp:spPr>
        <a:xfrm>
          <a:off x="0" y="741199"/>
          <a:ext cx="5607050" cy="1316699"/>
        </a:xfrm>
        <a:prstGeom prst="rect">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169" tIns="458216" rIns="435169" bIns="156464" numCol="1" spcCol="1270" anchor="t" anchorCtr="0">
          <a:noAutofit/>
        </a:bodyPr>
        <a:lstStyle/>
        <a:p>
          <a:pPr marL="228600" lvl="1" indent="-228600" algn="l" defTabSz="977900">
            <a:lnSpc>
              <a:spcPct val="90000"/>
            </a:lnSpc>
            <a:spcBef>
              <a:spcPct val="0"/>
            </a:spcBef>
            <a:spcAft>
              <a:spcPct val="15000"/>
            </a:spcAft>
            <a:buChar char="•"/>
          </a:pPr>
          <a:r>
            <a:rPr lang="en-US" sz="2200" kern="1200" dirty="0"/>
            <a:t>Natural concepts</a:t>
          </a:r>
        </a:p>
        <a:p>
          <a:pPr marL="228600" lvl="1" indent="-228600" algn="l" defTabSz="977900">
            <a:lnSpc>
              <a:spcPct val="90000"/>
            </a:lnSpc>
            <a:spcBef>
              <a:spcPct val="0"/>
            </a:spcBef>
            <a:spcAft>
              <a:spcPct val="15000"/>
            </a:spcAft>
            <a:buChar char="•"/>
          </a:pPr>
          <a:r>
            <a:rPr lang="en-US" sz="2200" kern="1200"/>
            <a:t>Artificial concepts</a:t>
          </a:r>
          <a:endParaRPr lang="en-US" sz="2200" kern="1200" dirty="0"/>
        </a:p>
      </dsp:txBody>
      <dsp:txXfrm>
        <a:off x="0" y="741199"/>
        <a:ext cx="5607050" cy="1316699"/>
      </dsp:txXfrm>
    </dsp:sp>
    <dsp:sp modelId="{607411F2-E4D3-4F7D-9016-C3A476BDB29D}">
      <dsp:nvSpPr>
        <dsp:cNvPr id="0" name=""/>
        <dsp:cNvSpPr/>
      </dsp:nvSpPr>
      <dsp:spPr>
        <a:xfrm>
          <a:off x="280352" y="416479"/>
          <a:ext cx="3924935" cy="649440"/>
        </a:xfrm>
        <a:prstGeom prst="roundRect">
          <a:avLst/>
        </a:prstGeom>
        <a:gradFill rotWithShape="0">
          <a:gsLst>
            <a:gs pos="0">
              <a:schemeClr val="accent2">
                <a:hueOff val="0"/>
                <a:satOff val="0"/>
                <a:lumOff val="0"/>
                <a:alphaOff val="0"/>
                <a:tint val="98000"/>
                <a:satMod val="110000"/>
                <a:lumMod val="104000"/>
              </a:schemeClr>
            </a:gs>
            <a:gs pos="69000">
              <a:schemeClr val="accent2">
                <a:hueOff val="0"/>
                <a:satOff val="0"/>
                <a:lumOff val="0"/>
                <a:alphaOff val="0"/>
                <a:shade val="88000"/>
                <a:satMod val="130000"/>
                <a:lumMod val="92000"/>
              </a:schemeClr>
            </a:gs>
            <a:gs pos="100000">
              <a:schemeClr val="accent2">
                <a:hueOff val="0"/>
                <a:satOff val="0"/>
                <a:lumOff val="0"/>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8353" tIns="0" rIns="148353" bIns="0" numCol="1" spcCol="1270" anchor="ctr" anchorCtr="0">
          <a:noAutofit/>
        </a:bodyPr>
        <a:lstStyle/>
        <a:p>
          <a:pPr marL="0" lvl="0" indent="0" algn="l" defTabSz="977900">
            <a:lnSpc>
              <a:spcPct val="90000"/>
            </a:lnSpc>
            <a:spcBef>
              <a:spcPct val="0"/>
            </a:spcBef>
            <a:spcAft>
              <a:spcPct val="35000"/>
            </a:spcAft>
            <a:buNone/>
          </a:pPr>
          <a:r>
            <a:rPr lang="en-US" sz="2200" kern="1200" dirty="0"/>
            <a:t>Concepts and prototypes</a:t>
          </a:r>
        </a:p>
      </dsp:txBody>
      <dsp:txXfrm>
        <a:off x="312055" y="448182"/>
        <a:ext cx="3861529" cy="586034"/>
      </dsp:txXfrm>
    </dsp:sp>
    <dsp:sp modelId="{77D4E4FA-7E4A-477C-9504-1879336C082C}">
      <dsp:nvSpPr>
        <dsp:cNvPr id="0" name=""/>
        <dsp:cNvSpPr/>
      </dsp:nvSpPr>
      <dsp:spPr>
        <a:xfrm>
          <a:off x="0" y="2501420"/>
          <a:ext cx="5607050" cy="2009700"/>
        </a:xfrm>
        <a:prstGeom prst="rect">
          <a:avLst/>
        </a:prstGeom>
        <a:solidFill>
          <a:schemeClr val="lt1">
            <a:alpha val="90000"/>
            <a:hueOff val="0"/>
            <a:satOff val="0"/>
            <a:lumOff val="0"/>
            <a:alphaOff val="0"/>
          </a:schemeClr>
        </a:solidFill>
        <a:ln w="9525" cap="flat" cmpd="sng" algn="ctr">
          <a:solidFill>
            <a:schemeClr val="accent2">
              <a:hueOff val="-1085893"/>
              <a:satOff val="41188"/>
              <a:lumOff val="-22547"/>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169" tIns="458216" rIns="435169" bIns="156464" numCol="1" spcCol="1270" anchor="t" anchorCtr="0">
          <a:noAutofit/>
        </a:bodyPr>
        <a:lstStyle/>
        <a:p>
          <a:pPr marL="228600" lvl="1" indent="-228600" algn="l" defTabSz="977900">
            <a:lnSpc>
              <a:spcPct val="90000"/>
            </a:lnSpc>
            <a:spcBef>
              <a:spcPct val="0"/>
            </a:spcBef>
            <a:spcAft>
              <a:spcPct val="15000"/>
            </a:spcAft>
            <a:buChar char="•"/>
          </a:pPr>
          <a:r>
            <a:rPr lang="en-US" sz="2200" kern="1200" dirty="0"/>
            <a:t>Role schema</a:t>
          </a:r>
        </a:p>
        <a:p>
          <a:pPr marL="228600" lvl="1" indent="-228600" algn="l" defTabSz="977900">
            <a:lnSpc>
              <a:spcPct val="90000"/>
            </a:lnSpc>
            <a:spcBef>
              <a:spcPct val="0"/>
            </a:spcBef>
            <a:spcAft>
              <a:spcPct val="15000"/>
            </a:spcAft>
            <a:buChar char="•"/>
          </a:pPr>
          <a:r>
            <a:rPr lang="en-US" sz="2200" kern="1200" dirty="0"/>
            <a:t>Event schema</a:t>
          </a:r>
        </a:p>
        <a:p>
          <a:pPr marL="228600" lvl="1" indent="-228600" algn="l" defTabSz="977900">
            <a:lnSpc>
              <a:spcPct val="90000"/>
            </a:lnSpc>
            <a:spcBef>
              <a:spcPct val="0"/>
            </a:spcBef>
            <a:spcAft>
              <a:spcPct val="15000"/>
            </a:spcAft>
            <a:buChar char="•"/>
          </a:pPr>
          <a:r>
            <a:rPr lang="en-US" sz="2200" kern="1200" dirty="0"/>
            <a:t>Object schema</a:t>
          </a:r>
        </a:p>
        <a:p>
          <a:pPr marL="228600" lvl="1" indent="-228600" algn="l" defTabSz="977900">
            <a:lnSpc>
              <a:spcPct val="90000"/>
            </a:lnSpc>
            <a:spcBef>
              <a:spcPct val="0"/>
            </a:spcBef>
            <a:spcAft>
              <a:spcPct val="15000"/>
            </a:spcAft>
            <a:buChar char="•"/>
          </a:pPr>
          <a:r>
            <a:rPr lang="en-US" sz="2200" kern="1200" dirty="0"/>
            <a:t>Self-schema </a:t>
          </a:r>
        </a:p>
      </dsp:txBody>
      <dsp:txXfrm>
        <a:off x="0" y="2501420"/>
        <a:ext cx="5607050" cy="2009700"/>
      </dsp:txXfrm>
    </dsp:sp>
    <dsp:sp modelId="{E01A215F-64DF-43A6-B46C-02A17DD01ED6}">
      <dsp:nvSpPr>
        <dsp:cNvPr id="0" name=""/>
        <dsp:cNvSpPr/>
      </dsp:nvSpPr>
      <dsp:spPr>
        <a:xfrm>
          <a:off x="280352" y="2176699"/>
          <a:ext cx="3924935" cy="649440"/>
        </a:xfrm>
        <a:prstGeom prst="roundRect">
          <a:avLst/>
        </a:prstGeom>
        <a:gradFill rotWithShape="0">
          <a:gsLst>
            <a:gs pos="0">
              <a:schemeClr val="accent2">
                <a:hueOff val="-1085893"/>
                <a:satOff val="41188"/>
                <a:lumOff val="-22547"/>
                <a:alphaOff val="0"/>
                <a:tint val="98000"/>
                <a:satMod val="110000"/>
                <a:lumMod val="104000"/>
              </a:schemeClr>
            </a:gs>
            <a:gs pos="69000">
              <a:schemeClr val="accent2">
                <a:hueOff val="-1085893"/>
                <a:satOff val="41188"/>
                <a:lumOff val="-22547"/>
                <a:alphaOff val="0"/>
                <a:shade val="88000"/>
                <a:satMod val="130000"/>
                <a:lumMod val="92000"/>
              </a:schemeClr>
            </a:gs>
            <a:gs pos="100000">
              <a:schemeClr val="accent2">
                <a:hueOff val="-1085893"/>
                <a:satOff val="41188"/>
                <a:lumOff val="-22547"/>
                <a:alphaOff val="0"/>
                <a:shade val="78000"/>
                <a:satMod val="130000"/>
                <a:lumMod val="92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48353" tIns="0" rIns="148353" bIns="0" numCol="1" spcCol="1270" anchor="ctr" anchorCtr="0">
          <a:noAutofit/>
        </a:bodyPr>
        <a:lstStyle/>
        <a:p>
          <a:pPr marL="0" lvl="0" indent="0" algn="l" defTabSz="977900">
            <a:lnSpc>
              <a:spcPct val="90000"/>
            </a:lnSpc>
            <a:spcBef>
              <a:spcPct val="0"/>
            </a:spcBef>
            <a:spcAft>
              <a:spcPct val="35000"/>
            </a:spcAft>
            <a:buNone/>
          </a:pPr>
          <a:r>
            <a:rPr lang="en-US" sz="2200" kern="1200" dirty="0"/>
            <a:t>Schemas</a:t>
          </a:r>
        </a:p>
      </dsp:txBody>
      <dsp:txXfrm>
        <a:off x="312055" y="2208402"/>
        <a:ext cx="3861529" cy="5860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C93A2C-3817-4ECB-B683-FB281FFE04FE}">
      <dsp:nvSpPr>
        <dsp:cNvPr id="0" name=""/>
        <dsp:cNvSpPr/>
      </dsp:nvSpPr>
      <dsp:spPr>
        <a:xfrm>
          <a:off x="2893059" y="276979"/>
          <a:ext cx="3573509" cy="1774976"/>
        </a:xfrm>
        <a:prstGeom prst="ellipse">
          <a:avLst/>
        </a:prstGeom>
        <a:solidFill>
          <a:schemeClr val="accent1">
            <a:lumMod val="60000"/>
            <a:lumOff val="4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dirty="0">
              <a:solidFill>
                <a:schemeClr val="tx1"/>
              </a:solidFill>
            </a:rPr>
            <a:t>Event Schema: Horseback riding</a:t>
          </a:r>
        </a:p>
      </dsp:txBody>
      <dsp:txXfrm>
        <a:off x="3416387" y="536918"/>
        <a:ext cx="2526853" cy="1255098"/>
      </dsp:txXfrm>
    </dsp:sp>
    <dsp:sp modelId="{5908C340-B58C-455D-A9FB-0C8F6D99BD39}">
      <dsp:nvSpPr>
        <dsp:cNvPr id="0" name=""/>
        <dsp:cNvSpPr/>
      </dsp:nvSpPr>
      <dsp:spPr>
        <a:xfrm rot="1774460">
          <a:off x="5731579" y="2293928"/>
          <a:ext cx="1919300" cy="23981"/>
        </a:xfrm>
        <a:custGeom>
          <a:avLst/>
          <a:gdLst/>
          <a:ahLst/>
          <a:cxnLst/>
          <a:rect l="0" t="0" r="0" b="0"/>
          <a:pathLst>
            <a:path>
              <a:moveTo>
                <a:pt x="0" y="11990"/>
              </a:moveTo>
              <a:lnTo>
                <a:pt x="1919300" y="11990"/>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6643246" y="2257936"/>
        <a:ext cx="95965" cy="95965"/>
      </dsp:txXfrm>
    </dsp:sp>
    <dsp:sp modelId="{BA1BB48F-1417-4F9F-B1D2-FC95F50B01BC}">
      <dsp:nvSpPr>
        <dsp:cNvPr id="0" name=""/>
        <dsp:cNvSpPr/>
      </dsp:nvSpPr>
      <dsp:spPr>
        <a:xfrm>
          <a:off x="7186648" y="2588034"/>
          <a:ext cx="2312094" cy="1310139"/>
        </a:xfrm>
        <a:prstGeom prst="ellipse">
          <a:avLst/>
        </a:prstGeom>
        <a:solidFill>
          <a:schemeClr val="accent5">
            <a:lumMod val="60000"/>
            <a:lumOff val="4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Concept: What is riding?</a:t>
          </a:r>
        </a:p>
      </dsp:txBody>
      <dsp:txXfrm>
        <a:off x="7525246" y="2779899"/>
        <a:ext cx="1634898" cy="926409"/>
      </dsp:txXfrm>
    </dsp:sp>
    <dsp:sp modelId="{F0DEB288-AE55-40BA-B1F6-F1A6C448E97F}">
      <dsp:nvSpPr>
        <dsp:cNvPr id="0" name=""/>
        <dsp:cNvSpPr/>
      </dsp:nvSpPr>
      <dsp:spPr>
        <a:xfrm rot="5197100">
          <a:off x="4487420" y="2299289"/>
          <a:ext cx="520318" cy="23981"/>
        </a:xfrm>
        <a:custGeom>
          <a:avLst/>
          <a:gdLst/>
          <a:ahLst/>
          <a:cxnLst/>
          <a:rect l="0" t="0" r="0" b="0"/>
          <a:pathLst>
            <a:path>
              <a:moveTo>
                <a:pt x="0" y="11990"/>
              </a:moveTo>
              <a:lnTo>
                <a:pt x="520318" y="11990"/>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34571" y="2298272"/>
        <a:ext cx="26015" cy="26015"/>
      </dsp:txXfrm>
    </dsp:sp>
    <dsp:sp modelId="{EF4E9290-1279-42CE-911B-375424D2FE57}">
      <dsp:nvSpPr>
        <dsp:cNvPr id="0" name=""/>
        <dsp:cNvSpPr/>
      </dsp:nvSpPr>
      <dsp:spPr>
        <a:xfrm>
          <a:off x="3645564" y="2570619"/>
          <a:ext cx="2312094" cy="1310139"/>
        </a:xfrm>
        <a:prstGeom prst="ellipse">
          <a:avLst/>
        </a:prstGeom>
        <a:solidFill>
          <a:schemeClr val="accent5">
            <a:lumMod val="60000"/>
            <a:lumOff val="4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Concept: What is a saddle?</a:t>
          </a:r>
        </a:p>
      </dsp:txBody>
      <dsp:txXfrm>
        <a:off x="3984162" y="2762484"/>
        <a:ext cx="1634898" cy="926409"/>
      </dsp:txXfrm>
    </dsp:sp>
    <dsp:sp modelId="{99FE2041-3643-4013-89F3-78D24F324F6C}">
      <dsp:nvSpPr>
        <dsp:cNvPr id="0" name=""/>
        <dsp:cNvSpPr/>
      </dsp:nvSpPr>
      <dsp:spPr>
        <a:xfrm rot="8967843">
          <a:off x="1830337" y="2295024"/>
          <a:ext cx="1825193" cy="23981"/>
        </a:xfrm>
        <a:custGeom>
          <a:avLst/>
          <a:gdLst/>
          <a:ahLst/>
          <a:cxnLst/>
          <a:rect l="0" t="0" r="0" b="0"/>
          <a:pathLst>
            <a:path>
              <a:moveTo>
                <a:pt x="0" y="11990"/>
              </a:moveTo>
              <a:lnTo>
                <a:pt x="1825193" y="11990"/>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10800000">
        <a:off x="2697304" y="2261384"/>
        <a:ext cx="91259" cy="91259"/>
      </dsp:txXfrm>
    </dsp:sp>
    <dsp:sp modelId="{2C641265-A1CE-4BE8-A485-60659EFD506C}">
      <dsp:nvSpPr>
        <dsp:cNvPr id="0" name=""/>
        <dsp:cNvSpPr/>
      </dsp:nvSpPr>
      <dsp:spPr>
        <a:xfrm>
          <a:off x="0" y="2588034"/>
          <a:ext cx="2312094" cy="1310139"/>
        </a:xfrm>
        <a:prstGeom prst="ellipse">
          <a:avLst/>
        </a:prstGeom>
        <a:solidFill>
          <a:schemeClr val="accent5">
            <a:lumMod val="60000"/>
            <a:lumOff val="4000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tx1"/>
              </a:solidFill>
            </a:rPr>
            <a:t>Concept: What is a horse?</a:t>
          </a:r>
        </a:p>
      </dsp:txBody>
      <dsp:txXfrm>
        <a:off x="338598" y="2779899"/>
        <a:ext cx="1634898" cy="92640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E249CB-3196-4958-850B-33BD6F6230AC}">
      <dsp:nvSpPr>
        <dsp:cNvPr id="0" name=""/>
        <dsp:cNvSpPr/>
      </dsp:nvSpPr>
      <dsp:spPr>
        <a:xfrm>
          <a:off x="0" y="402"/>
          <a:ext cx="252730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6612350-920B-485E-AAB2-C8203A83518F}">
      <dsp:nvSpPr>
        <dsp:cNvPr id="0" name=""/>
        <dsp:cNvSpPr/>
      </dsp:nvSpPr>
      <dsp:spPr>
        <a:xfrm>
          <a:off x="0" y="402"/>
          <a:ext cx="2527300" cy="4704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t>Phoneme</a:t>
          </a:r>
        </a:p>
      </dsp:txBody>
      <dsp:txXfrm>
        <a:off x="0" y="402"/>
        <a:ext cx="2527300" cy="470465"/>
      </dsp:txXfrm>
    </dsp:sp>
    <dsp:sp modelId="{1CDBE994-AE0C-472A-95B4-C03E4F68FF5E}">
      <dsp:nvSpPr>
        <dsp:cNvPr id="0" name=""/>
        <dsp:cNvSpPr/>
      </dsp:nvSpPr>
      <dsp:spPr>
        <a:xfrm>
          <a:off x="0" y="470867"/>
          <a:ext cx="252730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2EB727B-7EB5-4927-BA5D-17B8E9B5E4DB}">
      <dsp:nvSpPr>
        <dsp:cNvPr id="0" name=""/>
        <dsp:cNvSpPr/>
      </dsp:nvSpPr>
      <dsp:spPr>
        <a:xfrm>
          <a:off x="0" y="470867"/>
          <a:ext cx="2527300" cy="4704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Grapheme</a:t>
          </a:r>
          <a:endParaRPr lang="en-US" sz="2100" kern="1200" dirty="0"/>
        </a:p>
      </dsp:txBody>
      <dsp:txXfrm>
        <a:off x="0" y="470867"/>
        <a:ext cx="2527300" cy="470465"/>
      </dsp:txXfrm>
    </dsp:sp>
    <dsp:sp modelId="{3281211F-C763-4F56-B938-48656FAFBBD6}">
      <dsp:nvSpPr>
        <dsp:cNvPr id="0" name=""/>
        <dsp:cNvSpPr/>
      </dsp:nvSpPr>
      <dsp:spPr>
        <a:xfrm>
          <a:off x="0" y="941333"/>
          <a:ext cx="252730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33866C2-935F-42F7-92B3-8A63E837A0E7}">
      <dsp:nvSpPr>
        <dsp:cNvPr id="0" name=""/>
        <dsp:cNvSpPr/>
      </dsp:nvSpPr>
      <dsp:spPr>
        <a:xfrm>
          <a:off x="0" y="941333"/>
          <a:ext cx="2527300" cy="4704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t>Morpheme</a:t>
          </a:r>
        </a:p>
      </dsp:txBody>
      <dsp:txXfrm>
        <a:off x="0" y="941333"/>
        <a:ext cx="2527300" cy="470465"/>
      </dsp:txXfrm>
    </dsp:sp>
    <dsp:sp modelId="{2069FE09-89F5-47D9-8288-E1027E422832}">
      <dsp:nvSpPr>
        <dsp:cNvPr id="0" name=""/>
        <dsp:cNvSpPr/>
      </dsp:nvSpPr>
      <dsp:spPr>
        <a:xfrm>
          <a:off x="0" y="1411798"/>
          <a:ext cx="252730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13B5739-3D0D-4181-B3DF-1A61E38DDEAF}">
      <dsp:nvSpPr>
        <dsp:cNvPr id="0" name=""/>
        <dsp:cNvSpPr/>
      </dsp:nvSpPr>
      <dsp:spPr>
        <a:xfrm>
          <a:off x="0" y="1411798"/>
          <a:ext cx="2527300" cy="4704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Lexicon</a:t>
          </a:r>
          <a:endParaRPr lang="en-US" sz="2100" kern="1200" dirty="0"/>
        </a:p>
      </dsp:txBody>
      <dsp:txXfrm>
        <a:off x="0" y="1411798"/>
        <a:ext cx="2527300" cy="470465"/>
      </dsp:txXfrm>
    </dsp:sp>
    <dsp:sp modelId="{1909864C-A858-4584-9419-97772641F487}">
      <dsp:nvSpPr>
        <dsp:cNvPr id="0" name=""/>
        <dsp:cNvSpPr/>
      </dsp:nvSpPr>
      <dsp:spPr>
        <a:xfrm>
          <a:off x="0" y="1882264"/>
          <a:ext cx="252730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83E4CD3-88CD-42D9-B720-A9F8E5F15268}">
      <dsp:nvSpPr>
        <dsp:cNvPr id="0" name=""/>
        <dsp:cNvSpPr/>
      </dsp:nvSpPr>
      <dsp:spPr>
        <a:xfrm>
          <a:off x="0" y="1882264"/>
          <a:ext cx="2527300" cy="4704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Semantics</a:t>
          </a:r>
          <a:endParaRPr lang="en-US" sz="2100" kern="1200" dirty="0"/>
        </a:p>
      </dsp:txBody>
      <dsp:txXfrm>
        <a:off x="0" y="1882264"/>
        <a:ext cx="2527300" cy="470465"/>
      </dsp:txXfrm>
    </dsp:sp>
    <dsp:sp modelId="{12785B5F-E6F1-462B-A5CC-281B44CA8F5A}">
      <dsp:nvSpPr>
        <dsp:cNvPr id="0" name=""/>
        <dsp:cNvSpPr/>
      </dsp:nvSpPr>
      <dsp:spPr>
        <a:xfrm>
          <a:off x="0" y="2352729"/>
          <a:ext cx="252730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397264A-827B-436A-9E70-EEB900A4C286}">
      <dsp:nvSpPr>
        <dsp:cNvPr id="0" name=""/>
        <dsp:cNvSpPr/>
      </dsp:nvSpPr>
      <dsp:spPr>
        <a:xfrm>
          <a:off x="0" y="2352729"/>
          <a:ext cx="2527300" cy="4704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t>Syntax</a:t>
          </a:r>
        </a:p>
      </dsp:txBody>
      <dsp:txXfrm>
        <a:off x="0" y="2352729"/>
        <a:ext cx="2527300" cy="470465"/>
      </dsp:txXfrm>
    </dsp:sp>
    <dsp:sp modelId="{E5CA1152-B199-4CB2-9EAE-8D45E1593F02}">
      <dsp:nvSpPr>
        <dsp:cNvPr id="0" name=""/>
        <dsp:cNvSpPr/>
      </dsp:nvSpPr>
      <dsp:spPr>
        <a:xfrm>
          <a:off x="0" y="2823195"/>
          <a:ext cx="252730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D7122A4-05E4-4372-9760-C9105D4E8AB8}">
      <dsp:nvSpPr>
        <dsp:cNvPr id="0" name=""/>
        <dsp:cNvSpPr/>
      </dsp:nvSpPr>
      <dsp:spPr>
        <a:xfrm>
          <a:off x="0" y="2823195"/>
          <a:ext cx="2527300" cy="4704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Grammar</a:t>
          </a:r>
          <a:endParaRPr lang="en-US" sz="2100" kern="1200" dirty="0"/>
        </a:p>
      </dsp:txBody>
      <dsp:txXfrm>
        <a:off x="0" y="2823195"/>
        <a:ext cx="2527300" cy="47046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D1F9CD-5F52-4D01-BB73-17958A01C5DA}">
      <dsp:nvSpPr>
        <dsp:cNvPr id="0" name=""/>
        <dsp:cNvSpPr/>
      </dsp:nvSpPr>
      <dsp:spPr>
        <a:xfrm>
          <a:off x="238000" y="992"/>
          <a:ext cx="4193827" cy="266308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FE748E1-D223-407C-B825-EC2F8C99E1F0}">
      <dsp:nvSpPr>
        <dsp:cNvPr id="0" name=""/>
        <dsp:cNvSpPr/>
      </dsp:nvSpPr>
      <dsp:spPr>
        <a:xfrm>
          <a:off x="703981" y="443674"/>
          <a:ext cx="4193827" cy="266308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What is an example of a child overgeneralizing language?</a:t>
          </a:r>
        </a:p>
      </dsp:txBody>
      <dsp:txXfrm>
        <a:off x="781980" y="521673"/>
        <a:ext cx="4037829" cy="2507082"/>
      </dsp:txXfrm>
    </dsp:sp>
    <dsp:sp modelId="{435362EA-4734-453F-92F4-5B3A1F5948D2}">
      <dsp:nvSpPr>
        <dsp:cNvPr id="0" name=""/>
        <dsp:cNvSpPr/>
      </dsp:nvSpPr>
      <dsp:spPr>
        <a:xfrm>
          <a:off x="5363790" y="992"/>
          <a:ext cx="4193827" cy="2663080"/>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385A856-4EB4-4C2B-AE23-8526F7F5E1F5}">
      <dsp:nvSpPr>
        <dsp:cNvPr id="0" name=""/>
        <dsp:cNvSpPr/>
      </dsp:nvSpPr>
      <dsp:spPr>
        <a:xfrm>
          <a:off x="5829771" y="443674"/>
          <a:ext cx="4193827" cy="266308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Has there been a time in your life where you have seen linguistic determinism?</a:t>
          </a:r>
        </a:p>
      </dsp:txBody>
      <dsp:txXfrm>
        <a:off x="5907770" y="521673"/>
        <a:ext cx="4037829" cy="2507082"/>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C10054-6A1C-47DB-B095-6161F626901D}" type="datetimeFigureOut">
              <a:rPr lang="en-US" smtClean="0"/>
              <a:t>2/25/2026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68243C-2C18-43B3-83FC-61E76D90B6FE}" type="slidenum">
              <a:rPr lang="en-US" smtClean="0"/>
              <a:t>‹#›</a:t>
            </a:fld>
            <a:endParaRPr lang="en-US"/>
          </a:p>
        </p:txBody>
      </p:sp>
    </p:spTree>
    <p:extLst>
      <p:ext uri="{BB962C8B-B14F-4D97-AF65-F5344CB8AC3E}">
        <p14:creationId xmlns:p14="http://schemas.microsoft.com/office/powerpoint/2010/main" val="4548695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650459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7078092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8890799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9672474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713852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4022485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1575782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7488702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437991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1819515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5596619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367653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1187906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1548922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8369102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5485128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2125467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5755821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8139554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4190721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0752642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6936663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4523288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6033835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28403" y="945913"/>
            <a:ext cx="8637073" cy="2618554"/>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1128404" y="3564467"/>
            <a:ext cx="8637072" cy="1071095"/>
          </a:xfrm>
        </p:spPr>
        <p:txBody>
          <a:bodyPr tIns="91440" bIns="91440">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485584D-7D79-4248-9986-4CA35242F944}" type="datetimeFigureOut">
              <a:rPr lang="en-US" smtClean="0"/>
              <a:t>2/25/2026</a:t>
            </a:fld>
            <a:endParaRPr lang="en-US"/>
          </a:p>
        </p:txBody>
      </p:sp>
      <p:sp>
        <p:nvSpPr>
          <p:cNvPr id="5" name="Footer Placeholder 4"/>
          <p:cNvSpPr>
            <a:spLocks noGrp="1"/>
          </p:cNvSpPr>
          <p:nvPr>
            <p:ph type="ftr" sz="quarter" idx="11"/>
          </p:nvPr>
        </p:nvSpPr>
        <p:spPr>
          <a:xfrm>
            <a:off x="1127124" y="329307"/>
            <a:ext cx="5943668" cy="309201"/>
          </a:xfrm>
        </p:spPr>
        <p:txBody>
          <a:bodyPr/>
          <a:lstStyle/>
          <a:p>
            <a:endParaRPr lang="en-US"/>
          </a:p>
        </p:txBody>
      </p:sp>
      <p:sp>
        <p:nvSpPr>
          <p:cNvPr id="6" name="Slide Number Placeholder 5"/>
          <p:cNvSpPr>
            <a:spLocks noGrp="1"/>
          </p:cNvSpPr>
          <p:nvPr>
            <p:ph type="sldNum" sz="quarter" idx="12"/>
          </p:nvPr>
        </p:nvSpPr>
        <p:spPr>
          <a:xfrm>
            <a:off x="9924392" y="134930"/>
            <a:ext cx="811019" cy="503578"/>
          </a:xfrm>
        </p:spPr>
        <p:txBody>
          <a:bodyPr/>
          <a:lstStyle/>
          <a:p>
            <a:fld id="{19590046-DA73-4BBF-84B5-C08E6F75191A}" type="slidenum">
              <a:rPr lang="en-US" smtClean="0"/>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3447756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z="1200"/>
            </a:lvl1pPr>
          </a:lstStyle>
          <a:p>
            <a:fld id="{C485584D-7D79-4248-9986-4CA35242F944}" type="datetimeFigureOut">
              <a:rPr lang="en-US" smtClean="0"/>
              <a:t>2/25/2026</a:t>
            </a:fld>
            <a:endParaRPr lang="en-US"/>
          </a:p>
        </p:txBody>
      </p:sp>
      <p:sp>
        <p:nvSpPr>
          <p:cNvPr id="5" name="Footer Placeholder 4"/>
          <p:cNvSpPr>
            <a:spLocks noGrp="1"/>
          </p:cNvSpPr>
          <p:nvPr>
            <p:ph type="ftr" sz="quarter" idx="11"/>
          </p:nvPr>
        </p:nvSpPr>
        <p:spPr/>
        <p:txBody>
          <a:bodyPr/>
          <a:lstStyle>
            <a:lvl1pPr>
              <a:defRPr sz="1200"/>
            </a:lvl1pPr>
          </a:lstStyle>
          <a:p>
            <a:endParaRPr lang="en-US"/>
          </a:p>
        </p:txBody>
      </p:sp>
      <p:sp>
        <p:nvSpPr>
          <p:cNvPr id="6" name="Slide Number Placeholder 5"/>
          <p:cNvSpPr>
            <a:spLocks noGrp="1"/>
          </p:cNvSpPr>
          <p:nvPr>
            <p:ph type="sldNum" sz="quarter" idx="12"/>
          </p:nvPr>
        </p:nvSpPr>
        <p:spPr/>
        <p:txBody>
          <a:bodyPr/>
          <a:lstStyle/>
          <a:p>
            <a:fld id="{19590046-DA73-4BBF-84B5-C08E6F75191A}" type="slidenum">
              <a:rPr lang="en-US" smtClean="0"/>
              <a:t>‹#›</a:t>
            </a:fld>
            <a:endParaRPr lang="en-US"/>
          </a:p>
        </p:txBody>
      </p:sp>
      <p:pic>
        <p:nvPicPr>
          <p:cNvPr id="24" name="Picture 2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748289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29167" y="1756129"/>
            <a:ext cx="8619060" cy="2050065"/>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hasCustomPrompt="1"/>
          </p:nvPr>
        </p:nvSpPr>
        <p:spPr>
          <a:xfrm>
            <a:off x="1129166" y="3806195"/>
            <a:ext cx="8619060"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C485584D-7D79-4248-9986-4CA35242F944}"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90046-DA73-4BBF-84B5-C08E6F75191A}" type="slidenum">
              <a:rPr lang="en-US" smtClean="0"/>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32988317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31052" y="958037"/>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29166" y="2165621"/>
            <a:ext cx="4645152" cy="32938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95606" y="2171769"/>
            <a:ext cx="4645152" cy="3287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485584D-7D79-4248-9986-4CA35242F944}" type="datetimeFigureOut">
              <a:rPr lang="en-US" smtClean="0"/>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590046-DA73-4BBF-84B5-C08E6F75191A}" type="slidenum">
              <a:rPr lang="en-US" smtClean="0"/>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3239942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29166" y="953336"/>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9166" y="2169727"/>
            <a:ext cx="4645152" cy="801943"/>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9166" y="2974448"/>
            <a:ext cx="4645152" cy="2493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4337" y="2173181"/>
            <a:ext cx="4645152" cy="802237"/>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94337" y="2971669"/>
            <a:ext cx="4645152" cy="2487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485584D-7D79-4248-9986-4CA35242F944}" type="datetimeFigureOut">
              <a:rPr lang="en-US" smtClean="0"/>
              <a:t>2/25/2026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9590046-DA73-4BBF-84B5-C08E6F75191A}" type="slidenum">
              <a:rPr lang="en-US" smtClean="0"/>
              <a:t>‹#›</a:t>
            </a:fld>
            <a:endParaRPr lang="en-US"/>
          </a:p>
        </p:txBody>
      </p:sp>
      <p:pic>
        <p:nvPicPr>
          <p:cNvPr id="18" name="Picture 17"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3997524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485584D-7D79-4248-9986-4CA35242F944}" type="datetimeFigureOut">
              <a:rPr lang="en-US" smtClean="0"/>
              <a:t>2/25/2026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9590046-DA73-4BBF-84B5-C08E6F75191A}" type="slidenum">
              <a:rPr lang="en-US" smtClean="0"/>
              <a:t>‹#›</a:t>
            </a:fld>
            <a:endParaRPr lang="en-US"/>
          </a:p>
        </p:txBody>
      </p:sp>
      <p:pic>
        <p:nvPicPr>
          <p:cNvPr id="14" name="Picture 1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3356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85584D-7D79-4248-9986-4CA35242F944}" type="datetimeFigureOut">
              <a:rPr lang="en-US" smtClean="0"/>
              <a:t>2/25/2026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282357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4291" y="952578"/>
            <a:ext cx="3275013" cy="2322176"/>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723334" y="952578"/>
            <a:ext cx="6012470" cy="450522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4291" y="3274754"/>
            <a:ext cx="3275013" cy="2178918"/>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485584D-7D79-4248-9986-4CA35242F944}" type="datetimeFigureOut">
              <a:rPr lang="en-US" smtClean="0"/>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590046-DA73-4BBF-84B5-C08E6F75191A}" type="slidenum">
              <a:rPr lang="en-US" smtClean="0"/>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2994101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gradFill>
              <a:gsLst>
                <a:gs pos="0">
                  <a:schemeClr val="tx1">
                    <a:lumMod val="85000"/>
                    <a:lumOff val="15000"/>
                  </a:schemeClr>
                </a:gs>
                <a:gs pos="100000">
                  <a:schemeClr val="tx1">
                    <a:lumMod val="95000"/>
                    <a:lumOff val="5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14300" prst="artDeco"/>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129124" y="1129513"/>
            <a:ext cx="5854872" cy="1924208"/>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8247" y="3053721"/>
            <a:ext cx="5846486" cy="2096013"/>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125300" y="5469856"/>
            <a:ext cx="5849605" cy="320123"/>
          </a:xfrm>
        </p:spPr>
        <p:txBody>
          <a:bodyPr/>
          <a:lstStyle>
            <a:lvl1pPr algn="l">
              <a:defRPr/>
            </a:lvl1pPr>
          </a:lstStyle>
          <a:p>
            <a:fld id="{C485584D-7D79-4248-9986-4CA35242F944}" type="datetimeFigureOut">
              <a:rPr lang="en-US" smtClean="0"/>
              <a:t>2/25/2026</a:t>
            </a:fld>
            <a:endParaRPr lang="en-US"/>
          </a:p>
        </p:txBody>
      </p:sp>
      <p:sp>
        <p:nvSpPr>
          <p:cNvPr id="6" name="Footer Placeholder 5"/>
          <p:cNvSpPr>
            <a:spLocks noGrp="1"/>
          </p:cNvSpPr>
          <p:nvPr>
            <p:ph type="ftr" sz="quarter" idx="11"/>
          </p:nvPr>
        </p:nvSpPr>
        <p:spPr>
          <a:xfrm>
            <a:off x="1125300" y="318640"/>
            <a:ext cx="4877818" cy="320931"/>
          </a:xfrm>
        </p:spPr>
        <p:txBody>
          <a:bodyPr/>
          <a:lstStyle/>
          <a:p>
            <a:endParaRPr lang="en-US"/>
          </a:p>
        </p:txBody>
      </p:sp>
      <p:sp>
        <p:nvSpPr>
          <p:cNvPr id="7" name="Slide Number Placeholder 6"/>
          <p:cNvSpPr>
            <a:spLocks noGrp="1"/>
          </p:cNvSpPr>
          <p:nvPr>
            <p:ph type="sldNum" sz="quarter" idx="12"/>
          </p:nvPr>
        </p:nvSpPr>
        <p:spPr>
          <a:xfrm>
            <a:off x="6176794" y="137408"/>
            <a:ext cx="811019" cy="503578"/>
          </a:xfrm>
        </p:spPr>
        <p:txBody>
          <a:bodyPr/>
          <a:lstStyle/>
          <a:p>
            <a:fld id="{19590046-DA73-4BBF-84B5-C08E6F75191A}" type="slidenum">
              <a:rPr lang="en-US" smtClean="0"/>
              <a:t>‹#›</a:t>
            </a:fld>
            <a:endParaRPr lang="en-US"/>
          </a:p>
        </p:txBody>
      </p:sp>
      <p:pic>
        <p:nvPicPr>
          <p:cNvPr id="22" name="Picture 21"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t="474" r="48549" b="36564"/>
          <a:stretch/>
        </p:blipFill>
        <p:spPr>
          <a:xfrm>
            <a:off x="1125460" y="643464"/>
            <a:ext cx="5879592" cy="155448"/>
          </a:xfrm>
          <a:prstGeom prst="rect">
            <a:avLst/>
          </a:prstGeom>
          <a:noFill/>
          <a:ln>
            <a:noFill/>
          </a:ln>
        </p:spPr>
      </p:pic>
    </p:spTree>
    <p:extLst>
      <p:ext uri="{BB962C8B-B14F-4D97-AF65-F5344CB8AC3E}">
        <p14:creationId xmlns:p14="http://schemas.microsoft.com/office/powerpoint/2010/main" val="1207466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85584D-7D79-4248-9986-4CA35242F944}"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90046-DA73-4BBF-84B5-C08E6F75191A}" type="slidenum">
              <a:rPr lang="en-US" smtClean="0"/>
              <a:t>‹#›</a:t>
            </a:fld>
            <a:endParaRPr lang="en-US"/>
          </a:p>
        </p:txBody>
      </p:sp>
      <p:pic>
        <p:nvPicPr>
          <p:cNvPr id="15" name="Picture 14"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28328739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4709"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30270"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85584D-7D79-4248-9986-4CA35242F944}"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90046-DA73-4BBF-84B5-C08E6F75191A}" type="slidenum">
              <a:rPr lang="en-US" smtClean="0"/>
              <a:t>‹#›</a:t>
            </a:fld>
            <a:endParaRPr lang="en-US"/>
          </a:p>
        </p:txBody>
      </p:sp>
      <p:pic>
        <p:nvPicPr>
          <p:cNvPr id="17" name="Picture 16"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59215" b="36435"/>
          <a:stretch/>
        </p:blipFill>
        <p:spPr>
          <a:xfrm rot="5400000">
            <a:off x="8642279" y="3046916"/>
            <a:ext cx="4663440" cy="155448"/>
          </a:xfrm>
          <a:prstGeom prst="rect">
            <a:avLst/>
          </a:prstGeom>
          <a:noFill/>
          <a:ln>
            <a:noFill/>
          </a:ln>
        </p:spPr>
      </p:pic>
    </p:spTree>
    <p:extLst>
      <p:ext uri="{BB962C8B-B14F-4D97-AF65-F5344CB8AC3E}">
        <p14:creationId xmlns:p14="http://schemas.microsoft.com/office/powerpoint/2010/main" val="22571170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cSld name="1_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C485584D-7D79-4248-9986-4CA35242F944}" type="datetimeFigureOut">
              <a:rPr lang="en-US" smtClean="0"/>
              <a:t>2/25/2026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9590046-DA73-4BBF-84B5-C08E6F75191A}"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037328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14">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sp>
        <p:nvSpPr>
          <p:cNvPr id="13" name="Rectangle 12"/>
          <p:cNvSpPr/>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4" name="Straight Connector 13"/>
          <p:cNvCxnSpPr/>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130270" y="953324"/>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130270" y="2171769"/>
            <a:ext cx="9603275" cy="32945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32830" y="330370"/>
            <a:ext cx="2515396"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C485584D-7D79-4248-9986-4CA35242F944}" type="datetimeFigureOut">
              <a:rPr lang="en-US" smtClean="0"/>
              <a:t>2/25/2026</a:t>
            </a:fld>
            <a:endParaRPr lang="en-US"/>
          </a:p>
        </p:txBody>
      </p:sp>
      <p:sp>
        <p:nvSpPr>
          <p:cNvPr id="5" name="Footer Placeholder 4"/>
          <p:cNvSpPr>
            <a:spLocks noGrp="1"/>
          </p:cNvSpPr>
          <p:nvPr>
            <p:ph type="ftr" sz="quarter" idx="3"/>
          </p:nvPr>
        </p:nvSpPr>
        <p:spPr>
          <a:xfrm>
            <a:off x="1130270"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918076" y="137408"/>
            <a:ext cx="811019" cy="503578"/>
          </a:xfrm>
          <a:prstGeom prst="rect">
            <a:avLst/>
          </a:prstGeom>
        </p:spPr>
        <p:txBody>
          <a:bodyPr vert="horz" lIns="91440" tIns="45720" rIns="91440" bIns="45720" rtlCol="0" anchor="t"/>
          <a:lstStyle>
            <a:lvl1pPr algn="r">
              <a:defRPr sz="2800">
                <a:solidFill>
                  <a:schemeClr val="accent1"/>
                </a:solidFill>
              </a:defRPr>
            </a:lvl1pPr>
          </a:lstStyle>
          <a:p>
            <a:fld id="{19590046-DA73-4BBF-84B5-C08E6F75191A}" type="slidenum">
              <a:rPr lang="en-US" smtClean="0"/>
              <a:t>‹#›</a:t>
            </a:fld>
            <a:endParaRPr lang="en-US"/>
          </a:p>
        </p:txBody>
      </p:sp>
    </p:spTree>
    <p:extLst>
      <p:ext uri="{BB962C8B-B14F-4D97-AF65-F5344CB8AC3E}">
        <p14:creationId xmlns:p14="http://schemas.microsoft.com/office/powerpoint/2010/main" val="2762893029"/>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Lst>
  <p:txStyles>
    <p:title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hyperlink" Target="https://knowingneurons.com/tag/cognition/" TargetMode="External"/><Relationship Id="rId5" Type="http://schemas.openxmlformats.org/officeDocument/2006/relationships/image" Target="../media/image14.png"/><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image" Target="../media/image15.jpeg"/></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hyperlink" Target="https://www.faqs.com.pk/what-is-language/" TargetMode="External"/></Relationships>
</file>

<file path=ppt/slides/_rels/slide8.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hyperlink" Target="https://reach.scot/rights/disagree-school-support/attachment/problem-solving-aid-mind-map-business-concept/"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hyperlink" Target="https://mlgbg.blogspot.com/2020/10/intelligence-definition-theories.html"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0.jpeg"/><Relationship Id="rId4" Type="http://schemas.openxmlformats.org/officeDocument/2006/relationships/image" Target="../media/image2.e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emf"/></Relationships>
</file>

<file path=ppt/slides/_rels/slide19.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hyperlink" Target="https://ar.inspiredpencil.com/pictures-2023/emotional-quotient"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4.jpeg"/><Relationship Id="rId4" Type="http://schemas.openxmlformats.org/officeDocument/2006/relationships/image" Target="../media/image2.e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5.jpeg"/><Relationship Id="rId4" Type="http://schemas.openxmlformats.org/officeDocument/2006/relationships/image" Target="../media/image2.e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3495F-4496-432B-BD36-9CD9DB72E8B0}"/>
              </a:ext>
            </a:extLst>
          </p:cNvPr>
          <p:cNvSpPr>
            <a:spLocks noGrp="1"/>
          </p:cNvSpPr>
          <p:nvPr>
            <p:ph type="ctrTitle"/>
          </p:nvPr>
        </p:nvSpPr>
        <p:spPr>
          <a:xfrm>
            <a:off x="6759294" y="1432561"/>
            <a:ext cx="4612277" cy="2077328"/>
          </a:xfrm>
        </p:spPr>
        <p:txBody>
          <a:bodyPr>
            <a:normAutofit fontScale="90000"/>
          </a:bodyPr>
          <a:lstStyle/>
          <a:p>
            <a:r>
              <a:rPr lang="en-US" dirty="0"/>
              <a:t>Thinking and Intelligence</a:t>
            </a:r>
          </a:p>
        </p:txBody>
      </p:sp>
      <p:sp>
        <p:nvSpPr>
          <p:cNvPr id="3" name="Subtitle 2">
            <a:extLst>
              <a:ext uri="{FF2B5EF4-FFF2-40B4-BE49-F238E27FC236}">
                <a16:creationId xmlns:a16="http://schemas.microsoft.com/office/drawing/2014/main" id="{C23B899C-E63C-4E3F-814F-7F25D457874D}"/>
              </a:ext>
            </a:extLst>
          </p:cNvPr>
          <p:cNvSpPr>
            <a:spLocks noGrp="1"/>
          </p:cNvSpPr>
          <p:nvPr>
            <p:ph type="subTitle" idx="1"/>
          </p:nvPr>
        </p:nvSpPr>
        <p:spPr>
          <a:xfrm>
            <a:off x="6944896" y="4876803"/>
            <a:ext cx="4241074" cy="1233323"/>
          </a:xfrm>
        </p:spPr>
        <p:txBody>
          <a:bodyPr anchor="t">
            <a:normAutofit/>
          </a:bodyPr>
          <a:lstStyle/>
          <a:p>
            <a:r>
              <a:rPr lang="en-US" dirty="0"/>
              <a:t>Chapter 7</a:t>
            </a:r>
          </a:p>
        </p:txBody>
      </p:sp>
      <p:pic>
        <p:nvPicPr>
          <p:cNvPr id="4" name="Picture 3">
            <a:extLst>
              <a:ext uri="{FF2B5EF4-FFF2-40B4-BE49-F238E27FC236}">
                <a16:creationId xmlns:a16="http://schemas.microsoft.com/office/drawing/2014/main" id="{36C9C4F1-945B-43F3-AAAC-348D1A9B1927}"/>
              </a:ext>
              <a:ext uri="{C183D7F6-B498-43B3-948B-1728B52AA6E4}">
                <adec:decorative xmlns:adec="http://schemas.microsoft.com/office/drawing/2017/decorative" val="1"/>
              </a:ext>
            </a:extLst>
          </p:cNvPr>
          <p:cNvPicPr>
            <a:picLocks noChangeAspect="1"/>
          </p:cNvPicPr>
          <p:nvPr/>
        </p:nvPicPr>
        <p:blipFill rotWithShape="1">
          <a:blip r:embed="rId3"/>
          <a:srcRect l="24290" r="32412"/>
          <a:stretch/>
        </p:blipFill>
        <p:spPr>
          <a:xfrm>
            <a:off x="20" y="10"/>
            <a:ext cx="5938847" cy="6857990"/>
          </a:xfrm>
          <a:prstGeom prst="rect">
            <a:avLst/>
          </a:prstGeom>
        </p:spPr>
      </p:pic>
    </p:spTree>
    <p:extLst>
      <p:ext uri="{BB962C8B-B14F-4D97-AF65-F5344CB8AC3E}">
        <p14:creationId xmlns:p14="http://schemas.microsoft.com/office/powerpoint/2010/main" val="8084612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F2B985F-E839-44D5-9DD8-BC9DEE3438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2AACBD-2C82-7BD8-7571-DFA5CF5CA85C}"/>
              </a:ext>
            </a:extLst>
          </p:cNvPr>
          <p:cNvSpPr>
            <a:spLocks noGrp="1"/>
          </p:cNvSpPr>
          <p:nvPr>
            <p:ph type="title"/>
          </p:nvPr>
        </p:nvSpPr>
        <p:spPr>
          <a:xfrm>
            <a:off x="1130270" y="953324"/>
            <a:ext cx="9603275" cy="1049235"/>
          </a:xfrm>
        </p:spPr>
        <p:txBody>
          <a:bodyPr>
            <a:normAutofit/>
          </a:bodyPr>
          <a:lstStyle/>
          <a:p>
            <a:r>
              <a:rPr lang="en-US" dirty="0"/>
              <a:t>Agenda</a:t>
            </a:r>
          </a:p>
        </p:txBody>
      </p:sp>
      <p:cxnSp>
        <p:nvCxnSpPr>
          <p:cNvPr id="11" name="Straight Connector 10">
            <a:extLst>
              <a:ext uri="{FF2B5EF4-FFF2-40B4-BE49-F238E27FC236}">
                <a16:creationId xmlns:a16="http://schemas.microsoft.com/office/drawing/2014/main" id="{52D73AC3-7DF7-43FB-9D67-3CE387E9406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30874" y="1996645"/>
            <a:ext cx="9603274"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13" name="Rectangle 12">
            <a:extLst>
              <a:ext uri="{FF2B5EF4-FFF2-40B4-BE49-F238E27FC236}">
                <a16:creationId xmlns:a16="http://schemas.microsoft.com/office/drawing/2014/main" id="{B965CCFE-3123-4C5E-BA80-B081F41E66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838524"/>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aphicFrame>
        <p:nvGraphicFramePr>
          <p:cNvPr id="5" name="Content Placeholder 2">
            <a:extLst>
              <a:ext uri="{FF2B5EF4-FFF2-40B4-BE49-F238E27FC236}">
                <a16:creationId xmlns:a16="http://schemas.microsoft.com/office/drawing/2014/main" id="{7C9044EE-84AD-2B82-3613-F80B73763329}"/>
              </a:ext>
            </a:extLst>
          </p:cNvPr>
          <p:cNvGraphicFramePr>
            <a:graphicFrameLocks noGrp="1"/>
          </p:cNvGraphicFramePr>
          <p:nvPr>
            <p:ph idx="1"/>
            <p:extLst>
              <p:ext uri="{D42A27DB-BD31-4B8C-83A1-F6EECF244321}">
                <p14:modId xmlns:p14="http://schemas.microsoft.com/office/powerpoint/2010/main" val="3809757413"/>
              </p:ext>
            </p:extLst>
          </p:nvPr>
        </p:nvGraphicFramePr>
        <p:xfrm>
          <a:off x="1130270" y="2502076"/>
          <a:ext cx="9604375" cy="36955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83303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BF7680B5-1A78-4401-BA9A-78832F0FD90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sp>
        <p:nvSpPr>
          <p:cNvPr id="17" name="Rectangle 16">
            <a:extLst>
              <a:ext uri="{FF2B5EF4-FFF2-40B4-BE49-F238E27FC236}">
                <a16:creationId xmlns:a16="http://schemas.microsoft.com/office/drawing/2014/main" id="{50F21DC9-D0AC-495C-8CC8-D5DDF8C11C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9" name="Straight Connector 18">
            <a:extLst>
              <a:ext uri="{FF2B5EF4-FFF2-40B4-BE49-F238E27FC236}">
                <a16:creationId xmlns:a16="http://schemas.microsoft.com/office/drawing/2014/main" id="{A26B82D7-D05B-412B-9A0D-6430BCD118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1E1838EA-1FA2-4DC4-B182-B8D2C57E74B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pic>
        <p:nvPicPr>
          <p:cNvPr id="10" name="Picture Placeholder 9">
            <a:extLst>
              <a:ext uri="{FF2B5EF4-FFF2-40B4-BE49-F238E27FC236}">
                <a16:creationId xmlns:a16="http://schemas.microsoft.com/office/drawing/2014/main" id="{7A41E865-A2DA-6B17-2C02-B7EBC3C5A1F4}"/>
              </a:ext>
              <a:ext uri="{C183D7F6-B498-43B3-948B-1728B52AA6E4}">
                <adec:decorative xmlns:adec="http://schemas.microsoft.com/office/drawing/2017/decorative" val="1"/>
              </a:ext>
            </a:extLst>
          </p:cNvPr>
          <p:cNvPicPr>
            <a:picLocks noGrp="1" noChangeAspect="1"/>
          </p:cNvPicPr>
          <p:nvPr>
            <p:ph type="pic" idx="1"/>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rcRect l="29397" r="1" b="9091"/>
          <a:stretch>
            <a:fillRect/>
          </a:stretch>
        </p:blipFill>
        <p:spPr>
          <a:xfrm>
            <a:off x="2" y="10"/>
            <a:ext cx="12191695" cy="6857990"/>
          </a:xfrm>
          <a:prstGeom prst="rect">
            <a:avLst/>
          </a:prstGeom>
        </p:spPr>
      </p:pic>
      <p:sp>
        <p:nvSpPr>
          <p:cNvPr id="23" name="Rectangle 22">
            <a:extLst>
              <a:ext uri="{FF2B5EF4-FFF2-40B4-BE49-F238E27FC236}">
                <a16:creationId xmlns:a16="http://schemas.microsoft.com/office/drawing/2014/main" id="{D5D0E891-38D8-4772-991E-824A0E731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DAE02EB7-D987-FB08-0006-28593731CD02}"/>
              </a:ext>
            </a:extLst>
          </p:cNvPr>
          <p:cNvSpPr>
            <a:spLocks noGrp="1"/>
          </p:cNvSpPr>
          <p:nvPr>
            <p:ph type="title"/>
          </p:nvPr>
        </p:nvSpPr>
        <p:spPr>
          <a:xfrm>
            <a:off x="4065511" y="3546341"/>
            <a:ext cx="6832500" cy="1120439"/>
          </a:xfrm>
        </p:spPr>
        <p:txBody>
          <a:bodyPr vert="horz" lIns="91440" tIns="45720" rIns="91440" bIns="0" rtlCol="0" anchor="b">
            <a:normAutofit/>
          </a:bodyPr>
          <a:lstStyle/>
          <a:p>
            <a:r>
              <a:rPr lang="en-US" sz="4400">
                <a:solidFill>
                  <a:srgbClr val="FFFFFE"/>
                </a:solidFill>
              </a:rPr>
              <a:t>What is cognition?</a:t>
            </a:r>
          </a:p>
        </p:txBody>
      </p:sp>
      <p:sp>
        <p:nvSpPr>
          <p:cNvPr id="6" name="Text Placeholder 5">
            <a:extLst>
              <a:ext uri="{FF2B5EF4-FFF2-40B4-BE49-F238E27FC236}">
                <a16:creationId xmlns:a16="http://schemas.microsoft.com/office/drawing/2014/main" id="{ADCC98FA-5B72-1692-9A38-D8FFDD71D870}"/>
              </a:ext>
            </a:extLst>
          </p:cNvPr>
          <p:cNvSpPr>
            <a:spLocks noGrp="1"/>
          </p:cNvSpPr>
          <p:nvPr>
            <p:ph type="body" sz="half" idx="2"/>
          </p:nvPr>
        </p:nvSpPr>
        <p:spPr>
          <a:xfrm>
            <a:off x="4065511" y="4669144"/>
            <a:ext cx="6832499" cy="716529"/>
          </a:xfrm>
        </p:spPr>
        <p:txBody>
          <a:bodyPr vert="horz" lIns="91440" tIns="91440" rIns="91440" bIns="91440" rtlCol="0">
            <a:normAutofit/>
          </a:bodyPr>
          <a:lstStyle/>
          <a:p>
            <a:r>
              <a:rPr lang="en-US" sz="1600">
                <a:solidFill>
                  <a:srgbClr val="FFFFFE"/>
                </a:solidFill>
              </a:rPr>
              <a:t>What all might a cognitive psychologist study?</a:t>
            </a:r>
          </a:p>
        </p:txBody>
      </p:sp>
      <p:pic>
        <p:nvPicPr>
          <p:cNvPr id="25" name="Picture 24">
            <a:extLst>
              <a:ext uri="{FF2B5EF4-FFF2-40B4-BE49-F238E27FC236}">
                <a16:creationId xmlns:a16="http://schemas.microsoft.com/office/drawing/2014/main" id="{B502DADA-1E17-4CC2-9344-C63314F1766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l="-116" t="474" r="40448" b="36564"/>
          <a:stretch/>
        </p:blipFill>
        <p:spPr>
          <a:xfrm>
            <a:off x="4052391" y="3227912"/>
            <a:ext cx="6803136" cy="155448"/>
          </a:xfrm>
          <a:prstGeom prst="rect">
            <a:avLst/>
          </a:prstGeom>
          <a:noFill/>
          <a:ln>
            <a:noFill/>
          </a:ln>
        </p:spPr>
      </p:pic>
    </p:spTree>
    <p:extLst>
      <p:ext uri="{BB962C8B-B14F-4D97-AF65-F5344CB8AC3E}">
        <p14:creationId xmlns:p14="http://schemas.microsoft.com/office/powerpoint/2010/main" val="2343096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A2983-2924-4B84-A1DE-1002CFDAB8E7}"/>
              </a:ext>
            </a:extLst>
          </p:cNvPr>
          <p:cNvSpPr>
            <a:spLocks noGrp="1"/>
          </p:cNvSpPr>
          <p:nvPr>
            <p:ph type="title"/>
          </p:nvPr>
        </p:nvSpPr>
        <p:spPr>
          <a:xfrm>
            <a:off x="687009" y="2657723"/>
            <a:ext cx="4006910" cy="1542554"/>
          </a:xfrm>
          <a:noFill/>
          <a:ln>
            <a:solidFill>
              <a:schemeClr val="bg1"/>
            </a:solidFill>
          </a:ln>
        </p:spPr>
        <p:txBody>
          <a:bodyPr wrap="square">
            <a:normAutofit/>
          </a:bodyPr>
          <a:lstStyle/>
          <a:p>
            <a:r>
              <a:rPr lang="en-US" dirty="0"/>
              <a:t>How do our minds categorize information?</a:t>
            </a:r>
          </a:p>
        </p:txBody>
      </p:sp>
      <p:graphicFrame>
        <p:nvGraphicFramePr>
          <p:cNvPr id="16" name="Content Placeholder 2">
            <a:extLst>
              <a:ext uri="{FF2B5EF4-FFF2-40B4-BE49-F238E27FC236}">
                <a16:creationId xmlns:a16="http://schemas.microsoft.com/office/drawing/2014/main" id="{0D045940-FC08-4DAE-80B0-44B7CCC1A314}"/>
              </a:ext>
            </a:extLst>
          </p:cNvPr>
          <p:cNvGraphicFramePr>
            <a:graphicFrameLocks noGrp="1"/>
          </p:cNvGraphicFramePr>
          <p:nvPr>
            <p:ph idx="1"/>
            <p:extLst>
              <p:ext uri="{D42A27DB-BD31-4B8C-83A1-F6EECF244321}">
                <p14:modId xmlns:p14="http://schemas.microsoft.com/office/powerpoint/2010/main" val="2802836332"/>
              </p:ext>
            </p:extLst>
          </p:nvPr>
        </p:nvGraphicFramePr>
        <p:xfrm>
          <a:off x="5619750" y="965200"/>
          <a:ext cx="5607050" cy="4927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500768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683CECF1-343D-4CCE-81D8-FC14A12A7A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4D8C8DD9-12AA-4935-A6DE-05EACDADDD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5D4DD3-288B-EF2B-1CB9-C11105330657}"/>
              </a:ext>
            </a:extLst>
          </p:cNvPr>
          <p:cNvSpPr>
            <a:spLocks noGrp="1"/>
          </p:cNvSpPr>
          <p:nvPr>
            <p:ph type="title"/>
          </p:nvPr>
        </p:nvSpPr>
        <p:spPr>
          <a:xfrm>
            <a:off x="1121029" y="948706"/>
            <a:ext cx="3852444" cy="1049235"/>
          </a:xfrm>
        </p:spPr>
        <p:txBody>
          <a:bodyPr>
            <a:normAutofit/>
          </a:bodyPr>
          <a:lstStyle/>
          <a:p>
            <a:r>
              <a:rPr lang="en-US" sz="3000"/>
              <a:t>Concepts and Prototypes Example</a:t>
            </a:r>
          </a:p>
        </p:txBody>
      </p:sp>
      <p:pic>
        <p:nvPicPr>
          <p:cNvPr id="28" name="Picture 27">
            <a:extLst>
              <a:ext uri="{FF2B5EF4-FFF2-40B4-BE49-F238E27FC236}">
                <a16:creationId xmlns:a16="http://schemas.microsoft.com/office/drawing/2014/main" id="{E4C54BC8-CF23-429D-A14B-9E16015839B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116" t="474" r="66353" b="36564"/>
          <a:stretch/>
        </p:blipFill>
        <p:spPr>
          <a:xfrm>
            <a:off x="1125460" y="643464"/>
            <a:ext cx="3849624" cy="155448"/>
          </a:xfrm>
          <a:prstGeom prst="rect">
            <a:avLst/>
          </a:prstGeom>
          <a:noFill/>
          <a:ln>
            <a:noFill/>
          </a:ln>
        </p:spPr>
      </p:pic>
      <p:sp>
        <p:nvSpPr>
          <p:cNvPr id="3" name="Content Placeholder 2">
            <a:extLst>
              <a:ext uri="{FF2B5EF4-FFF2-40B4-BE49-F238E27FC236}">
                <a16:creationId xmlns:a16="http://schemas.microsoft.com/office/drawing/2014/main" id="{32B2B1AE-CD6D-14E7-2C42-07EA6C7E3003}"/>
              </a:ext>
            </a:extLst>
          </p:cNvPr>
          <p:cNvSpPr>
            <a:spLocks noGrp="1"/>
          </p:cNvSpPr>
          <p:nvPr>
            <p:ph idx="1"/>
          </p:nvPr>
        </p:nvSpPr>
        <p:spPr>
          <a:xfrm>
            <a:off x="1121030" y="2167151"/>
            <a:ext cx="3848478" cy="3299194"/>
          </a:xfrm>
        </p:spPr>
        <p:txBody>
          <a:bodyPr>
            <a:normAutofit/>
          </a:bodyPr>
          <a:lstStyle/>
          <a:p>
            <a:r>
              <a:rPr lang="en-US" sz="1700"/>
              <a:t>Let’s walk through concepts and prototypes using a horse as an example.</a:t>
            </a:r>
          </a:p>
          <a:p>
            <a:pPr lvl="1"/>
            <a:r>
              <a:rPr lang="en-US" sz="1700"/>
              <a:t>What are some natural concept?</a:t>
            </a:r>
          </a:p>
          <a:p>
            <a:pPr lvl="1"/>
            <a:r>
              <a:rPr lang="en-US" sz="1700"/>
              <a:t>What are artificial concepts?</a:t>
            </a:r>
          </a:p>
          <a:p>
            <a:pPr lvl="1"/>
            <a:r>
              <a:rPr lang="en-US" sz="1700"/>
              <a:t>What is a horse prototype you have?</a:t>
            </a:r>
          </a:p>
        </p:txBody>
      </p:sp>
      <p:grpSp>
        <p:nvGrpSpPr>
          <p:cNvPr id="30" name="Group 29">
            <a:extLst>
              <a:ext uri="{FF2B5EF4-FFF2-40B4-BE49-F238E27FC236}">
                <a16:creationId xmlns:a16="http://schemas.microsoft.com/office/drawing/2014/main" id="{C50EE599-83F0-4F92-85EF-F5B760FC1C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60131" y="482171"/>
            <a:ext cx="6091791" cy="5149101"/>
            <a:chOff x="5460131" y="482171"/>
            <a:chExt cx="6091791" cy="5149101"/>
          </a:xfrm>
        </p:grpSpPr>
        <p:sp>
          <p:nvSpPr>
            <p:cNvPr id="31" name="Rectangle 30">
              <a:extLst>
                <a:ext uri="{FF2B5EF4-FFF2-40B4-BE49-F238E27FC236}">
                  <a16:creationId xmlns:a16="http://schemas.microsoft.com/office/drawing/2014/main" id="{4D65F24F-937E-455B-A52F-99B2EBE69E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60131" y="482171"/>
              <a:ext cx="6091791" cy="5149101"/>
            </a:xfrm>
            <a:prstGeom prst="rect">
              <a:avLst/>
            </a:prstGeom>
            <a:gradFill>
              <a:gsLst>
                <a:gs pos="0">
                  <a:schemeClr val="tx1">
                    <a:lumMod val="85000"/>
                    <a:lumOff val="15000"/>
                  </a:schemeClr>
                </a:gs>
                <a:gs pos="100000">
                  <a:schemeClr val="tx1">
                    <a:lumMod val="95000"/>
                    <a:lumOff val="5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14300" prst="artDeco"/>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8CEABBA2-C294-4754-8D03-90027C80A6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78956" y="812507"/>
              <a:ext cx="5461780"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5" name="Picture 4">
            <a:extLst>
              <a:ext uri="{FF2B5EF4-FFF2-40B4-BE49-F238E27FC236}">
                <a16:creationId xmlns:a16="http://schemas.microsoft.com/office/drawing/2014/main" id="{FD82FB3F-CE3E-87E0-4D81-691B9A61367C}"/>
              </a:ext>
              <a:ext uri="{C183D7F6-B498-43B3-948B-1728B52AA6E4}">
                <adec:decorative xmlns:adec="http://schemas.microsoft.com/office/drawing/2017/decorative" val="1"/>
              </a:ext>
            </a:extLst>
          </p:cNvPr>
          <p:cNvPicPr>
            <a:picLocks noChangeAspect="1"/>
          </p:cNvPicPr>
          <p:nvPr/>
        </p:nvPicPr>
        <p:blipFill>
          <a:blip r:embed="rId4"/>
          <a:srcRect r="1" b="1007"/>
          <a:stretch>
            <a:fillRect/>
          </a:stretch>
        </p:blipFill>
        <p:spPr>
          <a:xfrm>
            <a:off x="6093926" y="1116345"/>
            <a:ext cx="4821551" cy="3866172"/>
          </a:xfrm>
          <a:prstGeom prst="rect">
            <a:avLst/>
          </a:prstGeom>
        </p:spPr>
      </p:pic>
      <p:pic>
        <p:nvPicPr>
          <p:cNvPr id="34" name="Picture 33">
            <a:extLst>
              <a:ext uri="{FF2B5EF4-FFF2-40B4-BE49-F238E27FC236}">
                <a16:creationId xmlns:a16="http://schemas.microsoft.com/office/drawing/2014/main" id="{5EADD913-1FB7-4B46-9CA9-86858689E08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cxnSp>
        <p:nvCxnSpPr>
          <p:cNvPr id="36" name="Straight Connector 35">
            <a:extLst>
              <a:ext uri="{FF2B5EF4-FFF2-40B4-BE49-F238E27FC236}">
                <a16:creationId xmlns:a16="http://schemas.microsoft.com/office/drawing/2014/main" id="{36995421-4CA7-48D9-B029-EFD7120348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1791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FA3E5-EEDF-EED5-00DC-C4EDA0FC31F7}"/>
              </a:ext>
            </a:extLst>
          </p:cNvPr>
          <p:cNvSpPr>
            <a:spLocks noGrp="1"/>
          </p:cNvSpPr>
          <p:nvPr>
            <p:ph type="title"/>
          </p:nvPr>
        </p:nvSpPr>
        <p:spPr/>
        <p:txBody>
          <a:bodyPr/>
          <a:lstStyle/>
          <a:p>
            <a:r>
              <a:rPr lang="en-US" dirty="0"/>
              <a:t>Event Schema Example: Horseback Riding</a:t>
            </a:r>
          </a:p>
        </p:txBody>
      </p:sp>
      <p:graphicFrame>
        <p:nvGraphicFramePr>
          <p:cNvPr id="5" name="Content Placeholder 4">
            <a:extLst>
              <a:ext uri="{FF2B5EF4-FFF2-40B4-BE49-F238E27FC236}">
                <a16:creationId xmlns:a16="http://schemas.microsoft.com/office/drawing/2014/main" id="{09683DE9-614A-324A-DE21-D9597DC9B0E6}"/>
              </a:ext>
            </a:extLst>
          </p:cNvPr>
          <p:cNvGraphicFramePr>
            <a:graphicFrameLocks noGrp="1"/>
          </p:cNvGraphicFramePr>
          <p:nvPr>
            <p:ph idx="1"/>
            <p:extLst>
              <p:ext uri="{D42A27DB-BD31-4B8C-83A1-F6EECF244321}">
                <p14:modId xmlns:p14="http://schemas.microsoft.com/office/powerpoint/2010/main" val="4230112943"/>
              </p:ext>
            </p:extLst>
          </p:nvPr>
        </p:nvGraphicFramePr>
        <p:xfrm>
          <a:off x="1015011" y="1788523"/>
          <a:ext cx="9833791" cy="38981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47746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67920E70-4B59-FC29-8476-ED3436398251}"/>
              </a:ext>
              <a:ext uri="{C183D7F6-B498-43B3-948B-1728B52AA6E4}">
                <adec:decorative xmlns:adec="http://schemas.microsoft.com/office/drawing/2017/decorative" val="1"/>
              </a:ext>
            </a:extLst>
          </p:cNvPr>
          <p:cNvPicPr>
            <a:picLocks noGrp="1" noChangeAspect="1"/>
          </p:cNvPicPr>
          <p:nvPr>
            <p:ph idx="1"/>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1977548" y="1422474"/>
            <a:ext cx="8236903" cy="4191807"/>
          </a:xfrm>
        </p:spPr>
      </p:pic>
    </p:spTree>
    <p:extLst>
      <p:ext uri="{BB962C8B-B14F-4D97-AF65-F5344CB8AC3E}">
        <p14:creationId xmlns:p14="http://schemas.microsoft.com/office/powerpoint/2010/main" val="999941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564BB-184D-4A9A-8205-1D75435C4689}"/>
              </a:ext>
            </a:extLst>
          </p:cNvPr>
          <p:cNvSpPr>
            <a:spLocks noGrp="1"/>
          </p:cNvSpPr>
          <p:nvPr>
            <p:ph type="title"/>
          </p:nvPr>
        </p:nvSpPr>
        <p:spPr>
          <a:xfrm>
            <a:off x="1130270" y="953324"/>
            <a:ext cx="4721891" cy="1049235"/>
          </a:xfrm>
        </p:spPr>
        <p:txBody>
          <a:bodyPr/>
          <a:lstStyle/>
          <a:p>
            <a:r>
              <a:rPr lang="en-US" dirty="0"/>
              <a:t>Components of Language</a:t>
            </a:r>
          </a:p>
        </p:txBody>
      </p:sp>
      <p:graphicFrame>
        <p:nvGraphicFramePr>
          <p:cNvPr id="5" name="Content Placeholder 2">
            <a:extLst>
              <a:ext uri="{FF2B5EF4-FFF2-40B4-BE49-F238E27FC236}">
                <a16:creationId xmlns:a16="http://schemas.microsoft.com/office/drawing/2014/main" id="{542A5C8D-893A-4114-9DD5-0B8E51B08DDD}"/>
              </a:ext>
            </a:extLst>
          </p:cNvPr>
          <p:cNvGraphicFramePr>
            <a:graphicFrameLocks noGrp="1"/>
          </p:cNvGraphicFramePr>
          <p:nvPr>
            <p:ph idx="1"/>
            <p:extLst>
              <p:ext uri="{D42A27DB-BD31-4B8C-83A1-F6EECF244321}">
                <p14:modId xmlns:p14="http://schemas.microsoft.com/office/powerpoint/2010/main" val="3305355364"/>
              </p:ext>
            </p:extLst>
          </p:nvPr>
        </p:nvGraphicFramePr>
        <p:xfrm>
          <a:off x="1130301" y="2171700"/>
          <a:ext cx="2527300" cy="32940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26" name="Picture 2" descr="Diagram breaking down word &quot;imported&quot; into phonemes, graphemes, and morphemes with color-coded sounds and letters. It highlights 7 phonemes, 6 graphemes, and 3 morphemes labeled as prefix, Latin base, and suffix with their meanings.&#10;">
            <a:extLst>
              <a:ext uri="{FF2B5EF4-FFF2-40B4-BE49-F238E27FC236}">
                <a16:creationId xmlns:a16="http://schemas.microsoft.com/office/drawing/2014/main" id="{CF02053B-3B78-A4A2-7706-5B4C1562561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69280" y="565014"/>
            <a:ext cx="5475514" cy="54755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76250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97993-3332-415F-A405-75647E5C78A8}"/>
              </a:ext>
            </a:extLst>
          </p:cNvPr>
          <p:cNvSpPr>
            <a:spLocks noGrp="1"/>
          </p:cNvSpPr>
          <p:nvPr>
            <p:ph type="title"/>
          </p:nvPr>
        </p:nvSpPr>
        <p:spPr>
          <a:xfrm>
            <a:off x="643468" y="820010"/>
            <a:ext cx="3415288" cy="3212654"/>
          </a:xfrm>
          <a:noFill/>
          <a:ln>
            <a:solidFill>
              <a:schemeClr val="bg1"/>
            </a:solidFill>
          </a:ln>
        </p:spPr>
        <p:txBody>
          <a:bodyPr vert="horz" lIns="274320" tIns="182880" rIns="274320" bIns="182880" rtlCol="0" anchor="ctr" anchorCtr="1">
            <a:normAutofit/>
          </a:bodyPr>
          <a:lstStyle/>
          <a:p>
            <a:r>
              <a:rPr lang="en-US" sz="2900" dirty="0"/>
              <a:t>Stages of Language Development</a:t>
            </a:r>
          </a:p>
        </p:txBody>
      </p:sp>
      <p:graphicFrame>
        <p:nvGraphicFramePr>
          <p:cNvPr id="4" name="Content Placeholder 3">
            <a:extLst>
              <a:ext uri="{FF2B5EF4-FFF2-40B4-BE49-F238E27FC236}">
                <a16:creationId xmlns:a16="http://schemas.microsoft.com/office/drawing/2014/main" id="{969C3A1B-73EE-427D-9B1E-F0C4CBA971FD}"/>
              </a:ext>
            </a:extLst>
          </p:cNvPr>
          <p:cNvGraphicFramePr>
            <a:graphicFrameLocks noGrp="1"/>
          </p:cNvGraphicFramePr>
          <p:nvPr>
            <p:ph idx="1"/>
            <p:extLst>
              <p:ext uri="{D42A27DB-BD31-4B8C-83A1-F6EECF244321}">
                <p14:modId xmlns:p14="http://schemas.microsoft.com/office/powerpoint/2010/main" val="2150615802"/>
              </p:ext>
            </p:extLst>
          </p:nvPr>
        </p:nvGraphicFramePr>
        <p:xfrm>
          <a:off x="5297763" y="971787"/>
          <a:ext cx="6250771" cy="5254201"/>
        </p:xfrm>
        <a:graphic>
          <a:graphicData uri="http://schemas.openxmlformats.org/drawingml/2006/table">
            <a:tbl>
              <a:tblPr firstRow="1" bandRow="1">
                <a:tableStyleId>{3B4B98B0-60AC-42C2-AFA5-B58CD77FA1E5}</a:tableStyleId>
              </a:tblPr>
              <a:tblGrid>
                <a:gridCol w="970135">
                  <a:extLst>
                    <a:ext uri="{9D8B030D-6E8A-4147-A177-3AD203B41FA5}">
                      <a16:colId xmlns:a16="http://schemas.microsoft.com/office/drawing/2014/main" val="956017302"/>
                    </a:ext>
                  </a:extLst>
                </a:gridCol>
                <a:gridCol w="1694504">
                  <a:extLst>
                    <a:ext uri="{9D8B030D-6E8A-4147-A177-3AD203B41FA5}">
                      <a16:colId xmlns:a16="http://schemas.microsoft.com/office/drawing/2014/main" val="3889568844"/>
                    </a:ext>
                  </a:extLst>
                </a:gridCol>
                <a:gridCol w="3586132">
                  <a:extLst>
                    <a:ext uri="{9D8B030D-6E8A-4147-A177-3AD203B41FA5}">
                      <a16:colId xmlns:a16="http://schemas.microsoft.com/office/drawing/2014/main" val="2318530875"/>
                    </a:ext>
                  </a:extLst>
                </a:gridCol>
              </a:tblGrid>
              <a:tr h="700489">
                <a:tc>
                  <a:txBody>
                    <a:bodyPr/>
                    <a:lstStyle/>
                    <a:p>
                      <a:pPr algn="l" fontAlgn="b"/>
                      <a:r>
                        <a:rPr lang="en-US" sz="1900" b="1" dirty="0">
                          <a:effectLst/>
                        </a:rPr>
                        <a:t>Stage</a:t>
                      </a:r>
                    </a:p>
                  </a:txBody>
                  <a:tcPr marL="88239" marR="88239" marT="44119" marB="44119" anchor="b"/>
                </a:tc>
                <a:tc>
                  <a:txBody>
                    <a:bodyPr/>
                    <a:lstStyle/>
                    <a:p>
                      <a:pPr algn="l" fontAlgn="b"/>
                      <a:r>
                        <a:rPr lang="en-US" sz="1900" b="1">
                          <a:effectLst/>
                        </a:rPr>
                        <a:t>Age</a:t>
                      </a:r>
                    </a:p>
                  </a:txBody>
                  <a:tcPr marL="88239" marR="88239" marT="44119" marB="44119" anchor="b"/>
                </a:tc>
                <a:tc>
                  <a:txBody>
                    <a:bodyPr/>
                    <a:lstStyle/>
                    <a:p>
                      <a:pPr algn="l" fontAlgn="b"/>
                      <a:r>
                        <a:rPr lang="en-US" sz="1900" b="1" dirty="0">
                          <a:effectLst/>
                        </a:rPr>
                        <a:t>Developmental Language and Communication</a:t>
                      </a:r>
                    </a:p>
                  </a:txBody>
                  <a:tcPr marL="88239" marR="88239" marT="44119" marB="44119" anchor="b"/>
                </a:tc>
                <a:extLst>
                  <a:ext uri="{0D108BD9-81ED-4DB2-BD59-A6C34878D82A}">
                    <a16:rowId xmlns:a16="http://schemas.microsoft.com/office/drawing/2014/main" val="3677492926"/>
                  </a:ext>
                </a:extLst>
              </a:tr>
              <a:tr h="417040">
                <a:tc>
                  <a:txBody>
                    <a:bodyPr/>
                    <a:lstStyle/>
                    <a:p>
                      <a:pPr fontAlgn="ctr"/>
                      <a:r>
                        <a:rPr lang="en-US" sz="1900">
                          <a:effectLst/>
                        </a:rPr>
                        <a:t>1</a:t>
                      </a:r>
                    </a:p>
                  </a:txBody>
                  <a:tcPr marL="88239" marR="88239" marT="44119" marB="44119" anchor="ctr"/>
                </a:tc>
                <a:tc>
                  <a:txBody>
                    <a:bodyPr/>
                    <a:lstStyle/>
                    <a:p>
                      <a:pPr fontAlgn="ctr"/>
                      <a:r>
                        <a:rPr lang="en-US" sz="1900">
                          <a:effectLst/>
                        </a:rPr>
                        <a:t>0–3 months</a:t>
                      </a:r>
                    </a:p>
                  </a:txBody>
                  <a:tcPr marL="88239" marR="88239" marT="44119" marB="44119" anchor="ctr"/>
                </a:tc>
                <a:tc>
                  <a:txBody>
                    <a:bodyPr/>
                    <a:lstStyle/>
                    <a:p>
                      <a:pPr fontAlgn="ctr"/>
                      <a:r>
                        <a:rPr lang="en-US" sz="1900">
                          <a:effectLst/>
                        </a:rPr>
                        <a:t>Reflexive communication</a:t>
                      </a:r>
                    </a:p>
                  </a:txBody>
                  <a:tcPr marL="88239" marR="88239" marT="44119" marB="44119" anchor="ctr"/>
                </a:tc>
                <a:extLst>
                  <a:ext uri="{0D108BD9-81ED-4DB2-BD59-A6C34878D82A}">
                    <a16:rowId xmlns:a16="http://schemas.microsoft.com/office/drawing/2014/main" val="1983903813"/>
                  </a:ext>
                </a:extLst>
              </a:tr>
              <a:tr h="700489">
                <a:tc>
                  <a:txBody>
                    <a:bodyPr/>
                    <a:lstStyle/>
                    <a:p>
                      <a:pPr fontAlgn="ctr"/>
                      <a:r>
                        <a:rPr lang="en-US" sz="1900">
                          <a:effectLst/>
                        </a:rPr>
                        <a:t>2</a:t>
                      </a:r>
                    </a:p>
                  </a:txBody>
                  <a:tcPr marL="88239" marR="88239" marT="44119" marB="44119" anchor="ctr"/>
                </a:tc>
                <a:tc>
                  <a:txBody>
                    <a:bodyPr/>
                    <a:lstStyle/>
                    <a:p>
                      <a:pPr fontAlgn="ctr"/>
                      <a:r>
                        <a:rPr lang="en-US" sz="1900">
                          <a:effectLst/>
                        </a:rPr>
                        <a:t>3–8 months</a:t>
                      </a:r>
                    </a:p>
                  </a:txBody>
                  <a:tcPr marL="88239" marR="88239" marT="44119" marB="44119" anchor="ctr"/>
                </a:tc>
                <a:tc>
                  <a:txBody>
                    <a:bodyPr/>
                    <a:lstStyle/>
                    <a:p>
                      <a:pPr fontAlgn="ctr"/>
                      <a:r>
                        <a:rPr lang="en-US" sz="1900">
                          <a:effectLst/>
                        </a:rPr>
                        <a:t>Reflexive communication; interest in others</a:t>
                      </a:r>
                    </a:p>
                  </a:txBody>
                  <a:tcPr marL="88239" marR="88239" marT="44119" marB="44119" anchor="ctr"/>
                </a:tc>
                <a:extLst>
                  <a:ext uri="{0D108BD9-81ED-4DB2-BD59-A6C34878D82A}">
                    <a16:rowId xmlns:a16="http://schemas.microsoft.com/office/drawing/2014/main" val="3754264857"/>
                  </a:ext>
                </a:extLst>
              </a:tr>
              <a:tr h="700489">
                <a:tc>
                  <a:txBody>
                    <a:bodyPr/>
                    <a:lstStyle/>
                    <a:p>
                      <a:pPr fontAlgn="ctr"/>
                      <a:r>
                        <a:rPr lang="en-US" sz="1900">
                          <a:effectLst/>
                        </a:rPr>
                        <a:t>3</a:t>
                      </a:r>
                    </a:p>
                  </a:txBody>
                  <a:tcPr marL="88239" marR="88239" marT="44119" marB="44119" anchor="ctr"/>
                </a:tc>
                <a:tc>
                  <a:txBody>
                    <a:bodyPr/>
                    <a:lstStyle/>
                    <a:p>
                      <a:pPr fontAlgn="ctr"/>
                      <a:r>
                        <a:rPr lang="en-US" sz="1900">
                          <a:effectLst/>
                        </a:rPr>
                        <a:t>8–13 months</a:t>
                      </a:r>
                    </a:p>
                  </a:txBody>
                  <a:tcPr marL="88239" marR="88239" marT="44119" marB="44119" anchor="ctr"/>
                </a:tc>
                <a:tc>
                  <a:txBody>
                    <a:bodyPr/>
                    <a:lstStyle/>
                    <a:p>
                      <a:pPr fontAlgn="ctr"/>
                      <a:r>
                        <a:rPr lang="en-US" sz="1900">
                          <a:effectLst/>
                        </a:rPr>
                        <a:t>Intentional communication; sociability</a:t>
                      </a:r>
                    </a:p>
                  </a:txBody>
                  <a:tcPr marL="88239" marR="88239" marT="44119" marB="44119" anchor="ctr"/>
                </a:tc>
                <a:extLst>
                  <a:ext uri="{0D108BD9-81ED-4DB2-BD59-A6C34878D82A}">
                    <a16:rowId xmlns:a16="http://schemas.microsoft.com/office/drawing/2014/main" val="4209471667"/>
                  </a:ext>
                </a:extLst>
              </a:tr>
              <a:tr h="417040">
                <a:tc>
                  <a:txBody>
                    <a:bodyPr/>
                    <a:lstStyle/>
                    <a:p>
                      <a:pPr fontAlgn="ctr"/>
                      <a:r>
                        <a:rPr lang="en-US" sz="1900">
                          <a:effectLst/>
                        </a:rPr>
                        <a:t>4</a:t>
                      </a:r>
                    </a:p>
                  </a:txBody>
                  <a:tcPr marL="88239" marR="88239" marT="44119" marB="44119" anchor="ctr"/>
                </a:tc>
                <a:tc>
                  <a:txBody>
                    <a:bodyPr/>
                    <a:lstStyle/>
                    <a:p>
                      <a:pPr fontAlgn="ctr"/>
                      <a:r>
                        <a:rPr lang="en-US" sz="1900">
                          <a:effectLst/>
                        </a:rPr>
                        <a:t>12–18 months</a:t>
                      </a:r>
                    </a:p>
                  </a:txBody>
                  <a:tcPr marL="88239" marR="88239" marT="44119" marB="44119" anchor="ctr"/>
                </a:tc>
                <a:tc>
                  <a:txBody>
                    <a:bodyPr/>
                    <a:lstStyle/>
                    <a:p>
                      <a:pPr fontAlgn="ctr"/>
                      <a:r>
                        <a:rPr lang="en-US" sz="1900">
                          <a:effectLst/>
                        </a:rPr>
                        <a:t>First words</a:t>
                      </a:r>
                    </a:p>
                  </a:txBody>
                  <a:tcPr marL="88239" marR="88239" marT="44119" marB="44119" anchor="ctr"/>
                </a:tc>
                <a:extLst>
                  <a:ext uri="{0D108BD9-81ED-4DB2-BD59-A6C34878D82A}">
                    <a16:rowId xmlns:a16="http://schemas.microsoft.com/office/drawing/2014/main" val="1011680682"/>
                  </a:ext>
                </a:extLst>
              </a:tr>
              <a:tr h="417040">
                <a:tc>
                  <a:txBody>
                    <a:bodyPr/>
                    <a:lstStyle/>
                    <a:p>
                      <a:pPr fontAlgn="ctr"/>
                      <a:r>
                        <a:rPr lang="en-US" sz="1900">
                          <a:effectLst/>
                        </a:rPr>
                        <a:t>5</a:t>
                      </a:r>
                    </a:p>
                  </a:txBody>
                  <a:tcPr marL="88239" marR="88239" marT="44119" marB="44119" anchor="ctr"/>
                </a:tc>
                <a:tc>
                  <a:txBody>
                    <a:bodyPr/>
                    <a:lstStyle/>
                    <a:p>
                      <a:pPr fontAlgn="ctr"/>
                      <a:r>
                        <a:rPr lang="en-US" sz="1900">
                          <a:effectLst/>
                        </a:rPr>
                        <a:t>18–24 months</a:t>
                      </a:r>
                    </a:p>
                  </a:txBody>
                  <a:tcPr marL="88239" marR="88239" marT="44119" marB="44119" anchor="ctr"/>
                </a:tc>
                <a:tc>
                  <a:txBody>
                    <a:bodyPr/>
                    <a:lstStyle/>
                    <a:p>
                      <a:pPr fontAlgn="ctr"/>
                      <a:r>
                        <a:rPr lang="en-US" sz="1900">
                          <a:effectLst/>
                        </a:rPr>
                        <a:t>Simple sentences of two words</a:t>
                      </a:r>
                    </a:p>
                  </a:txBody>
                  <a:tcPr marL="88239" marR="88239" marT="44119" marB="44119" anchor="ctr"/>
                </a:tc>
                <a:extLst>
                  <a:ext uri="{0D108BD9-81ED-4DB2-BD59-A6C34878D82A}">
                    <a16:rowId xmlns:a16="http://schemas.microsoft.com/office/drawing/2014/main" val="1613576212"/>
                  </a:ext>
                </a:extLst>
              </a:tr>
              <a:tr h="700489">
                <a:tc>
                  <a:txBody>
                    <a:bodyPr/>
                    <a:lstStyle/>
                    <a:p>
                      <a:pPr fontAlgn="ctr"/>
                      <a:r>
                        <a:rPr lang="en-US" sz="1900">
                          <a:effectLst/>
                        </a:rPr>
                        <a:t>6</a:t>
                      </a:r>
                    </a:p>
                  </a:txBody>
                  <a:tcPr marL="88239" marR="88239" marT="44119" marB="44119" anchor="ctr"/>
                </a:tc>
                <a:tc>
                  <a:txBody>
                    <a:bodyPr/>
                    <a:lstStyle/>
                    <a:p>
                      <a:pPr fontAlgn="ctr"/>
                      <a:r>
                        <a:rPr lang="en-US" sz="1900">
                          <a:effectLst/>
                        </a:rPr>
                        <a:t>2–3 years</a:t>
                      </a:r>
                    </a:p>
                  </a:txBody>
                  <a:tcPr marL="88239" marR="88239" marT="44119" marB="44119" anchor="ctr"/>
                </a:tc>
                <a:tc>
                  <a:txBody>
                    <a:bodyPr/>
                    <a:lstStyle/>
                    <a:p>
                      <a:pPr fontAlgn="ctr"/>
                      <a:r>
                        <a:rPr lang="en-US" sz="1900">
                          <a:effectLst/>
                        </a:rPr>
                        <a:t>Sentences of three or more words</a:t>
                      </a:r>
                    </a:p>
                  </a:txBody>
                  <a:tcPr marL="88239" marR="88239" marT="44119" marB="44119" anchor="ctr"/>
                </a:tc>
                <a:extLst>
                  <a:ext uri="{0D108BD9-81ED-4DB2-BD59-A6C34878D82A}">
                    <a16:rowId xmlns:a16="http://schemas.microsoft.com/office/drawing/2014/main" val="582072295"/>
                  </a:ext>
                </a:extLst>
              </a:tr>
              <a:tr h="700489">
                <a:tc>
                  <a:txBody>
                    <a:bodyPr/>
                    <a:lstStyle/>
                    <a:p>
                      <a:pPr fontAlgn="ctr"/>
                      <a:r>
                        <a:rPr lang="en-US" sz="1900">
                          <a:effectLst/>
                        </a:rPr>
                        <a:t>7</a:t>
                      </a:r>
                    </a:p>
                  </a:txBody>
                  <a:tcPr marL="88239" marR="88239" marT="44119" marB="44119" anchor="ctr"/>
                </a:tc>
                <a:tc>
                  <a:txBody>
                    <a:bodyPr/>
                    <a:lstStyle/>
                    <a:p>
                      <a:pPr fontAlgn="ctr"/>
                      <a:r>
                        <a:rPr lang="en-US" sz="1900">
                          <a:effectLst/>
                        </a:rPr>
                        <a:t>3–5 years</a:t>
                      </a:r>
                    </a:p>
                  </a:txBody>
                  <a:tcPr marL="88239" marR="88239" marT="44119" marB="44119" anchor="ctr"/>
                </a:tc>
                <a:tc>
                  <a:txBody>
                    <a:bodyPr/>
                    <a:lstStyle/>
                    <a:p>
                      <a:pPr fontAlgn="ctr"/>
                      <a:r>
                        <a:rPr lang="en-US" sz="1900" dirty="0">
                          <a:effectLst/>
                        </a:rPr>
                        <a:t>Complex sentences; has conversations</a:t>
                      </a:r>
                    </a:p>
                  </a:txBody>
                  <a:tcPr marL="88239" marR="88239" marT="44119" marB="44119" anchor="ctr"/>
                </a:tc>
                <a:extLst>
                  <a:ext uri="{0D108BD9-81ED-4DB2-BD59-A6C34878D82A}">
                    <a16:rowId xmlns:a16="http://schemas.microsoft.com/office/drawing/2014/main" val="2670116273"/>
                  </a:ext>
                </a:extLst>
              </a:tr>
            </a:tbl>
          </a:graphicData>
        </a:graphic>
      </p:graphicFrame>
    </p:spTree>
    <p:extLst>
      <p:ext uri="{BB962C8B-B14F-4D97-AF65-F5344CB8AC3E}">
        <p14:creationId xmlns:p14="http://schemas.microsoft.com/office/powerpoint/2010/main" val="3376013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51AC2-F51A-41CD-B19B-D736CF0F89C4}"/>
              </a:ext>
            </a:extLst>
          </p:cNvPr>
          <p:cNvSpPr>
            <a:spLocks noGrp="1"/>
          </p:cNvSpPr>
          <p:nvPr>
            <p:ph type="title"/>
          </p:nvPr>
        </p:nvSpPr>
        <p:spPr/>
        <p:txBody>
          <a:bodyPr>
            <a:normAutofit/>
          </a:bodyPr>
          <a:lstStyle/>
          <a:p>
            <a:r>
              <a:rPr lang="en-US" sz="4000" dirty="0"/>
              <a:t>Language in Action</a:t>
            </a:r>
          </a:p>
        </p:txBody>
      </p:sp>
      <p:graphicFrame>
        <p:nvGraphicFramePr>
          <p:cNvPr id="5" name="Content Placeholder 2">
            <a:extLst>
              <a:ext uri="{FF2B5EF4-FFF2-40B4-BE49-F238E27FC236}">
                <a16:creationId xmlns:a16="http://schemas.microsoft.com/office/drawing/2014/main" id="{F6CEB8BE-D63A-4DA7-9A70-0BDA239ED79D}"/>
              </a:ext>
            </a:extLst>
          </p:cNvPr>
          <p:cNvGraphicFramePr>
            <a:graphicFrameLocks noGrp="1"/>
          </p:cNvGraphicFramePr>
          <p:nvPr>
            <p:ph idx="1"/>
            <p:extLst>
              <p:ext uri="{D42A27DB-BD31-4B8C-83A1-F6EECF244321}">
                <p14:modId xmlns:p14="http://schemas.microsoft.com/office/powerpoint/2010/main" val="2051157951"/>
              </p:ext>
            </p:extLst>
          </p:nvPr>
        </p:nvGraphicFramePr>
        <p:xfrm>
          <a:off x="965200" y="2298790"/>
          <a:ext cx="10261600" cy="31077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724262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B7E6660-26A7-8164-B2EA-A7FAC0A9B552}"/>
              </a:ext>
            </a:extLst>
          </p:cNvPr>
          <p:cNvSpPr>
            <a:spLocks noGrp="1"/>
          </p:cNvSpPr>
          <p:nvPr>
            <p:ph type="title"/>
          </p:nvPr>
        </p:nvSpPr>
        <p:spPr>
          <a:xfrm>
            <a:off x="1124291" y="952577"/>
            <a:ext cx="3275013" cy="3175285"/>
          </a:xfrm>
        </p:spPr>
        <p:txBody>
          <a:bodyPr>
            <a:normAutofit/>
          </a:bodyPr>
          <a:lstStyle/>
          <a:p>
            <a:r>
              <a:rPr lang="en-US" sz="5400" dirty="0"/>
              <a:t>Problem Solving</a:t>
            </a:r>
          </a:p>
        </p:txBody>
      </p:sp>
      <p:pic>
        <p:nvPicPr>
          <p:cNvPr id="5" name="Content Placeholder 4">
            <a:extLst>
              <a:ext uri="{FF2B5EF4-FFF2-40B4-BE49-F238E27FC236}">
                <a16:creationId xmlns:a16="http://schemas.microsoft.com/office/drawing/2014/main" id="{BF8E3A31-0B6F-CD06-CD57-D77573D24EED}"/>
              </a:ext>
              <a:ext uri="{C183D7F6-B498-43B3-948B-1728B52AA6E4}">
                <adec:decorative xmlns:adec="http://schemas.microsoft.com/office/drawing/2017/decorative" val="1"/>
              </a:ext>
            </a:extLst>
          </p:cNvPr>
          <p:cNvPicPr>
            <a:picLocks noGrp="1" noChangeAspect="1"/>
          </p:cNvPicPr>
          <p:nvPr>
            <p:ph idx="1"/>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722813" y="1200679"/>
            <a:ext cx="6013450" cy="4008966"/>
          </a:xfrm>
        </p:spPr>
      </p:pic>
    </p:spTree>
    <p:extLst>
      <p:ext uri="{BB962C8B-B14F-4D97-AF65-F5344CB8AC3E}">
        <p14:creationId xmlns:p14="http://schemas.microsoft.com/office/powerpoint/2010/main" val="32204553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316B293F-77B3-45FC-AE08-78579DFA4906}"/>
              </a:ext>
            </a:extLst>
          </p:cNvPr>
          <p:cNvGraphicFramePr>
            <a:graphicFrameLocks noGrp="1"/>
          </p:cNvGraphicFramePr>
          <p:nvPr>
            <p:ph idx="1"/>
            <p:extLst>
              <p:ext uri="{D42A27DB-BD31-4B8C-83A1-F6EECF244321}">
                <p14:modId xmlns:p14="http://schemas.microsoft.com/office/powerpoint/2010/main" val="821253238"/>
              </p:ext>
            </p:extLst>
          </p:nvPr>
        </p:nvGraphicFramePr>
        <p:xfrm>
          <a:off x="2366210" y="1848956"/>
          <a:ext cx="7915427" cy="4055720"/>
        </p:xfrm>
        <a:graphic>
          <a:graphicData uri="http://schemas.openxmlformats.org/drawingml/2006/table">
            <a:tbl>
              <a:tblPr firstRow="1" bandRow="1">
                <a:tableStyleId>{5C22544A-7EE6-4342-B048-85BDC9FD1C3A}</a:tableStyleId>
              </a:tblPr>
              <a:tblGrid>
                <a:gridCol w="2562311">
                  <a:extLst>
                    <a:ext uri="{9D8B030D-6E8A-4147-A177-3AD203B41FA5}">
                      <a16:colId xmlns:a16="http://schemas.microsoft.com/office/drawing/2014/main" val="3114873489"/>
                    </a:ext>
                  </a:extLst>
                </a:gridCol>
                <a:gridCol w="2676829">
                  <a:extLst>
                    <a:ext uri="{9D8B030D-6E8A-4147-A177-3AD203B41FA5}">
                      <a16:colId xmlns:a16="http://schemas.microsoft.com/office/drawing/2014/main" val="864304747"/>
                    </a:ext>
                  </a:extLst>
                </a:gridCol>
                <a:gridCol w="2676287">
                  <a:extLst>
                    <a:ext uri="{9D8B030D-6E8A-4147-A177-3AD203B41FA5}">
                      <a16:colId xmlns:a16="http://schemas.microsoft.com/office/drawing/2014/main" val="1700686471"/>
                    </a:ext>
                  </a:extLst>
                </a:gridCol>
              </a:tblGrid>
              <a:tr h="404892">
                <a:tc>
                  <a:txBody>
                    <a:bodyPr/>
                    <a:lstStyle/>
                    <a:p>
                      <a:pPr algn="l" fontAlgn="b"/>
                      <a:r>
                        <a:rPr lang="en-US" sz="1800" b="1">
                          <a:effectLst/>
                        </a:rPr>
                        <a:t>Method</a:t>
                      </a:r>
                    </a:p>
                  </a:txBody>
                  <a:tcPr marL="89448" marR="89448" marT="44724" marB="44724" anchor="b"/>
                </a:tc>
                <a:tc>
                  <a:txBody>
                    <a:bodyPr/>
                    <a:lstStyle/>
                    <a:p>
                      <a:pPr algn="l" fontAlgn="b"/>
                      <a:r>
                        <a:rPr lang="en-US" sz="1800" b="1">
                          <a:effectLst/>
                        </a:rPr>
                        <a:t>Description</a:t>
                      </a:r>
                    </a:p>
                  </a:txBody>
                  <a:tcPr marL="89448" marR="89448" marT="44724" marB="44724" anchor="b"/>
                </a:tc>
                <a:tc>
                  <a:txBody>
                    <a:bodyPr/>
                    <a:lstStyle/>
                    <a:p>
                      <a:pPr algn="l" fontAlgn="b"/>
                      <a:r>
                        <a:rPr lang="en-US" sz="1800" b="1">
                          <a:effectLst/>
                        </a:rPr>
                        <a:t>Example</a:t>
                      </a:r>
                    </a:p>
                  </a:txBody>
                  <a:tcPr marL="89448" marR="89448" marT="44724" marB="44724" anchor="b"/>
                </a:tc>
                <a:extLst>
                  <a:ext uri="{0D108BD9-81ED-4DB2-BD59-A6C34878D82A}">
                    <a16:rowId xmlns:a16="http://schemas.microsoft.com/office/drawing/2014/main" val="3213814235"/>
                  </a:ext>
                </a:extLst>
              </a:tr>
              <a:tr h="1510568">
                <a:tc>
                  <a:txBody>
                    <a:bodyPr/>
                    <a:lstStyle/>
                    <a:p>
                      <a:pPr fontAlgn="ctr"/>
                      <a:r>
                        <a:rPr lang="en-US" sz="1800">
                          <a:effectLst/>
                        </a:rPr>
                        <a:t>Trial and error</a:t>
                      </a:r>
                    </a:p>
                  </a:txBody>
                  <a:tcPr marL="89448" marR="89448" marT="44724" marB="44724" anchor="ctr"/>
                </a:tc>
                <a:tc>
                  <a:txBody>
                    <a:bodyPr/>
                    <a:lstStyle/>
                    <a:p>
                      <a:pPr fontAlgn="ctr"/>
                      <a:r>
                        <a:rPr lang="en-US" sz="1800">
                          <a:effectLst/>
                        </a:rPr>
                        <a:t>Continue trying different solutions until problem is solved</a:t>
                      </a:r>
                    </a:p>
                  </a:txBody>
                  <a:tcPr marL="89448" marR="89448" marT="44724" marB="44724" anchor="ctr"/>
                </a:tc>
                <a:tc>
                  <a:txBody>
                    <a:bodyPr/>
                    <a:lstStyle/>
                    <a:p>
                      <a:pPr fontAlgn="ctr"/>
                      <a:r>
                        <a:rPr lang="en-US" sz="1800">
                          <a:effectLst/>
                        </a:rPr>
                        <a:t>Restarting phone, turning off WiFi, turning off bluetooth in order to determine why your phone is malfunctioning</a:t>
                      </a:r>
                    </a:p>
                  </a:txBody>
                  <a:tcPr marL="89448" marR="89448" marT="44724" marB="44724" anchor="ctr"/>
                </a:tc>
                <a:extLst>
                  <a:ext uri="{0D108BD9-81ED-4DB2-BD59-A6C34878D82A}">
                    <a16:rowId xmlns:a16="http://schemas.microsoft.com/office/drawing/2014/main" val="1426007648"/>
                  </a:ext>
                </a:extLst>
              </a:tr>
              <a:tr h="957730">
                <a:tc>
                  <a:txBody>
                    <a:bodyPr/>
                    <a:lstStyle/>
                    <a:p>
                      <a:pPr fontAlgn="ctr"/>
                      <a:r>
                        <a:rPr lang="en-US" sz="1800">
                          <a:effectLst/>
                        </a:rPr>
                        <a:t>Algorithm</a:t>
                      </a:r>
                    </a:p>
                  </a:txBody>
                  <a:tcPr marL="89448" marR="89448" marT="44724" marB="44724" anchor="ctr"/>
                </a:tc>
                <a:tc>
                  <a:txBody>
                    <a:bodyPr/>
                    <a:lstStyle/>
                    <a:p>
                      <a:pPr fontAlgn="ctr"/>
                      <a:r>
                        <a:rPr lang="en-US" sz="1800" dirty="0">
                          <a:effectLst/>
                        </a:rPr>
                        <a:t>Step-by-step problem-solving formula</a:t>
                      </a:r>
                    </a:p>
                  </a:txBody>
                  <a:tcPr marL="89448" marR="89448" marT="44724" marB="44724" anchor="ctr"/>
                </a:tc>
                <a:tc>
                  <a:txBody>
                    <a:bodyPr/>
                    <a:lstStyle/>
                    <a:p>
                      <a:pPr fontAlgn="ctr"/>
                      <a:r>
                        <a:rPr lang="en-US" sz="1800">
                          <a:effectLst/>
                        </a:rPr>
                        <a:t>Instruction manual for installing new software on your computer</a:t>
                      </a:r>
                    </a:p>
                  </a:txBody>
                  <a:tcPr marL="89448" marR="89448" marT="44724" marB="44724" anchor="ctr"/>
                </a:tc>
                <a:extLst>
                  <a:ext uri="{0D108BD9-81ED-4DB2-BD59-A6C34878D82A}">
                    <a16:rowId xmlns:a16="http://schemas.microsoft.com/office/drawing/2014/main" val="1433667129"/>
                  </a:ext>
                </a:extLst>
              </a:tr>
              <a:tr h="957730">
                <a:tc>
                  <a:txBody>
                    <a:bodyPr/>
                    <a:lstStyle/>
                    <a:p>
                      <a:pPr fontAlgn="ctr"/>
                      <a:r>
                        <a:rPr lang="en-US" sz="1800">
                          <a:effectLst/>
                        </a:rPr>
                        <a:t>Heuristic</a:t>
                      </a:r>
                    </a:p>
                  </a:txBody>
                  <a:tcPr marL="89448" marR="89448" marT="44724" marB="44724" anchor="ctr"/>
                </a:tc>
                <a:tc>
                  <a:txBody>
                    <a:bodyPr/>
                    <a:lstStyle/>
                    <a:p>
                      <a:pPr fontAlgn="ctr"/>
                      <a:r>
                        <a:rPr lang="en-US" sz="1800">
                          <a:effectLst/>
                        </a:rPr>
                        <a:t>General problem-solving framework</a:t>
                      </a:r>
                    </a:p>
                  </a:txBody>
                  <a:tcPr marL="89448" marR="89448" marT="44724" marB="44724" anchor="ctr"/>
                </a:tc>
                <a:tc>
                  <a:txBody>
                    <a:bodyPr/>
                    <a:lstStyle/>
                    <a:p>
                      <a:pPr fontAlgn="ctr"/>
                      <a:r>
                        <a:rPr lang="en-US" sz="1800" dirty="0">
                          <a:effectLst/>
                        </a:rPr>
                        <a:t>Working backwards; breaking a task into steps</a:t>
                      </a:r>
                    </a:p>
                  </a:txBody>
                  <a:tcPr marL="89448" marR="89448" marT="44724" marB="44724" anchor="ctr"/>
                </a:tc>
                <a:extLst>
                  <a:ext uri="{0D108BD9-81ED-4DB2-BD59-A6C34878D82A}">
                    <a16:rowId xmlns:a16="http://schemas.microsoft.com/office/drawing/2014/main" val="190813054"/>
                  </a:ext>
                </a:extLst>
              </a:tr>
            </a:tbl>
          </a:graphicData>
        </a:graphic>
      </p:graphicFrame>
      <p:sp>
        <p:nvSpPr>
          <p:cNvPr id="5" name="Title 4">
            <a:extLst>
              <a:ext uri="{FF2B5EF4-FFF2-40B4-BE49-F238E27FC236}">
                <a16:creationId xmlns:a16="http://schemas.microsoft.com/office/drawing/2014/main" id="{2C8E7091-39C3-E1E1-95E1-094310EB4D3A}"/>
              </a:ext>
            </a:extLst>
          </p:cNvPr>
          <p:cNvSpPr>
            <a:spLocks noGrp="1"/>
          </p:cNvSpPr>
          <p:nvPr>
            <p:ph type="title"/>
          </p:nvPr>
        </p:nvSpPr>
        <p:spPr/>
        <p:txBody>
          <a:bodyPr/>
          <a:lstStyle/>
          <a:p>
            <a:r>
              <a:rPr lang="en-US" dirty="0"/>
              <a:t>Problem Solving Strategies</a:t>
            </a:r>
          </a:p>
        </p:txBody>
      </p:sp>
    </p:spTree>
    <p:extLst>
      <p:ext uri="{BB962C8B-B14F-4D97-AF65-F5344CB8AC3E}">
        <p14:creationId xmlns:p14="http://schemas.microsoft.com/office/powerpoint/2010/main" val="1761328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D82B8-AAC2-414D-AEC1-574F2015EF5A}"/>
              </a:ext>
            </a:extLst>
          </p:cNvPr>
          <p:cNvSpPr>
            <a:spLocks noGrp="1"/>
          </p:cNvSpPr>
          <p:nvPr>
            <p:ph type="title"/>
          </p:nvPr>
        </p:nvSpPr>
        <p:spPr>
          <a:xfrm>
            <a:off x="1600199" y="5421122"/>
            <a:ext cx="8991600" cy="953335"/>
          </a:xfrm>
        </p:spPr>
        <p:txBody>
          <a:bodyPr vert="horz" lIns="274320" tIns="182880" rIns="274320" bIns="182880" rtlCol="0" anchor="ctr" anchorCtr="1">
            <a:normAutofit/>
          </a:bodyPr>
          <a:lstStyle/>
          <a:p>
            <a:r>
              <a:rPr lang="en-US" sz="3200" dirty="0"/>
              <a:t>Pitfalls in Problem-Solving</a:t>
            </a:r>
          </a:p>
        </p:txBody>
      </p:sp>
      <p:graphicFrame>
        <p:nvGraphicFramePr>
          <p:cNvPr id="4" name="Content Placeholder 3">
            <a:extLst>
              <a:ext uri="{FF2B5EF4-FFF2-40B4-BE49-F238E27FC236}">
                <a16:creationId xmlns:a16="http://schemas.microsoft.com/office/drawing/2014/main" id="{7449585F-9184-40A9-9C17-113AB3CF9960}"/>
              </a:ext>
            </a:extLst>
          </p:cNvPr>
          <p:cNvGraphicFramePr>
            <a:graphicFrameLocks noGrp="1"/>
          </p:cNvGraphicFramePr>
          <p:nvPr>
            <p:ph idx="1"/>
            <p:extLst>
              <p:ext uri="{D42A27DB-BD31-4B8C-83A1-F6EECF244321}">
                <p14:modId xmlns:p14="http://schemas.microsoft.com/office/powerpoint/2010/main" val="1118602693"/>
              </p:ext>
            </p:extLst>
          </p:nvPr>
        </p:nvGraphicFramePr>
        <p:xfrm>
          <a:off x="635266" y="960210"/>
          <a:ext cx="10921467" cy="4504715"/>
        </p:xfrm>
        <a:graphic>
          <a:graphicData uri="http://schemas.openxmlformats.org/drawingml/2006/table">
            <a:tbl>
              <a:tblPr firstRow="1" bandRow="1">
                <a:tableStyleId>{85BE263C-DBD7-4A20-BB59-AAB30ACAA65A}</a:tableStyleId>
              </a:tblPr>
              <a:tblGrid>
                <a:gridCol w="4162189">
                  <a:extLst>
                    <a:ext uri="{9D8B030D-6E8A-4147-A177-3AD203B41FA5}">
                      <a16:colId xmlns:a16="http://schemas.microsoft.com/office/drawing/2014/main" val="1005569562"/>
                    </a:ext>
                  </a:extLst>
                </a:gridCol>
                <a:gridCol w="6759278">
                  <a:extLst>
                    <a:ext uri="{9D8B030D-6E8A-4147-A177-3AD203B41FA5}">
                      <a16:colId xmlns:a16="http://schemas.microsoft.com/office/drawing/2014/main" val="3622986141"/>
                    </a:ext>
                  </a:extLst>
                </a:gridCol>
              </a:tblGrid>
              <a:tr h="507718">
                <a:tc>
                  <a:txBody>
                    <a:bodyPr/>
                    <a:lstStyle/>
                    <a:p>
                      <a:pPr algn="l" fontAlgn="b"/>
                      <a:r>
                        <a:rPr lang="en-US" sz="2300" b="1" cap="none" spc="30" dirty="0">
                          <a:solidFill>
                            <a:schemeClr val="tx1"/>
                          </a:solidFill>
                          <a:effectLst/>
                        </a:rPr>
                        <a:t>Potential Pitfall</a:t>
                      </a:r>
                    </a:p>
                  </a:txBody>
                  <a:tcPr marL="0" marR="13289" marT="50090" marB="50090" anchor="ctr"/>
                </a:tc>
                <a:tc>
                  <a:txBody>
                    <a:bodyPr/>
                    <a:lstStyle/>
                    <a:p>
                      <a:pPr algn="l" fontAlgn="b"/>
                      <a:r>
                        <a:rPr lang="en-US" sz="2300" b="1" cap="none" spc="30">
                          <a:solidFill>
                            <a:schemeClr val="tx1"/>
                          </a:solidFill>
                          <a:effectLst/>
                        </a:rPr>
                        <a:t>Description</a:t>
                      </a:r>
                    </a:p>
                  </a:txBody>
                  <a:tcPr marL="0" marR="13289" marT="50090" marB="50090" anchor="ctr"/>
                </a:tc>
                <a:extLst>
                  <a:ext uri="{0D108BD9-81ED-4DB2-BD59-A6C34878D82A}">
                    <a16:rowId xmlns:a16="http://schemas.microsoft.com/office/drawing/2014/main" val="795251504"/>
                  </a:ext>
                </a:extLst>
              </a:tr>
              <a:tr h="684907">
                <a:tc>
                  <a:txBody>
                    <a:bodyPr/>
                    <a:lstStyle/>
                    <a:p>
                      <a:pPr fontAlgn="ctr"/>
                      <a:r>
                        <a:rPr lang="en-US" sz="1700" cap="none" spc="0" dirty="0">
                          <a:solidFill>
                            <a:schemeClr val="tx1"/>
                          </a:solidFill>
                          <a:effectLst/>
                        </a:rPr>
                        <a:t>Mental set</a:t>
                      </a:r>
                    </a:p>
                  </a:txBody>
                  <a:tcPr marL="0" marR="100182" marT="50090" marB="50090" anchor="ctr"/>
                </a:tc>
                <a:tc>
                  <a:txBody>
                    <a:bodyPr/>
                    <a:lstStyle/>
                    <a:p>
                      <a:pPr fontAlgn="ctr"/>
                      <a:r>
                        <a:rPr lang="en-US" sz="1700" cap="none" spc="0" dirty="0">
                          <a:solidFill>
                            <a:schemeClr val="tx1"/>
                          </a:solidFill>
                          <a:effectLst/>
                        </a:rPr>
                        <a:t>When someone persists in approaching a problem in a way that has worked in the past but is clearly not working now</a:t>
                      </a:r>
                    </a:p>
                  </a:txBody>
                  <a:tcPr marL="0" marR="100182" marT="50090" marB="50090" anchor="ctr"/>
                </a:tc>
                <a:extLst>
                  <a:ext uri="{0D108BD9-81ED-4DB2-BD59-A6C34878D82A}">
                    <a16:rowId xmlns:a16="http://schemas.microsoft.com/office/drawing/2014/main" val="4121593815"/>
                  </a:ext>
                </a:extLst>
              </a:tr>
              <a:tr h="684907">
                <a:tc>
                  <a:txBody>
                    <a:bodyPr/>
                    <a:lstStyle/>
                    <a:p>
                      <a:pPr fontAlgn="ctr"/>
                      <a:r>
                        <a:rPr lang="en-US" sz="1700" cap="none" spc="0" dirty="0">
                          <a:solidFill>
                            <a:schemeClr val="tx1"/>
                          </a:solidFill>
                          <a:effectLst/>
                        </a:rPr>
                        <a:t>Functional fixedness</a:t>
                      </a:r>
                    </a:p>
                  </a:txBody>
                  <a:tcPr marL="0" marR="100182" marT="50090" marB="50090" anchor="ctr"/>
                </a:tc>
                <a:tc>
                  <a:txBody>
                    <a:bodyPr/>
                    <a:lstStyle/>
                    <a:p>
                      <a:pPr fontAlgn="ctr"/>
                      <a:r>
                        <a:rPr lang="en-US" sz="1700" cap="none" spc="0" dirty="0">
                          <a:solidFill>
                            <a:schemeClr val="tx1"/>
                          </a:solidFill>
                          <a:effectLst/>
                        </a:rPr>
                        <a:t>A type of mental set where you cannot perceive an object being used for something other than what it was designed for</a:t>
                      </a:r>
                    </a:p>
                  </a:txBody>
                  <a:tcPr marL="0" marR="100182" marT="50090" marB="50090" anchor="ctr"/>
                </a:tc>
                <a:extLst>
                  <a:ext uri="{0D108BD9-81ED-4DB2-BD59-A6C34878D82A}">
                    <a16:rowId xmlns:a16="http://schemas.microsoft.com/office/drawing/2014/main" val="2621748664"/>
                  </a:ext>
                </a:extLst>
              </a:tr>
              <a:tr h="684907">
                <a:tc>
                  <a:txBody>
                    <a:bodyPr/>
                    <a:lstStyle/>
                    <a:p>
                      <a:pPr fontAlgn="ctr"/>
                      <a:r>
                        <a:rPr lang="en-US" sz="1700" cap="none" spc="0" dirty="0">
                          <a:solidFill>
                            <a:schemeClr val="tx1"/>
                          </a:solidFill>
                          <a:effectLst/>
                        </a:rPr>
                        <a:t>Anchoring bias</a:t>
                      </a:r>
                    </a:p>
                  </a:txBody>
                  <a:tcPr marL="0" marR="100182" marT="50090" marB="5009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US" sz="1700" cap="none" spc="0" dirty="0">
                          <a:solidFill>
                            <a:schemeClr val="tx1"/>
                          </a:solidFill>
                          <a:effectLst/>
                        </a:rPr>
                        <a:t>Tendency to focus on one particular piece of information when making decisions or problem-solving</a:t>
                      </a:r>
                    </a:p>
                  </a:txBody>
                  <a:tcPr marL="0" marR="100182" marT="50090" marB="50090" anchor="ctr"/>
                </a:tc>
                <a:extLst>
                  <a:ext uri="{0D108BD9-81ED-4DB2-BD59-A6C34878D82A}">
                    <a16:rowId xmlns:a16="http://schemas.microsoft.com/office/drawing/2014/main" val="1617940173"/>
                  </a:ext>
                </a:extLst>
              </a:tr>
              <a:tr h="419123">
                <a:tc>
                  <a:txBody>
                    <a:bodyPr/>
                    <a:lstStyle/>
                    <a:p>
                      <a:pPr fontAlgn="ctr"/>
                      <a:r>
                        <a:rPr lang="en-US" sz="1700" cap="none" spc="0" dirty="0">
                          <a:solidFill>
                            <a:schemeClr val="tx1"/>
                          </a:solidFill>
                          <a:effectLst/>
                        </a:rPr>
                        <a:t>Confirmation bias</a:t>
                      </a:r>
                    </a:p>
                  </a:txBody>
                  <a:tcPr marL="66446" marR="100182" marT="50090" marB="50090" anchor="ctr"/>
                </a:tc>
                <a:tc>
                  <a:txBody>
                    <a:bodyPr/>
                    <a:lstStyle/>
                    <a:p>
                      <a:pPr fontAlgn="ctr"/>
                      <a:r>
                        <a:rPr lang="en-US" sz="1700" cap="none" spc="0">
                          <a:solidFill>
                            <a:schemeClr val="tx1"/>
                          </a:solidFill>
                          <a:effectLst/>
                        </a:rPr>
                        <a:t>Focuses on information that confirms existing beliefs</a:t>
                      </a:r>
                    </a:p>
                  </a:txBody>
                  <a:tcPr marL="66446" marR="100182" marT="50090" marB="50090" anchor="ctr"/>
                </a:tc>
                <a:extLst>
                  <a:ext uri="{0D108BD9-81ED-4DB2-BD59-A6C34878D82A}">
                    <a16:rowId xmlns:a16="http://schemas.microsoft.com/office/drawing/2014/main" val="2853883754"/>
                  </a:ext>
                </a:extLst>
              </a:tr>
              <a:tr h="419123">
                <a:tc>
                  <a:txBody>
                    <a:bodyPr/>
                    <a:lstStyle/>
                    <a:p>
                      <a:pPr fontAlgn="ctr"/>
                      <a:r>
                        <a:rPr lang="en-US" sz="1700" cap="none" spc="0" dirty="0">
                          <a:solidFill>
                            <a:schemeClr val="tx1"/>
                          </a:solidFill>
                          <a:effectLst/>
                        </a:rPr>
                        <a:t>Hindsight bias</a:t>
                      </a:r>
                    </a:p>
                  </a:txBody>
                  <a:tcPr marL="0" marR="100182" marT="50090" marB="50090" anchor="ctr"/>
                </a:tc>
                <a:tc>
                  <a:txBody>
                    <a:bodyPr/>
                    <a:lstStyle/>
                    <a:p>
                      <a:pPr fontAlgn="ctr"/>
                      <a:r>
                        <a:rPr lang="en-US" sz="1700" cap="none" spc="0">
                          <a:solidFill>
                            <a:schemeClr val="tx1"/>
                          </a:solidFill>
                          <a:effectLst/>
                        </a:rPr>
                        <a:t>Belief that the event just experienced was predictable</a:t>
                      </a:r>
                    </a:p>
                  </a:txBody>
                  <a:tcPr marL="0" marR="100182" marT="50090" marB="50090" anchor="ctr"/>
                </a:tc>
                <a:extLst>
                  <a:ext uri="{0D108BD9-81ED-4DB2-BD59-A6C34878D82A}">
                    <a16:rowId xmlns:a16="http://schemas.microsoft.com/office/drawing/2014/main" val="1647788407"/>
                  </a:ext>
                </a:extLst>
              </a:tr>
              <a:tr h="419123">
                <a:tc>
                  <a:txBody>
                    <a:bodyPr/>
                    <a:lstStyle/>
                    <a:p>
                      <a:pPr fontAlgn="ctr"/>
                      <a:r>
                        <a:rPr lang="en-US" sz="1700" cap="none" spc="0" dirty="0">
                          <a:solidFill>
                            <a:schemeClr val="tx1"/>
                          </a:solidFill>
                          <a:effectLst/>
                        </a:rPr>
                        <a:t>Representative bias</a:t>
                      </a:r>
                    </a:p>
                  </a:txBody>
                  <a:tcPr marL="66446" marR="100182" marT="50090" marB="50090" anchor="ctr"/>
                </a:tc>
                <a:tc>
                  <a:txBody>
                    <a:bodyPr/>
                    <a:lstStyle/>
                    <a:p>
                      <a:pPr fontAlgn="ctr"/>
                      <a:r>
                        <a:rPr lang="en-US" sz="1700" cap="none" spc="0" dirty="0">
                          <a:solidFill>
                            <a:schemeClr val="tx1"/>
                          </a:solidFill>
                          <a:effectLst/>
                        </a:rPr>
                        <a:t>Unintentional stereotyping of someone or something</a:t>
                      </a:r>
                    </a:p>
                  </a:txBody>
                  <a:tcPr marL="66446" marR="100182" marT="50090" marB="50090" anchor="ctr"/>
                </a:tc>
                <a:extLst>
                  <a:ext uri="{0D108BD9-81ED-4DB2-BD59-A6C34878D82A}">
                    <a16:rowId xmlns:a16="http://schemas.microsoft.com/office/drawing/2014/main" val="835180330"/>
                  </a:ext>
                </a:extLst>
              </a:tr>
              <a:tr h="684907">
                <a:tc>
                  <a:txBody>
                    <a:bodyPr/>
                    <a:lstStyle/>
                    <a:p>
                      <a:pPr fontAlgn="ctr"/>
                      <a:r>
                        <a:rPr lang="en-US" sz="1700" cap="none" spc="0" dirty="0">
                          <a:solidFill>
                            <a:schemeClr val="tx1"/>
                          </a:solidFill>
                          <a:effectLst/>
                        </a:rPr>
                        <a:t>Availability bias</a:t>
                      </a:r>
                    </a:p>
                  </a:txBody>
                  <a:tcPr marL="0" marR="100182" marT="50090" marB="50090" anchor="ctr"/>
                </a:tc>
                <a:tc>
                  <a:txBody>
                    <a:bodyPr/>
                    <a:lstStyle/>
                    <a:p>
                      <a:pPr fontAlgn="ctr"/>
                      <a:r>
                        <a:rPr lang="en-US" sz="1700" cap="none" spc="0" dirty="0">
                          <a:solidFill>
                            <a:schemeClr val="tx1"/>
                          </a:solidFill>
                          <a:effectLst/>
                        </a:rPr>
                        <a:t>Decision is based upon either an available precedent or an example that may be faulty</a:t>
                      </a:r>
                    </a:p>
                  </a:txBody>
                  <a:tcPr marL="0" marR="100182" marT="50090" marB="50090" anchor="ctr"/>
                </a:tc>
                <a:extLst>
                  <a:ext uri="{0D108BD9-81ED-4DB2-BD59-A6C34878D82A}">
                    <a16:rowId xmlns:a16="http://schemas.microsoft.com/office/drawing/2014/main" val="3108933900"/>
                  </a:ext>
                </a:extLst>
              </a:tr>
            </a:tbl>
          </a:graphicData>
        </a:graphic>
      </p:graphicFrame>
    </p:spTree>
    <p:extLst>
      <p:ext uri="{BB962C8B-B14F-4D97-AF65-F5344CB8AC3E}">
        <p14:creationId xmlns:p14="http://schemas.microsoft.com/office/powerpoint/2010/main" val="42711384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8A6B17A8-50C8-DF3F-DE6E-3C0EA9369F81}"/>
              </a:ext>
              <a:ext uri="{C183D7F6-B498-43B3-948B-1728B52AA6E4}">
                <adec:decorative xmlns:adec="http://schemas.microsoft.com/office/drawing/2017/decorative" val="1"/>
              </a:ext>
            </a:extLst>
          </p:cNvPr>
          <p:cNvPicPr>
            <a:picLocks noGrp="1" noChangeAspect="1"/>
          </p:cNvPicPr>
          <p:nvPr>
            <p:ph idx="1"/>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0" y="0"/>
            <a:ext cx="12192000" cy="6848473"/>
          </a:xfrm>
        </p:spPr>
      </p:pic>
      <p:sp>
        <p:nvSpPr>
          <p:cNvPr id="4" name="Title 3">
            <a:extLst>
              <a:ext uri="{FF2B5EF4-FFF2-40B4-BE49-F238E27FC236}">
                <a16:creationId xmlns:a16="http://schemas.microsoft.com/office/drawing/2014/main" id="{2F98E051-05E8-69FC-AE6C-9D3377A2B101}"/>
              </a:ext>
            </a:extLst>
          </p:cNvPr>
          <p:cNvSpPr>
            <a:spLocks noGrp="1"/>
          </p:cNvSpPr>
          <p:nvPr>
            <p:ph type="title"/>
          </p:nvPr>
        </p:nvSpPr>
        <p:spPr>
          <a:xfrm>
            <a:off x="322217" y="977538"/>
            <a:ext cx="3074126" cy="3753394"/>
          </a:xfrm>
        </p:spPr>
        <p:txBody>
          <a:bodyPr>
            <a:normAutofit fontScale="90000"/>
          </a:bodyPr>
          <a:lstStyle/>
          <a:p>
            <a:r>
              <a:rPr lang="en-US" sz="3200" dirty="0">
                <a:solidFill>
                  <a:schemeClr val="bg1"/>
                </a:solidFill>
              </a:rPr>
              <a:t>“If the human brain were so simple that we could understand it, we would be so simple that we couldn’t.”</a:t>
            </a:r>
            <a:br>
              <a:rPr lang="en-US" sz="3200" dirty="0">
                <a:solidFill>
                  <a:schemeClr val="bg1"/>
                </a:solidFill>
              </a:rPr>
            </a:br>
            <a:r>
              <a:rPr lang="en-US" sz="3200" dirty="0">
                <a:solidFill>
                  <a:schemeClr val="bg1"/>
                </a:solidFill>
              </a:rPr>
              <a:t>― Emerson M. Pugh</a:t>
            </a:r>
          </a:p>
        </p:txBody>
      </p:sp>
    </p:spTree>
    <p:extLst>
      <p:ext uri="{BB962C8B-B14F-4D97-AF65-F5344CB8AC3E}">
        <p14:creationId xmlns:p14="http://schemas.microsoft.com/office/powerpoint/2010/main" val="11137502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6F73D67-2009-4398-BDF4-02CC2B388C1C}"/>
              </a:ext>
            </a:extLst>
          </p:cNvPr>
          <p:cNvSpPr>
            <a:spLocks noGrp="1"/>
          </p:cNvSpPr>
          <p:nvPr>
            <p:ph type="body" idx="1"/>
          </p:nvPr>
        </p:nvSpPr>
        <p:spPr/>
        <p:txBody>
          <a:bodyPr>
            <a:normAutofit/>
          </a:bodyPr>
          <a:lstStyle/>
          <a:p>
            <a:r>
              <a:rPr lang="en-US" sz="2000" dirty="0"/>
              <a:t>Crystalized intelligence</a:t>
            </a:r>
          </a:p>
        </p:txBody>
      </p:sp>
      <p:sp>
        <p:nvSpPr>
          <p:cNvPr id="6" name="Content Placeholder 5">
            <a:extLst>
              <a:ext uri="{FF2B5EF4-FFF2-40B4-BE49-F238E27FC236}">
                <a16:creationId xmlns:a16="http://schemas.microsoft.com/office/drawing/2014/main" id="{7296CBAF-908C-49A8-9868-AE47706F6B7C}"/>
              </a:ext>
            </a:extLst>
          </p:cNvPr>
          <p:cNvSpPr>
            <a:spLocks noGrp="1"/>
          </p:cNvSpPr>
          <p:nvPr>
            <p:ph sz="half" idx="2"/>
          </p:nvPr>
        </p:nvSpPr>
        <p:spPr/>
        <p:txBody>
          <a:bodyPr/>
          <a:lstStyle/>
          <a:p>
            <a:r>
              <a:rPr lang="en-US" dirty="0"/>
              <a:t>Acquired knowledge you can retrieve</a:t>
            </a:r>
          </a:p>
          <a:p>
            <a:r>
              <a:rPr lang="en-US" dirty="0"/>
              <a:t>Ex: Answering Biology quiz questions after studying the textbook</a:t>
            </a:r>
          </a:p>
        </p:txBody>
      </p:sp>
      <p:sp>
        <p:nvSpPr>
          <p:cNvPr id="7" name="Content Placeholder 6">
            <a:extLst>
              <a:ext uri="{FF2B5EF4-FFF2-40B4-BE49-F238E27FC236}">
                <a16:creationId xmlns:a16="http://schemas.microsoft.com/office/drawing/2014/main" id="{1CAF0A37-7519-4927-A22D-B2065A25166A}"/>
              </a:ext>
            </a:extLst>
          </p:cNvPr>
          <p:cNvSpPr>
            <a:spLocks noGrp="1"/>
          </p:cNvSpPr>
          <p:nvPr>
            <p:ph sz="quarter" idx="4"/>
          </p:nvPr>
        </p:nvSpPr>
        <p:spPr/>
        <p:txBody>
          <a:bodyPr/>
          <a:lstStyle/>
          <a:p>
            <a:r>
              <a:rPr lang="en-US" dirty="0"/>
              <a:t>Ability to see complex relationships and solve problems</a:t>
            </a:r>
          </a:p>
          <a:p>
            <a:r>
              <a:rPr lang="en-US" dirty="0"/>
              <a:t>Ex: Finding your way home when a road is closed</a:t>
            </a:r>
          </a:p>
        </p:txBody>
      </p:sp>
      <p:sp>
        <p:nvSpPr>
          <p:cNvPr id="8" name="Text Placeholder 7">
            <a:extLst>
              <a:ext uri="{FF2B5EF4-FFF2-40B4-BE49-F238E27FC236}">
                <a16:creationId xmlns:a16="http://schemas.microsoft.com/office/drawing/2014/main" id="{BD1216F8-B511-4C18-93C5-7A60EEB828E7}"/>
              </a:ext>
            </a:extLst>
          </p:cNvPr>
          <p:cNvSpPr>
            <a:spLocks noGrp="1"/>
          </p:cNvSpPr>
          <p:nvPr>
            <p:ph type="body" sz="quarter" idx="13"/>
          </p:nvPr>
        </p:nvSpPr>
        <p:spPr/>
        <p:txBody>
          <a:bodyPr>
            <a:normAutofit/>
          </a:bodyPr>
          <a:lstStyle/>
          <a:p>
            <a:r>
              <a:rPr lang="en-US" sz="2000" dirty="0"/>
              <a:t>Fluid intelligence</a:t>
            </a:r>
          </a:p>
        </p:txBody>
      </p:sp>
      <p:sp>
        <p:nvSpPr>
          <p:cNvPr id="4" name="Title 3">
            <a:extLst>
              <a:ext uri="{FF2B5EF4-FFF2-40B4-BE49-F238E27FC236}">
                <a16:creationId xmlns:a16="http://schemas.microsoft.com/office/drawing/2014/main" id="{6A43B20C-5086-415C-B179-21E548E59AB4}"/>
              </a:ext>
            </a:extLst>
          </p:cNvPr>
          <p:cNvSpPr>
            <a:spLocks noGrp="1"/>
          </p:cNvSpPr>
          <p:nvPr>
            <p:ph type="title"/>
          </p:nvPr>
        </p:nvSpPr>
        <p:spPr>
          <a:xfrm>
            <a:off x="1130270" y="953324"/>
            <a:ext cx="9603275" cy="1360109"/>
          </a:xfrm>
        </p:spPr>
        <p:txBody>
          <a:bodyPr>
            <a:normAutofit/>
          </a:bodyPr>
          <a:lstStyle/>
          <a:p>
            <a:r>
              <a:rPr lang="en-US" sz="4000" dirty="0"/>
              <a:t>Types of Intelligence:  Crystalized vs. Fluid</a:t>
            </a:r>
          </a:p>
        </p:txBody>
      </p:sp>
    </p:spTree>
    <p:extLst>
      <p:ext uri="{BB962C8B-B14F-4D97-AF65-F5344CB8AC3E}">
        <p14:creationId xmlns:p14="http://schemas.microsoft.com/office/powerpoint/2010/main" val="42299179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1031" name="Picture 1030">
            <a:extLst>
              <a:ext uri="{FF2B5EF4-FFF2-40B4-BE49-F238E27FC236}">
                <a16:creationId xmlns:a16="http://schemas.microsoft.com/office/drawing/2014/main" id="{CB1DE69F-569C-4A49-8E50-4093C135AEC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sp>
        <p:nvSpPr>
          <p:cNvPr id="1033" name="Rectangle 1032">
            <a:extLst>
              <a:ext uri="{FF2B5EF4-FFF2-40B4-BE49-F238E27FC236}">
                <a16:creationId xmlns:a16="http://schemas.microsoft.com/office/drawing/2014/main" id="{50B488F5-9CE4-4346-B22F-600286ED4D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035" name="Straight Connector 1034">
            <a:extLst>
              <a:ext uri="{FF2B5EF4-FFF2-40B4-BE49-F238E27FC236}">
                <a16:creationId xmlns:a16="http://schemas.microsoft.com/office/drawing/2014/main" id="{5F76596F-57DF-4A0C-96D9-046DC3B30E9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1037" name="Picture 1036">
            <a:extLst>
              <a:ext uri="{FF2B5EF4-FFF2-40B4-BE49-F238E27FC236}">
                <a16:creationId xmlns:a16="http://schemas.microsoft.com/office/drawing/2014/main" id="{16176A8D-754E-4699-9AAC-A833466A201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 useBgFill="1">
        <p:nvSpPr>
          <p:cNvPr id="1039" name="Rectangle 1038">
            <a:extLst>
              <a:ext uri="{FF2B5EF4-FFF2-40B4-BE49-F238E27FC236}">
                <a16:creationId xmlns:a16="http://schemas.microsoft.com/office/drawing/2014/main" id="{B374BF5C-C264-47AF-9C49-1875F88B9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1" name="Rectangle 1040">
            <a:extLst>
              <a:ext uri="{FF2B5EF4-FFF2-40B4-BE49-F238E27FC236}">
                <a16:creationId xmlns:a16="http://schemas.microsoft.com/office/drawing/2014/main" id="{EA9A5156-A214-495D-9493-B85A2B08F1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C69DBFC5-E6FE-4978-A9ED-3C5C580C2062}"/>
              </a:ext>
            </a:extLst>
          </p:cNvPr>
          <p:cNvSpPr>
            <a:spLocks noGrp="1"/>
          </p:cNvSpPr>
          <p:nvPr>
            <p:ph type="title"/>
          </p:nvPr>
        </p:nvSpPr>
        <p:spPr>
          <a:xfrm>
            <a:off x="659301" y="988098"/>
            <a:ext cx="2840114" cy="2407723"/>
          </a:xfrm>
        </p:spPr>
        <p:txBody>
          <a:bodyPr vert="horz" lIns="91440" tIns="45720" rIns="91440" bIns="0" rtlCol="0" anchor="b" anchorCtr="1">
            <a:normAutofit/>
          </a:bodyPr>
          <a:lstStyle/>
          <a:p>
            <a:r>
              <a:rPr lang="en-US" sz="3600"/>
              <a:t>Triarchic Theory of Intelligence</a:t>
            </a:r>
          </a:p>
        </p:txBody>
      </p:sp>
      <p:pic>
        <p:nvPicPr>
          <p:cNvPr id="1043" name="Picture 1042">
            <a:extLst>
              <a:ext uri="{FF2B5EF4-FFF2-40B4-BE49-F238E27FC236}">
                <a16:creationId xmlns:a16="http://schemas.microsoft.com/office/drawing/2014/main" id="{14043B93-31EA-42C9-A52B-7B10135FCB7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l="-117" t="474" r="75256" b="36564"/>
          <a:stretch/>
        </p:blipFill>
        <p:spPr>
          <a:xfrm>
            <a:off x="655218" y="643464"/>
            <a:ext cx="2834640" cy="155448"/>
          </a:xfrm>
          <a:prstGeom prst="rect">
            <a:avLst/>
          </a:prstGeom>
          <a:noFill/>
          <a:ln>
            <a:noFill/>
          </a:ln>
        </p:spPr>
      </p:pic>
      <p:grpSp>
        <p:nvGrpSpPr>
          <p:cNvPr id="1045" name="Group 1044">
            <a:extLst>
              <a:ext uri="{FF2B5EF4-FFF2-40B4-BE49-F238E27FC236}">
                <a16:creationId xmlns:a16="http://schemas.microsoft.com/office/drawing/2014/main" id="{B26DC251-CF3C-487C-93C0-74344C2700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979389" y="482171"/>
            <a:ext cx="7560115" cy="5149101"/>
            <a:chOff x="3979389" y="482171"/>
            <a:chExt cx="7560115" cy="5149101"/>
          </a:xfrm>
        </p:grpSpPr>
        <p:sp>
          <p:nvSpPr>
            <p:cNvPr id="1046" name="Rectangle 1045">
              <a:extLst>
                <a:ext uri="{FF2B5EF4-FFF2-40B4-BE49-F238E27FC236}">
                  <a16:creationId xmlns:a16="http://schemas.microsoft.com/office/drawing/2014/main" id="{DCEA138F-B3C3-4365-85E4-0CE0DE7398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79389" y="482171"/>
              <a:ext cx="7560115" cy="5149101"/>
            </a:xfrm>
            <a:prstGeom prst="rect">
              <a:avLst/>
            </a:prstGeom>
            <a:gradFill>
              <a:gsLst>
                <a:gs pos="0">
                  <a:schemeClr val="tx1">
                    <a:lumMod val="85000"/>
                    <a:lumOff val="15000"/>
                  </a:schemeClr>
                </a:gs>
                <a:gs pos="100000">
                  <a:schemeClr val="tx1">
                    <a:lumMod val="95000"/>
                    <a:lumOff val="5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14300" prst="artDeco"/>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47" name="Rectangle 1046">
              <a:extLst>
                <a:ext uri="{FF2B5EF4-FFF2-40B4-BE49-F238E27FC236}">
                  <a16:creationId xmlns:a16="http://schemas.microsoft.com/office/drawing/2014/main" id="{62192585-FCC1-4D9A-8E7B-940845AD10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92448" y="812507"/>
              <a:ext cx="692827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049" name="Rectangle 1048">
            <a:extLst>
              <a:ext uri="{FF2B5EF4-FFF2-40B4-BE49-F238E27FC236}">
                <a16:creationId xmlns:a16="http://schemas.microsoft.com/office/drawing/2014/main" id="{F07A6A06-44A6-41CD-B49D-7FAFA5119B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5871" y="977965"/>
            <a:ext cx="6615197" cy="4135339"/>
          </a:xfrm>
          <a:prstGeom prst="rect">
            <a:avLst/>
          </a:prstGeom>
          <a:solidFill>
            <a:srgbClr val="FFFFFE"/>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Three boxes are arranged in a triangle. The top box contains “Analytical intelligence; academic problem solving and computation.” There is a line with arrows on both ends connecting this box to another box containing “Practical intelligence; street smarts and common sense.” Another line with arrows on both ends connects this box to another box containing “Creative intelligence; imaginative and innovative problem solving.” Another line with arrows on both ends connects this box to the first box described, completing the triangle.">
            <a:extLst>
              <a:ext uri="{FF2B5EF4-FFF2-40B4-BE49-F238E27FC236}">
                <a16:creationId xmlns:a16="http://schemas.microsoft.com/office/drawing/2014/main" id="{321AA3A9-19A5-472E-9EEA-DEA06D713007}"/>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4618374" y="1525823"/>
            <a:ext cx="6282919" cy="3047215"/>
          </a:xfrm>
          <a:prstGeom prst="rect">
            <a:avLst/>
          </a:prstGeom>
          <a:noFill/>
          <a:extLst>
            <a:ext uri="{909E8E84-426E-40DD-AFC4-6F175D3DCCD1}">
              <a14:hiddenFill xmlns:a14="http://schemas.microsoft.com/office/drawing/2010/main">
                <a:solidFill>
                  <a:srgbClr val="FFFFFF"/>
                </a:solidFill>
              </a14:hiddenFill>
            </a:ext>
          </a:extLst>
        </p:spPr>
      </p:pic>
      <p:pic>
        <p:nvPicPr>
          <p:cNvPr id="1051" name="Picture 1050">
            <a:extLst>
              <a:ext uri="{FF2B5EF4-FFF2-40B4-BE49-F238E27FC236}">
                <a16:creationId xmlns:a16="http://schemas.microsoft.com/office/drawing/2014/main" id="{374CBFC4-E02A-4F3E-AB09-DAD63A764C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cxnSp>
        <p:nvCxnSpPr>
          <p:cNvPr id="1053" name="Straight Connector 1052">
            <a:extLst>
              <a:ext uri="{FF2B5EF4-FFF2-40B4-BE49-F238E27FC236}">
                <a16:creationId xmlns:a16="http://schemas.microsoft.com/office/drawing/2014/main" id="{170F181A-95DA-4251-AC11-0C9302264E6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65578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B40D3-0523-693D-EA95-F9A387F0F1DC}"/>
              </a:ext>
            </a:extLst>
          </p:cNvPr>
          <p:cNvSpPr>
            <a:spLocks noGrp="1"/>
          </p:cNvSpPr>
          <p:nvPr>
            <p:ph type="title"/>
          </p:nvPr>
        </p:nvSpPr>
        <p:spPr/>
        <p:txBody>
          <a:bodyPr/>
          <a:lstStyle/>
          <a:p>
            <a:r>
              <a:rPr lang="en-US" dirty="0"/>
              <a:t>Multiple Intelligences Theory</a:t>
            </a:r>
          </a:p>
        </p:txBody>
      </p:sp>
      <p:sp>
        <p:nvSpPr>
          <p:cNvPr id="3" name="Content Placeholder 2">
            <a:extLst>
              <a:ext uri="{FF2B5EF4-FFF2-40B4-BE49-F238E27FC236}">
                <a16:creationId xmlns:a16="http://schemas.microsoft.com/office/drawing/2014/main" id="{67E671E2-3D87-C95D-DF12-83EF45CFB289}"/>
              </a:ext>
            </a:extLst>
          </p:cNvPr>
          <p:cNvSpPr>
            <a:spLocks noGrp="1"/>
          </p:cNvSpPr>
          <p:nvPr>
            <p:ph idx="1"/>
          </p:nvPr>
        </p:nvSpPr>
        <p:spPr>
          <a:xfrm>
            <a:off x="809897" y="1584960"/>
            <a:ext cx="10580913" cy="4397829"/>
          </a:xfrm>
        </p:spPr>
        <p:txBody>
          <a:bodyPr>
            <a:normAutofit lnSpcReduction="10000"/>
          </a:bodyPr>
          <a:lstStyle/>
          <a:p>
            <a:r>
              <a:rPr lang="en-US" dirty="0"/>
              <a:t>Proposed by Howard Gardner</a:t>
            </a:r>
          </a:p>
          <a:p>
            <a:r>
              <a:rPr lang="en-US" dirty="0"/>
              <a:t>Each person possesses at least eight intelligences:</a:t>
            </a:r>
          </a:p>
          <a:p>
            <a:pPr lvl="1"/>
            <a:r>
              <a:rPr lang="en-US" dirty="0"/>
              <a:t>linguistic intelligence</a:t>
            </a:r>
          </a:p>
          <a:p>
            <a:pPr lvl="1"/>
            <a:r>
              <a:rPr lang="en-US" dirty="0"/>
              <a:t>logical-mathematical intelligence </a:t>
            </a:r>
          </a:p>
          <a:p>
            <a:pPr lvl="1"/>
            <a:r>
              <a:rPr lang="en-US" dirty="0"/>
              <a:t>musical intelligence </a:t>
            </a:r>
          </a:p>
          <a:p>
            <a:pPr lvl="1"/>
            <a:r>
              <a:rPr lang="en-US" dirty="0"/>
              <a:t>bodily kinesthetic intelligence </a:t>
            </a:r>
          </a:p>
          <a:p>
            <a:pPr lvl="1"/>
            <a:r>
              <a:rPr lang="en-US" dirty="0"/>
              <a:t>spatial intelligence</a:t>
            </a:r>
          </a:p>
          <a:p>
            <a:pPr lvl="1"/>
            <a:r>
              <a:rPr lang="en-US" dirty="0"/>
              <a:t>interpersonal intelligence</a:t>
            </a:r>
          </a:p>
          <a:p>
            <a:pPr lvl="1"/>
            <a:r>
              <a:rPr lang="en-US" dirty="0"/>
              <a:t>intrapersonal intelligence</a:t>
            </a:r>
          </a:p>
          <a:p>
            <a:pPr lvl="1"/>
            <a:r>
              <a:rPr lang="en-US" dirty="0"/>
              <a:t>naturalistic intelligence</a:t>
            </a:r>
          </a:p>
          <a:p>
            <a:r>
              <a:rPr lang="en-US" dirty="0"/>
              <a:t>Heavily criticized for lack of empirical evidence </a:t>
            </a:r>
          </a:p>
        </p:txBody>
      </p:sp>
    </p:spTree>
    <p:extLst>
      <p:ext uri="{BB962C8B-B14F-4D97-AF65-F5344CB8AC3E}">
        <p14:creationId xmlns:p14="http://schemas.microsoft.com/office/powerpoint/2010/main" val="8272734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2055" name="Picture 2054">
            <a:extLst>
              <a:ext uri="{FF2B5EF4-FFF2-40B4-BE49-F238E27FC236}">
                <a16:creationId xmlns:a16="http://schemas.microsoft.com/office/drawing/2014/main" id="{CB1DE69F-569C-4A49-8E50-4093C135AEC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sp>
        <p:nvSpPr>
          <p:cNvPr id="2057" name="Rectangle 2056">
            <a:extLst>
              <a:ext uri="{FF2B5EF4-FFF2-40B4-BE49-F238E27FC236}">
                <a16:creationId xmlns:a16="http://schemas.microsoft.com/office/drawing/2014/main" id="{50B488F5-9CE4-4346-B22F-600286ED4D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2059" name="Straight Connector 2058">
            <a:extLst>
              <a:ext uri="{FF2B5EF4-FFF2-40B4-BE49-F238E27FC236}">
                <a16:creationId xmlns:a16="http://schemas.microsoft.com/office/drawing/2014/main" id="{5F76596F-57DF-4A0C-96D9-046DC3B30E9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2061" name="Picture 2060">
            <a:extLst>
              <a:ext uri="{FF2B5EF4-FFF2-40B4-BE49-F238E27FC236}">
                <a16:creationId xmlns:a16="http://schemas.microsoft.com/office/drawing/2014/main" id="{16176A8D-754E-4699-9AAC-A833466A201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 useBgFill="1">
        <p:nvSpPr>
          <p:cNvPr id="2063" name="Rectangle 2062">
            <a:extLst>
              <a:ext uri="{FF2B5EF4-FFF2-40B4-BE49-F238E27FC236}">
                <a16:creationId xmlns:a16="http://schemas.microsoft.com/office/drawing/2014/main" id="{B374BF5C-C264-47AF-9C49-1875F88B9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5" name="Rectangle 2064">
            <a:extLst>
              <a:ext uri="{FF2B5EF4-FFF2-40B4-BE49-F238E27FC236}">
                <a16:creationId xmlns:a16="http://schemas.microsoft.com/office/drawing/2014/main" id="{EA9A5156-A214-495D-9493-B85A2B08F1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31E3A5-2FE6-436B-9659-8B0E4A7183E0}"/>
              </a:ext>
            </a:extLst>
          </p:cNvPr>
          <p:cNvSpPr>
            <a:spLocks noGrp="1"/>
          </p:cNvSpPr>
          <p:nvPr>
            <p:ph type="title"/>
          </p:nvPr>
        </p:nvSpPr>
        <p:spPr>
          <a:xfrm>
            <a:off x="659301" y="988098"/>
            <a:ext cx="2840114" cy="2407723"/>
          </a:xfrm>
        </p:spPr>
        <p:txBody>
          <a:bodyPr vert="horz" lIns="91440" tIns="45720" rIns="91440" bIns="0" rtlCol="0" anchor="b" anchorCtr="1">
            <a:normAutofit/>
          </a:bodyPr>
          <a:lstStyle/>
          <a:p>
            <a:r>
              <a:rPr lang="en-US" sz="3600"/>
              <a:t>Creativity</a:t>
            </a:r>
          </a:p>
        </p:txBody>
      </p:sp>
      <p:pic>
        <p:nvPicPr>
          <p:cNvPr id="2067" name="Picture 2066">
            <a:extLst>
              <a:ext uri="{FF2B5EF4-FFF2-40B4-BE49-F238E27FC236}">
                <a16:creationId xmlns:a16="http://schemas.microsoft.com/office/drawing/2014/main" id="{14043B93-31EA-42C9-A52B-7B10135FCB7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l="-117" t="474" r="75256" b="36564"/>
          <a:stretch/>
        </p:blipFill>
        <p:spPr>
          <a:xfrm>
            <a:off x="655218" y="643464"/>
            <a:ext cx="2834640" cy="155448"/>
          </a:xfrm>
          <a:prstGeom prst="rect">
            <a:avLst/>
          </a:prstGeom>
          <a:noFill/>
          <a:ln>
            <a:noFill/>
          </a:ln>
        </p:spPr>
      </p:pic>
      <p:grpSp>
        <p:nvGrpSpPr>
          <p:cNvPr id="2069" name="Group 2068">
            <a:extLst>
              <a:ext uri="{FF2B5EF4-FFF2-40B4-BE49-F238E27FC236}">
                <a16:creationId xmlns:a16="http://schemas.microsoft.com/office/drawing/2014/main" id="{B26DC251-CF3C-487C-93C0-74344C2700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979389" y="482171"/>
            <a:ext cx="7560115" cy="5149101"/>
            <a:chOff x="3979389" y="482171"/>
            <a:chExt cx="7560115" cy="5149101"/>
          </a:xfrm>
        </p:grpSpPr>
        <p:sp>
          <p:nvSpPr>
            <p:cNvPr id="2070" name="Rectangle 2069">
              <a:extLst>
                <a:ext uri="{FF2B5EF4-FFF2-40B4-BE49-F238E27FC236}">
                  <a16:creationId xmlns:a16="http://schemas.microsoft.com/office/drawing/2014/main" id="{DCEA138F-B3C3-4365-85E4-0CE0DE7398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79389" y="482171"/>
              <a:ext cx="7560115" cy="5149101"/>
            </a:xfrm>
            <a:prstGeom prst="rect">
              <a:avLst/>
            </a:prstGeom>
            <a:gradFill>
              <a:gsLst>
                <a:gs pos="0">
                  <a:schemeClr val="tx1">
                    <a:lumMod val="85000"/>
                    <a:lumOff val="15000"/>
                  </a:schemeClr>
                </a:gs>
                <a:gs pos="100000">
                  <a:schemeClr val="tx1">
                    <a:lumMod val="95000"/>
                    <a:lumOff val="5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14300" prst="artDeco"/>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71" name="Rectangle 2070">
              <a:extLst>
                <a:ext uri="{FF2B5EF4-FFF2-40B4-BE49-F238E27FC236}">
                  <a16:creationId xmlns:a16="http://schemas.microsoft.com/office/drawing/2014/main" id="{62192585-FCC1-4D9A-8E7B-940845AD10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92448" y="812507"/>
              <a:ext cx="692827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073" name="Rectangle 2072">
            <a:extLst>
              <a:ext uri="{FF2B5EF4-FFF2-40B4-BE49-F238E27FC236}">
                <a16:creationId xmlns:a16="http://schemas.microsoft.com/office/drawing/2014/main" id="{F07A6A06-44A6-41CD-B49D-7FAFA5119B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5871" y="977965"/>
            <a:ext cx="6615197" cy="4135339"/>
          </a:xfrm>
          <a:prstGeom prst="rect">
            <a:avLst/>
          </a:prstGeom>
          <a:solidFill>
            <a:srgbClr val="FFFFFE"/>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a:extLst>
              <a:ext uri="{FF2B5EF4-FFF2-40B4-BE49-F238E27FC236}">
                <a16:creationId xmlns:a16="http://schemas.microsoft.com/office/drawing/2014/main" id="{7700E145-769A-4166-A8EF-4DF82B8A79E9}"/>
              </a:ext>
              <a:ext uri="{C183D7F6-B498-43B3-948B-1728B52AA6E4}">
                <adec:decorative xmlns:adec="http://schemas.microsoft.com/office/drawing/2017/decorative" val="1"/>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4618374" y="1164555"/>
            <a:ext cx="6282919" cy="3769751"/>
          </a:xfrm>
          <a:prstGeom prst="rect">
            <a:avLst/>
          </a:prstGeom>
          <a:noFill/>
          <a:extLst>
            <a:ext uri="{909E8E84-426E-40DD-AFC4-6F175D3DCCD1}">
              <a14:hiddenFill xmlns:a14="http://schemas.microsoft.com/office/drawing/2010/main">
                <a:solidFill>
                  <a:srgbClr val="FFFFFF"/>
                </a:solidFill>
              </a14:hiddenFill>
            </a:ext>
          </a:extLst>
        </p:spPr>
      </p:pic>
      <p:pic>
        <p:nvPicPr>
          <p:cNvPr id="2075" name="Picture 2074">
            <a:extLst>
              <a:ext uri="{FF2B5EF4-FFF2-40B4-BE49-F238E27FC236}">
                <a16:creationId xmlns:a16="http://schemas.microsoft.com/office/drawing/2014/main" id="{374CBFC4-E02A-4F3E-AB09-DAD63A764C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cxnSp>
        <p:nvCxnSpPr>
          <p:cNvPr id="2077" name="Straight Connector 2076">
            <a:extLst>
              <a:ext uri="{FF2B5EF4-FFF2-40B4-BE49-F238E27FC236}">
                <a16:creationId xmlns:a16="http://schemas.microsoft.com/office/drawing/2014/main" id="{170F181A-95DA-4251-AC11-0C9302264E6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17198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C8F5A-8510-82D3-C018-487CB2C7E1F9}"/>
              </a:ext>
            </a:extLst>
          </p:cNvPr>
          <p:cNvSpPr>
            <a:spLocks noGrp="1"/>
          </p:cNvSpPr>
          <p:nvPr>
            <p:ph type="title"/>
          </p:nvPr>
        </p:nvSpPr>
        <p:spPr/>
        <p:txBody>
          <a:bodyPr/>
          <a:lstStyle/>
          <a:p>
            <a:r>
              <a:rPr lang="en-US" dirty="0"/>
              <a:t>Emotional Intelligence </a:t>
            </a:r>
          </a:p>
        </p:txBody>
      </p:sp>
      <p:sp>
        <p:nvSpPr>
          <p:cNvPr id="3" name="Content Placeholder 2">
            <a:extLst>
              <a:ext uri="{FF2B5EF4-FFF2-40B4-BE49-F238E27FC236}">
                <a16:creationId xmlns:a16="http://schemas.microsoft.com/office/drawing/2014/main" id="{28AD7518-1F70-6999-A21F-B0DBBA347B6E}"/>
              </a:ext>
            </a:extLst>
          </p:cNvPr>
          <p:cNvSpPr>
            <a:spLocks noGrp="1"/>
          </p:cNvSpPr>
          <p:nvPr>
            <p:ph idx="1"/>
          </p:nvPr>
        </p:nvSpPr>
        <p:spPr/>
        <p:txBody>
          <a:bodyPr/>
          <a:lstStyle/>
          <a:p>
            <a:r>
              <a:rPr lang="en-US" dirty="0"/>
              <a:t>“EQ”</a:t>
            </a:r>
          </a:p>
          <a:p>
            <a:r>
              <a:rPr lang="en-US" dirty="0"/>
              <a:t>the ability to understand the emotions of yourself and others, show empathy, understand social relationships and cues, and regulate your own emotions and respond in culturally appropriate ways</a:t>
            </a:r>
          </a:p>
          <a:p>
            <a:endParaRPr lang="en-US" dirty="0"/>
          </a:p>
        </p:txBody>
      </p:sp>
      <p:pic>
        <p:nvPicPr>
          <p:cNvPr id="5" name="Picture 4" descr="A photograph showing three wooden blocks stacked vertically with letters I, E, and Q, representing Intelligence Quotient and Emotional Intelligence. Text on either side contrasts IQ as a common intelligence measure linked to genetics and technical skills, with EQ focusing on managing emotions, relationships, and self-motivation, emphasizing its learnable nature.&#10;&#10;AI-generated content may be incorrect.">
            <a:extLst>
              <a:ext uri="{FF2B5EF4-FFF2-40B4-BE49-F238E27FC236}">
                <a16:creationId xmlns:a16="http://schemas.microsoft.com/office/drawing/2014/main" id="{03092D0F-8145-30FF-046C-FB9FEDDB7839}"/>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7226" y="0"/>
            <a:ext cx="12177547" cy="6858000"/>
          </a:xfrm>
          <a:prstGeom prst="rect">
            <a:avLst/>
          </a:prstGeom>
        </p:spPr>
      </p:pic>
    </p:spTree>
    <p:extLst>
      <p:ext uri="{BB962C8B-B14F-4D97-AF65-F5344CB8AC3E}">
        <p14:creationId xmlns:p14="http://schemas.microsoft.com/office/powerpoint/2010/main" val="9643192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E10C8-9105-4B0B-A5F0-40B917630967}"/>
              </a:ext>
            </a:extLst>
          </p:cNvPr>
          <p:cNvSpPr>
            <a:spLocks noGrp="1"/>
          </p:cNvSpPr>
          <p:nvPr>
            <p:ph type="title"/>
          </p:nvPr>
        </p:nvSpPr>
        <p:spPr>
          <a:xfrm>
            <a:off x="804672" y="964692"/>
            <a:ext cx="3066937" cy="1188720"/>
          </a:xfrm>
        </p:spPr>
        <p:txBody>
          <a:bodyPr>
            <a:normAutofit/>
          </a:bodyPr>
          <a:lstStyle/>
          <a:p>
            <a:r>
              <a:rPr lang="en-US" dirty="0"/>
              <a:t>Measuring Intelligence</a:t>
            </a:r>
          </a:p>
        </p:txBody>
      </p:sp>
      <p:sp>
        <p:nvSpPr>
          <p:cNvPr id="3" name="Content Placeholder 2">
            <a:extLst>
              <a:ext uri="{FF2B5EF4-FFF2-40B4-BE49-F238E27FC236}">
                <a16:creationId xmlns:a16="http://schemas.microsoft.com/office/drawing/2014/main" id="{70C5B9D0-F6F5-43CF-B756-D883CDEA6877}"/>
              </a:ext>
            </a:extLst>
          </p:cNvPr>
          <p:cNvSpPr>
            <a:spLocks noGrp="1"/>
          </p:cNvSpPr>
          <p:nvPr>
            <p:ph idx="1"/>
          </p:nvPr>
        </p:nvSpPr>
        <p:spPr>
          <a:xfrm>
            <a:off x="803244" y="2037806"/>
            <a:ext cx="3063765" cy="3863444"/>
          </a:xfrm>
        </p:spPr>
        <p:txBody>
          <a:bodyPr>
            <a:normAutofit fontScale="92500" lnSpcReduction="20000"/>
          </a:bodyPr>
          <a:lstStyle/>
          <a:p>
            <a:r>
              <a:rPr lang="en-US" dirty="0"/>
              <a:t>Intelligence quotient (IQ)</a:t>
            </a:r>
          </a:p>
          <a:p>
            <a:r>
              <a:rPr lang="en-US" dirty="0"/>
              <a:t>The Wechsler-</a:t>
            </a:r>
            <a:r>
              <a:rPr lang="en-US" dirty="0" err="1"/>
              <a:t>Belllevue</a:t>
            </a:r>
            <a:r>
              <a:rPr lang="en-US" dirty="0"/>
              <a:t> Intelligence Scale(s)</a:t>
            </a:r>
          </a:p>
          <a:p>
            <a:pPr lvl="1"/>
            <a:r>
              <a:rPr lang="en-US" dirty="0"/>
              <a:t>Later version: Wechsler Adult Intelligence Scale (WAIS)</a:t>
            </a:r>
          </a:p>
          <a:p>
            <a:r>
              <a:rPr lang="en-US" dirty="0"/>
              <a:t>Standardization</a:t>
            </a:r>
          </a:p>
          <a:p>
            <a:r>
              <a:rPr lang="en-US" dirty="0"/>
              <a:t>Norming</a:t>
            </a:r>
          </a:p>
          <a:p>
            <a:r>
              <a:rPr lang="en-US" dirty="0"/>
              <a:t>The Flynn effect</a:t>
            </a:r>
          </a:p>
        </p:txBody>
      </p:sp>
      <p:pic>
        <p:nvPicPr>
          <p:cNvPr id="3074" name="Picture 2" descr="A graph of a bell curve is labeled “Intelligence Quotient Score.” The x axis is labeled “IQ,” and the y axis is labeled “Population.” Beginning at an IQ of 60, the population rises to a curved peak at an IQ of 100 and then drops off at the same rate ending near zero at an IQ of 140.">
            <a:extLst>
              <a:ext uri="{FF2B5EF4-FFF2-40B4-BE49-F238E27FC236}">
                <a16:creationId xmlns:a16="http://schemas.microsoft.com/office/drawing/2014/main" id="{254A9323-82A2-4290-AD07-3EC2C75F1E8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823366" y="1681609"/>
            <a:ext cx="6227064" cy="35027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29698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4103" name="Picture 4102">
            <a:extLst>
              <a:ext uri="{FF2B5EF4-FFF2-40B4-BE49-F238E27FC236}">
                <a16:creationId xmlns:a16="http://schemas.microsoft.com/office/drawing/2014/main" id="{CB1DE69F-569C-4A49-8E50-4093C135AEC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sp>
        <p:nvSpPr>
          <p:cNvPr id="4105" name="Rectangle 4104">
            <a:extLst>
              <a:ext uri="{FF2B5EF4-FFF2-40B4-BE49-F238E27FC236}">
                <a16:creationId xmlns:a16="http://schemas.microsoft.com/office/drawing/2014/main" id="{50B488F5-9CE4-4346-B22F-600286ED4D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4107" name="Straight Connector 4106">
            <a:extLst>
              <a:ext uri="{FF2B5EF4-FFF2-40B4-BE49-F238E27FC236}">
                <a16:creationId xmlns:a16="http://schemas.microsoft.com/office/drawing/2014/main" id="{5F76596F-57DF-4A0C-96D9-046DC3B30E9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4109" name="Picture 4108">
            <a:extLst>
              <a:ext uri="{FF2B5EF4-FFF2-40B4-BE49-F238E27FC236}">
                <a16:creationId xmlns:a16="http://schemas.microsoft.com/office/drawing/2014/main" id="{16176A8D-754E-4699-9AAC-A833466A201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 useBgFill="1">
        <p:nvSpPr>
          <p:cNvPr id="4111" name="Rectangle 4110">
            <a:extLst>
              <a:ext uri="{FF2B5EF4-FFF2-40B4-BE49-F238E27FC236}">
                <a16:creationId xmlns:a16="http://schemas.microsoft.com/office/drawing/2014/main" id="{B374BF5C-C264-47AF-9C49-1875F88B9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3" name="Rectangle 4112">
            <a:extLst>
              <a:ext uri="{FF2B5EF4-FFF2-40B4-BE49-F238E27FC236}">
                <a16:creationId xmlns:a16="http://schemas.microsoft.com/office/drawing/2014/main" id="{EA9A5156-A214-495D-9493-B85A2B08F1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2A6A82AE-F933-DF04-52B9-42C1BC67C161}"/>
              </a:ext>
            </a:extLst>
          </p:cNvPr>
          <p:cNvSpPr>
            <a:spLocks noGrp="1"/>
          </p:cNvSpPr>
          <p:nvPr>
            <p:ph type="title"/>
          </p:nvPr>
        </p:nvSpPr>
        <p:spPr>
          <a:xfrm>
            <a:off x="659301" y="988098"/>
            <a:ext cx="2840114" cy="2407723"/>
          </a:xfrm>
        </p:spPr>
        <p:txBody>
          <a:bodyPr vert="horz" lIns="91440" tIns="45720" rIns="91440" bIns="0" rtlCol="0" anchor="b">
            <a:normAutofit/>
          </a:bodyPr>
          <a:lstStyle/>
          <a:p>
            <a:r>
              <a:rPr lang="en-US" sz="3300"/>
              <a:t>Intelligence: Nature vs Nurture </a:t>
            </a:r>
          </a:p>
        </p:txBody>
      </p:sp>
      <p:sp>
        <p:nvSpPr>
          <p:cNvPr id="4" name="TextBox 3">
            <a:extLst>
              <a:ext uri="{FF2B5EF4-FFF2-40B4-BE49-F238E27FC236}">
                <a16:creationId xmlns:a16="http://schemas.microsoft.com/office/drawing/2014/main" id="{6016B19F-6721-4407-BD0A-6DD434EC2DCA}"/>
              </a:ext>
            </a:extLst>
          </p:cNvPr>
          <p:cNvSpPr txBox="1"/>
          <p:nvPr/>
        </p:nvSpPr>
        <p:spPr>
          <a:xfrm>
            <a:off x="659302" y="3395822"/>
            <a:ext cx="2840114" cy="1718545"/>
          </a:xfrm>
          <a:prstGeom prst="rect">
            <a:avLst/>
          </a:prstGeom>
        </p:spPr>
        <p:txBody>
          <a:bodyPr vert="horz" lIns="91440" tIns="91440" rIns="91440" bIns="91440" rtlCol="0">
            <a:normAutofit/>
          </a:bodyPr>
          <a:lstStyle/>
          <a:p>
            <a:pPr defTabSz="914400">
              <a:lnSpc>
                <a:spcPct val="120000"/>
              </a:lnSpc>
              <a:spcBef>
                <a:spcPts val="1000"/>
              </a:spcBef>
              <a:buClr>
                <a:schemeClr val="accent1"/>
              </a:buClr>
              <a:buSzPct val="100000"/>
            </a:pPr>
            <a:r>
              <a:rPr lang="en-US" sz="1600"/>
              <a:t>But, don’t forget… Range of Reaction!</a:t>
            </a:r>
          </a:p>
        </p:txBody>
      </p:sp>
      <p:pic>
        <p:nvPicPr>
          <p:cNvPr id="4115" name="Picture 4114">
            <a:extLst>
              <a:ext uri="{FF2B5EF4-FFF2-40B4-BE49-F238E27FC236}">
                <a16:creationId xmlns:a16="http://schemas.microsoft.com/office/drawing/2014/main" id="{14043B93-31EA-42C9-A52B-7B10135FCB7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l="-117" t="474" r="75256" b="36564"/>
          <a:stretch/>
        </p:blipFill>
        <p:spPr>
          <a:xfrm>
            <a:off x="655218" y="643464"/>
            <a:ext cx="2834640" cy="155448"/>
          </a:xfrm>
          <a:prstGeom prst="rect">
            <a:avLst/>
          </a:prstGeom>
          <a:noFill/>
          <a:ln>
            <a:noFill/>
          </a:ln>
        </p:spPr>
      </p:pic>
      <p:grpSp>
        <p:nvGrpSpPr>
          <p:cNvPr id="4117" name="Group 4116">
            <a:extLst>
              <a:ext uri="{FF2B5EF4-FFF2-40B4-BE49-F238E27FC236}">
                <a16:creationId xmlns:a16="http://schemas.microsoft.com/office/drawing/2014/main" id="{B26DC251-CF3C-487C-93C0-74344C2700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979389" y="482171"/>
            <a:ext cx="7560115" cy="5149101"/>
            <a:chOff x="3979389" y="482171"/>
            <a:chExt cx="7560115" cy="5149101"/>
          </a:xfrm>
        </p:grpSpPr>
        <p:sp>
          <p:nvSpPr>
            <p:cNvPr id="4118" name="Rectangle 4117">
              <a:extLst>
                <a:ext uri="{FF2B5EF4-FFF2-40B4-BE49-F238E27FC236}">
                  <a16:creationId xmlns:a16="http://schemas.microsoft.com/office/drawing/2014/main" id="{DCEA138F-B3C3-4365-85E4-0CE0DE7398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79389" y="482171"/>
              <a:ext cx="7560115" cy="5149101"/>
            </a:xfrm>
            <a:prstGeom prst="rect">
              <a:avLst/>
            </a:prstGeom>
            <a:gradFill>
              <a:gsLst>
                <a:gs pos="0">
                  <a:schemeClr val="tx1">
                    <a:lumMod val="85000"/>
                    <a:lumOff val="15000"/>
                  </a:schemeClr>
                </a:gs>
                <a:gs pos="100000">
                  <a:schemeClr val="tx1">
                    <a:lumMod val="95000"/>
                    <a:lumOff val="5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14300" prst="artDeco"/>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19" name="Rectangle 4118">
              <a:extLst>
                <a:ext uri="{FF2B5EF4-FFF2-40B4-BE49-F238E27FC236}">
                  <a16:creationId xmlns:a16="http://schemas.microsoft.com/office/drawing/2014/main" id="{62192585-FCC1-4D9A-8E7B-940845AD10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92448" y="812507"/>
              <a:ext cx="692827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4121" name="Rectangle 4120">
            <a:extLst>
              <a:ext uri="{FF2B5EF4-FFF2-40B4-BE49-F238E27FC236}">
                <a16:creationId xmlns:a16="http://schemas.microsoft.com/office/drawing/2014/main" id="{F07A6A06-44A6-41CD-B49D-7FAFA5119B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5871" y="977965"/>
            <a:ext cx="6615197" cy="4135339"/>
          </a:xfrm>
          <a:prstGeom prst="rect">
            <a:avLst/>
          </a:prstGeom>
          <a:solidFill>
            <a:srgbClr val="FFFFFE"/>
          </a:solidFill>
          <a:ln w="635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descr="A chart shows correlations of IQs for people of varying relationships. The bottom is labeled “Percent IQ Correlation” and the left side is labeled “Relationship.” The percent IQ Correlation for relationships where no genes are shared, including adoptive parent-child pairs, similarly aged unrelated children raised together, and adoptive siblings are around 21 percent, 30 percent, and 32 percent, respectively. The percent IQ Correlation for relationships where 25 percent of genes are shared, as in half-siblings, is around 33 percent. The percent IQ Correlation for relationships where 50 percent of genes are shared, including parent-children pairs, and fraternal twins raised together, are roughly 44 percent and 62 percent, respectively. A relationship where 100 percent of genes are shared, as in identical twins raised apart, results in a nearly 80 percent IQ correlation.">
            <a:extLst>
              <a:ext uri="{FF2B5EF4-FFF2-40B4-BE49-F238E27FC236}">
                <a16:creationId xmlns:a16="http://schemas.microsoft.com/office/drawing/2014/main" id="{F00FACAE-C935-4EA2-871C-A00D72A2DC1D}"/>
              </a:ext>
            </a:extLst>
          </p:cNvPr>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4618374" y="1117433"/>
            <a:ext cx="6282919" cy="3863995"/>
          </a:xfrm>
          <a:prstGeom prst="rect">
            <a:avLst/>
          </a:prstGeom>
          <a:noFill/>
          <a:extLst>
            <a:ext uri="{909E8E84-426E-40DD-AFC4-6F175D3DCCD1}">
              <a14:hiddenFill xmlns:a14="http://schemas.microsoft.com/office/drawing/2010/main">
                <a:solidFill>
                  <a:srgbClr val="FFFFFF"/>
                </a:solidFill>
              </a14:hiddenFill>
            </a:ext>
          </a:extLst>
        </p:spPr>
      </p:pic>
      <p:pic>
        <p:nvPicPr>
          <p:cNvPr id="4123" name="Picture 4122">
            <a:extLst>
              <a:ext uri="{FF2B5EF4-FFF2-40B4-BE49-F238E27FC236}">
                <a16:creationId xmlns:a16="http://schemas.microsoft.com/office/drawing/2014/main" id="{374CBFC4-E02A-4F3E-AB09-DAD63A764C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cxnSp>
        <p:nvCxnSpPr>
          <p:cNvPr id="4125" name="Straight Connector 4124">
            <a:extLst>
              <a:ext uri="{FF2B5EF4-FFF2-40B4-BE49-F238E27FC236}">
                <a16:creationId xmlns:a16="http://schemas.microsoft.com/office/drawing/2014/main" id="{170F181A-95DA-4251-AC11-0C9302264E6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72082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C77822-524C-C8CB-CC22-8C9B47316E5B}"/>
              </a:ext>
            </a:extLst>
          </p:cNvPr>
          <p:cNvSpPr>
            <a:spLocks noGrp="1"/>
          </p:cNvSpPr>
          <p:nvPr>
            <p:ph type="title"/>
          </p:nvPr>
        </p:nvSpPr>
        <p:spPr>
          <a:xfrm>
            <a:off x="1129166" y="953337"/>
            <a:ext cx="9607661" cy="631624"/>
          </a:xfrm>
        </p:spPr>
        <p:txBody>
          <a:bodyPr/>
          <a:lstStyle/>
          <a:p>
            <a:r>
              <a:rPr lang="en-US" dirty="0"/>
              <a:t>Learning Disabilities</a:t>
            </a:r>
          </a:p>
        </p:txBody>
      </p:sp>
      <p:sp>
        <p:nvSpPr>
          <p:cNvPr id="5" name="Text Placeholder 4">
            <a:extLst>
              <a:ext uri="{FF2B5EF4-FFF2-40B4-BE49-F238E27FC236}">
                <a16:creationId xmlns:a16="http://schemas.microsoft.com/office/drawing/2014/main" id="{FFA22010-D1A5-A962-15B1-34A2F0EB7A29}"/>
              </a:ext>
            </a:extLst>
          </p:cNvPr>
          <p:cNvSpPr>
            <a:spLocks noGrp="1"/>
          </p:cNvSpPr>
          <p:nvPr>
            <p:ph type="body" idx="1"/>
          </p:nvPr>
        </p:nvSpPr>
        <p:spPr>
          <a:xfrm>
            <a:off x="1129166" y="1772210"/>
            <a:ext cx="4645152" cy="474602"/>
          </a:xfrm>
        </p:spPr>
        <p:txBody>
          <a:bodyPr>
            <a:normAutofit fontScale="92500" lnSpcReduction="10000"/>
          </a:bodyPr>
          <a:lstStyle/>
          <a:p>
            <a:r>
              <a:rPr lang="en-US" dirty="0"/>
              <a:t>Myth</a:t>
            </a:r>
          </a:p>
        </p:txBody>
      </p:sp>
      <p:sp>
        <p:nvSpPr>
          <p:cNvPr id="6" name="Content Placeholder 5">
            <a:extLst>
              <a:ext uri="{FF2B5EF4-FFF2-40B4-BE49-F238E27FC236}">
                <a16:creationId xmlns:a16="http://schemas.microsoft.com/office/drawing/2014/main" id="{C24D00A0-5262-4D8D-74B1-320CA1743C2B}"/>
              </a:ext>
            </a:extLst>
          </p:cNvPr>
          <p:cNvSpPr>
            <a:spLocks noGrp="1"/>
          </p:cNvSpPr>
          <p:nvPr>
            <p:ph sz="half" idx="2"/>
          </p:nvPr>
        </p:nvSpPr>
        <p:spPr>
          <a:xfrm>
            <a:off x="1129166" y="2246811"/>
            <a:ext cx="4645152" cy="3866605"/>
          </a:xfrm>
        </p:spPr>
        <p:txBody>
          <a:bodyPr>
            <a:normAutofit lnSpcReduction="10000"/>
          </a:bodyPr>
          <a:lstStyle/>
          <a:p>
            <a:pPr marL="0" indent="0">
              <a:buNone/>
            </a:pPr>
            <a:r>
              <a:rPr lang="en-US" dirty="0"/>
              <a:t>1: “Learning disability” is a blanket term for any difficulty struggling with learning</a:t>
            </a:r>
          </a:p>
          <a:p>
            <a:pPr marL="0" indent="0">
              <a:buNone/>
            </a:pPr>
            <a:r>
              <a:rPr lang="en-US" dirty="0"/>
              <a:t>2: People with learning disabilities are less intelligent </a:t>
            </a:r>
          </a:p>
          <a:p>
            <a:pPr marL="0" indent="0">
              <a:buNone/>
            </a:pPr>
            <a:r>
              <a:rPr lang="en-US" dirty="0"/>
              <a:t>3: More people are being diagnosed with learning disabilities than ever before</a:t>
            </a:r>
          </a:p>
        </p:txBody>
      </p:sp>
      <p:sp>
        <p:nvSpPr>
          <p:cNvPr id="7" name="Text Placeholder 6">
            <a:extLst>
              <a:ext uri="{FF2B5EF4-FFF2-40B4-BE49-F238E27FC236}">
                <a16:creationId xmlns:a16="http://schemas.microsoft.com/office/drawing/2014/main" id="{C0BB79F8-2447-BAC4-4814-86D6A7379B92}"/>
              </a:ext>
            </a:extLst>
          </p:cNvPr>
          <p:cNvSpPr>
            <a:spLocks noGrp="1"/>
          </p:cNvSpPr>
          <p:nvPr>
            <p:ph type="body" sz="quarter" idx="3"/>
          </p:nvPr>
        </p:nvSpPr>
        <p:spPr>
          <a:xfrm>
            <a:off x="6091675" y="1772209"/>
            <a:ext cx="4645152" cy="474603"/>
          </a:xfrm>
        </p:spPr>
        <p:txBody>
          <a:bodyPr>
            <a:normAutofit fontScale="92500" lnSpcReduction="10000"/>
          </a:bodyPr>
          <a:lstStyle/>
          <a:p>
            <a:r>
              <a:rPr lang="en-US" dirty="0"/>
              <a:t>Fact</a:t>
            </a:r>
          </a:p>
        </p:txBody>
      </p:sp>
      <p:sp>
        <p:nvSpPr>
          <p:cNvPr id="8" name="Content Placeholder 7">
            <a:extLst>
              <a:ext uri="{FF2B5EF4-FFF2-40B4-BE49-F238E27FC236}">
                <a16:creationId xmlns:a16="http://schemas.microsoft.com/office/drawing/2014/main" id="{65185722-041D-3444-36CA-CC73B946CCA7}"/>
              </a:ext>
            </a:extLst>
          </p:cNvPr>
          <p:cNvSpPr>
            <a:spLocks noGrp="1"/>
          </p:cNvSpPr>
          <p:nvPr>
            <p:ph sz="quarter" idx="4"/>
          </p:nvPr>
        </p:nvSpPr>
        <p:spPr>
          <a:xfrm>
            <a:off x="6094337" y="2246812"/>
            <a:ext cx="4645152" cy="3866603"/>
          </a:xfrm>
        </p:spPr>
        <p:txBody>
          <a:bodyPr>
            <a:normAutofit lnSpcReduction="10000"/>
          </a:bodyPr>
          <a:lstStyle/>
          <a:p>
            <a:pPr marL="0" indent="0">
              <a:buNone/>
            </a:pPr>
            <a:r>
              <a:rPr lang="en-US" dirty="0"/>
              <a:t>1: A learning disability refers a series of disorders where information is not being stored/ retrieved/ or processed correctly</a:t>
            </a:r>
          </a:p>
          <a:p>
            <a:pPr marL="0" indent="0">
              <a:buNone/>
            </a:pPr>
            <a:r>
              <a:rPr lang="en-US" dirty="0"/>
              <a:t>2: People with learning disabilities have brains that work in different ways</a:t>
            </a:r>
          </a:p>
          <a:p>
            <a:pPr marL="0" indent="0">
              <a:buNone/>
            </a:pPr>
            <a:r>
              <a:rPr lang="en-US" dirty="0"/>
              <a:t>3: We have greatly improved in our ability to accurately diagnose learning disabilities </a:t>
            </a:r>
          </a:p>
        </p:txBody>
      </p:sp>
    </p:spTree>
    <p:extLst>
      <p:ext uri="{BB962C8B-B14F-4D97-AF65-F5344CB8AC3E}">
        <p14:creationId xmlns:p14="http://schemas.microsoft.com/office/powerpoint/2010/main" val="35979181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lumMod val="108000"/>
              </a:schemeClr>
            </a:gs>
          </a:gsLst>
          <a:path path="circle">
            <a:fillToRect l="43000" r="43000" b="100000"/>
          </a:path>
        </a:gradFill>
        <a:effectLst/>
      </p:bgPr>
    </p:bg>
    <p:spTree>
      <p:nvGrpSpPr>
        <p:cNvPr id="1" name=""/>
        <p:cNvGrpSpPr/>
        <p:nvPr/>
      </p:nvGrpSpPr>
      <p:grpSpPr>
        <a:xfrm>
          <a:off x="0" y="0"/>
          <a:ext cx="0" cy="0"/>
          <a:chOff x="0" y="0"/>
          <a:chExt cx="0" cy="0"/>
        </a:xfrm>
      </p:grpSpPr>
      <p:pic>
        <p:nvPicPr>
          <p:cNvPr id="2055" name="Picture 2054">
            <a:extLst>
              <a:ext uri="{FF2B5EF4-FFF2-40B4-BE49-F238E27FC236}">
                <a16:creationId xmlns:a16="http://schemas.microsoft.com/office/drawing/2014/main" id="{CB1DE69F-569C-4A49-8E50-4093C135AEC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sp>
        <p:nvSpPr>
          <p:cNvPr id="2057" name="Rectangle 2056">
            <a:extLst>
              <a:ext uri="{FF2B5EF4-FFF2-40B4-BE49-F238E27FC236}">
                <a16:creationId xmlns:a16="http://schemas.microsoft.com/office/drawing/2014/main" id="{50B488F5-9CE4-4346-B22F-600286ED4D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2059" name="Straight Connector 2058">
            <a:extLst>
              <a:ext uri="{FF2B5EF4-FFF2-40B4-BE49-F238E27FC236}">
                <a16:creationId xmlns:a16="http://schemas.microsoft.com/office/drawing/2014/main" id="{5F76596F-57DF-4A0C-96D9-046DC3B30E9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2061" name="Picture 2060">
            <a:extLst>
              <a:ext uri="{FF2B5EF4-FFF2-40B4-BE49-F238E27FC236}">
                <a16:creationId xmlns:a16="http://schemas.microsoft.com/office/drawing/2014/main" id="{16176A8D-754E-4699-9AAC-A833466A201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 useBgFill="1">
        <p:nvSpPr>
          <p:cNvPr id="2063" name="Rectangle 2062">
            <a:extLst>
              <a:ext uri="{FF2B5EF4-FFF2-40B4-BE49-F238E27FC236}">
                <a16:creationId xmlns:a16="http://schemas.microsoft.com/office/drawing/2014/main" id="{2AA0E174-1032-45EB-8FEE-2178019BAE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5" name="Rectangle 2064">
            <a:extLst>
              <a:ext uri="{FF2B5EF4-FFF2-40B4-BE49-F238E27FC236}">
                <a16:creationId xmlns:a16="http://schemas.microsoft.com/office/drawing/2014/main" id="{C017D167-735C-4828-BF61-5BEC0A93C0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F49DD7-C378-4AAA-93F8-76BC6870EFC7}"/>
              </a:ext>
            </a:extLst>
          </p:cNvPr>
          <p:cNvSpPr>
            <a:spLocks noGrp="1"/>
          </p:cNvSpPr>
          <p:nvPr>
            <p:ph type="title"/>
          </p:nvPr>
        </p:nvSpPr>
        <p:spPr>
          <a:xfrm>
            <a:off x="1128413" y="988098"/>
            <a:ext cx="4495380" cy="2407724"/>
          </a:xfrm>
        </p:spPr>
        <p:txBody>
          <a:bodyPr vert="horz" lIns="91440" tIns="45720" rIns="91440" bIns="0" rtlCol="0" anchor="b">
            <a:normAutofit/>
          </a:bodyPr>
          <a:lstStyle/>
          <a:p>
            <a:r>
              <a:rPr lang="en-US" sz="4800"/>
              <a:t>Common</a:t>
            </a:r>
            <a:br>
              <a:rPr lang="en-US" sz="4800"/>
            </a:br>
            <a:r>
              <a:rPr lang="en-US" sz="4800"/>
              <a:t>Learning Disabilities</a:t>
            </a:r>
          </a:p>
        </p:txBody>
      </p:sp>
      <p:pic>
        <p:nvPicPr>
          <p:cNvPr id="2067" name="Picture 2066">
            <a:extLst>
              <a:ext uri="{FF2B5EF4-FFF2-40B4-BE49-F238E27FC236}">
                <a16:creationId xmlns:a16="http://schemas.microsoft.com/office/drawing/2014/main" id="{48A2A651-3D77-45F6-9A25-3762F5E4663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l="-115" t="474" r="60418" b="36564"/>
          <a:stretch/>
        </p:blipFill>
        <p:spPr>
          <a:xfrm>
            <a:off x="1125460" y="643464"/>
            <a:ext cx="4526280" cy="155448"/>
          </a:xfrm>
          <a:prstGeom prst="rect">
            <a:avLst/>
          </a:prstGeom>
          <a:noFill/>
          <a:ln>
            <a:noFill/>
          </a:ln>
        </p:spPr>
      </p:pic>
      <p:pic>
        <p:nvPicPr>
          <p:cNvPr id="2050" name="Picture 2" descr="A table comparing four learning difficulties: Dyslexia, Dyspraxia, Dysgraphia, and Dyscalculia, each with a brief description and three key symptoms. ">
            <a:extLst>
              <a:ext uri="{FF2B5EF4-FFF2-40B4-BE49-F238E27FC236}">
                <a16:creationId xmlns:a16="http://schemas.microsoft.com/office/drawing/2014/main" id="{600C6F7B-F9C6-2F2B-11A4-7D7DBEF4E7D2}"/>
              </a:ext>
            </a:extLst>
          </p:cNvPr>
          <p:cNvPicPr>
            <a:picLocks noGrp="1" noChangeAspect="1" noChangeArrowheads="1"/>
          </p:cNvPicPr>
          <p:nvPr>
            <p:ph idx="1"/>
          </p:nvPr>
        </p:nvPicPr>
        <p:blipFill>
          <a:blip r:embed="rId5">
            <a:extLst>
              <a:ext uri="{28A0092B-C50C-407E-A947-70E740481C1C}">
                <a14:useLocalDpi xmlns:a14="http://schemas.microsoft.com/office/drawing/2010/main" val="0"/>
              </a:ext>
            </a:extLst>
          </a:blip>
          <a:stretch>
            <a:fillRect/>
          </a:stretch>
        </p:blipFill>
        <p:spPr bwMode="auto">
          <a:xfrm>
            <a:off x="5623793" y="366452"/>
            <a:ext cx="6125095" cy="6125095"/>
          </a:xfrm>
          <a:prstGeom prst="rect">
            <a:avLst/>
          </a:prstGeom>
          <a:noFill/>
          <a:extLst>
            <a:ext uri="{909E8E84-426E-40DD-AFC4-6F175D3DCCD1}">
              <a14:hiddenFill xmlns:a14="http://schemas.microsoft.com/office/drawing/2010/main">
                <a:solidFill>
                  <a:srgbClr val="FFFFFF"/>
                </a:solidFill>
              </a14:hiddenFill>
            </a:ext>
          </a:extLst>
        </p:spPr>
      </p:pic>
      <p:pic>
        <p:nvPicPr>
          <p:cNvPr id="2069" name="Picture 2068">
            <a:extLst>
              <a:ext uri="{FF2B5EF4-FFF2-40B4-BE49-F238E27FC236}">
                <a16:creationId xmlns:a16="http://schemas.microsoft.com/office/drawing/2014/main" id="{EE1B9172-598D-41CA-A120-1347A28BA08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cxnSp>
        <p:nvCxnSpPr>
          <p:cNvPr id="2071" name="Straight Connector 2070">
            <a:extLst>
              <a:ext uri="{FF2B5EF4-FFF2-40B4-BE49-F238E27FC236}">
                <a16:creationId xmlns:a16="http://schemas.microsoft.com/office/drawing/2014/main" id="{FD3493C9-FDB6-46AD-891A-36C02F24D8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20656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0579E13-7CBA-399B-78C8-2204BA2620A7}"/>
              </a:ext>
            </a:extLst>
          </p:cNvPr>
          <p:cNvSpPr>
            <a:spLocks noGrp="1"/>
          </p:cNvSpPr>
          <p:nvPr>
            <p:ph type="title"/>
          </p:nvPr>
        </p:nvSpPr>
        <p:spPr/>
        <p:txBody>
          <a:bodyPr/>
          <a:lstStyle/>
          <a:p>
            <a:r>
              <a:rPr lang="en-US" dirty="0"/>
              <a:t>Next Time on PSY 203…</a:t>
            </a:r>
          </a:p>
        </p:txBody>
      </p:sp>
      <p:sp>
        <p:nvSpPr>
          <p:cNvPr id="5" name="Text Placeholder 4">
            <a:extLst>
              <a:ext uri="{FF2B5EF4-FFF2-40B4-BE49-F238E27FC236}">
                <a16:creationId xmlns:a16="http://schemas.microsoft.com/office/drawing/2014/main" id="{74442AC1-5422-C7D2-C750-B91A3D71B010}"/>
              </a:ext>
            </a:extLst>
          </p:cNvPr>
          <p:cNvSpPr>
            <a:spLocks noGrp="1"/>
          </p:cNvSpPr>
          <p:nvPr>
            <p:ph type="body" idx="1"/>
          </p:nvPr>
        </p:nvSpPr>
        <p:spPr/>
        <p:txBody>
          <a:bodyPr/>
          <a:lstStyle/>
          <a:p>
            <a:r>
              <a:rPr lang="en-US" dirty="0"/>
              <a:t>Before Next Class:</a:t>
            </a:r>
          </a:p>
        </p:txBody>
      </p:sp>
      <p:sp>
        <p:nvSpPr>
          <p:cNvPr id="6" name="Content Placeholder 5">
            <a:extLst>
              <a:ext uri="{FF2B5EF4-FFF2-40B4-BE49-F238E27FC236}">
                <a16:creationId xmlns:a16="http://schemas.microsoft.com/office/drawing/2014/main" id="{DD20C4AE-AEF6-D03B-4760-383DF3A338A4}"/>
              </a:ext>
            </a:extLst>
          </p:cNvPr>
          <p:cNvSpPr>
            <a:spLocks noGrp="1"/>
          </p:cNvSpPr>
          <p:nvPr>
            <p:ph sz="half" idx="2"/>
          </p:nvPr>
        </p:nvSpPr>
        <p:spPr/>
        <p:txBody>
          <a:bodyPr/>
          <a:lstStyle/>
          <a:p>
            <a:r>
              <a:rPr lang="en-US" dirty="0"/>
              <a:t>Sign up for research</a:t>
            </a:r>
          </a:p>
          <a:p>
            <a:pPr lvl="1"/>
            <a:r>
              <a:rPr lang="en-US" dirty="0"/>
              <a:t>First deadline is March 5th</a:t>
            </a:r>
          </a:p>
          <a:p>
            <a:r>
              <a:rPr lang="en-US" dirty="0"/>
              <a:t>Review material</a:t>
            </a:r>
          </a:p>
          <a:p>
            <a:pPr lvl="1"/>
            <a:r>
              <a:rPr lang="en-US" dirty="0"/>
              <a:t>Next exam is Tuesday!!</a:t>
            </a:r>
          </a:p>
        </p:txBody>
      </p:sp>
      <p:sp>
        <p:nvSpPr>
          <p:cNvPr id="7" name="Text Placeholder 6">
            <a:extLst>
              <a:ext uri="{FF2B5EF4-FFF2-40B4-BE49-F238E27FC236}">
                <a16:creationId xmlns:a16="http://schemas.microsoft.com/office/drawing/2014/main" id="{291D51B3-01B5-1A8E-BB59-2046615E9131}"/>
              </a:ext>
            </a:extLst>
          </p:cNvPr>
          <p:cNvSpPr>
            <a:spLocks noGrp="1"/>
          </p:cNvSpPr>
          <p:nvPr>
            <p:ph type="body" sz="quarter" idx="3"/>
          </p:nvPr>
        </p:nvSpPr>
        <p:spPr/>
        <p:txBody>
          <a:bodyPr/>
          <a:lstStyle/>
          <a:p>
            <a:r>
              <a:rPr lang="en-US" dirty="0"/>
              <a:t>Next Class:</a:t>
            </a:r>
          </a:p>
        </p:txBody>
      </p:sp>
      <p:sp>
        <p:nvSpPr>
          <p:cNvPr id="8" name="Content Placeholder 7">
            <a:extLst>
              <a:ext uri="{FF2B5EF4-FFF2-40B4-BE49-F238E27FC236}">
                <a16:creationId xmlns:a16="http://schemas.microsoft.com/office/drawing/2014/main" id="{FB208961-39B8-D4BA-5C5B-88A51E832452}"/>
              </a:ext>
            </a:extLst>
          </p:cNvPr>
          <p:cNvSpPr>
            <a:spLocks noGrp="1"/>
          </p:cNvSpPr>
          <p:nvPr>
            <p:ph sz="quarter" idx="4"/>
          </p:nvPr>
        </p:nvSpPr>
        <p:spPr/>
        <p:txBody>
          <a:bodyPr/>
          <a:lstStyle/>
          <a:p>
            <a:r>
              <a:rPr lang="en-US" dirty="0"/>
              <a:t>Exam 2</a:t>
            </a:r>
          </a:p>
        </p:txBody>
      </p:sp>
    </p:spTree>
    <p:extLst>
      <p:ext uri="{BB962C8B-B14F-4D97-AF65-F5344CB8AC3E}">
        <p14:creationId xmlns:p14="http://schemas.microsoft.com/office/powerpoint/2010/main" val="2557307631"/>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CDCE0"/>
      </a:lt2>
      <a:accent1>
        <a:srgbClr val="415588"/>
      </a:accent1>
      <a:accent2>
        <a:srgbClr val="4294B6"/>
      </a:accent2>
      <a:accent3>
        <a:srgbClr val="087D7C"/>
      </a:accent3>
      <a:accent4>
        <a:srgbClr val="2CB663"/>
      </a:accent4>
      <a:accent5>
        <a:srgbClr val="DF8822"/>
      </a:accent5>
      <a:accent6>
        <a:srgbClr val="BC410A"/>
      </a:accent6>
      <a:hlink>
        <a:srgbClr val="5977C4"/>
      </a:hlink>
      <a:folHlink>
        <a:srgbClr val="A1A9BF"/>
      </a:folHlink>
    </a:clrScheme>
    <a:fontScheme name="Gallery">
      <a:majorFont>
        <a:latin typeface="Century Gothic" panose="020B0502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lumMod val="108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E050AC27-895F-4B90-991D-A6818FC89AB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714</TotalTime>
  <Words>717</Words>
  <Application>Microsoft Office PowerPoint</Application>
  <PresentationFormat>Widescreen</PresentationFormat>
  <Paragraphs>148</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Century Gothic</vt:lpstr>
      <vt:lpstr>Gallery</vt:lpstr>
      <vt:lpstr>Thinking and Intelligence</vt:lpstr>
      <vt:lpstr>Agenda</vt:lpstr>
      <vt:lpstr>What is cognition?</vt:lpstr>
      <vt:lpstr>How do our minds categorize information?</vt:lpstr>
      <vt:lpstr>Concepts and Prototypes Example</vt:lpstr>
      <vt:lpstr>Event Schema Example: Horseback Riding</vt:lpstr>
      <vt:lpstr>PowerPoint Presentation</vt:lpstr>
      <vt:lpstr>Components of Language</vt:lpstr>
      <vt:lpstr>Stages of Language Development</vt:lpstr>
      <vt:lpstr>Language in Action</vt:lpstr>
      <vt:lpstr>Problem Solving</vt:lpstr>
      <vt:lpstr>Problem Solving Strategies</vt:lpstr>
      <vt:lpstr>Pitfalls in Problem-Solving</vt:lpstr>
      <vt:lpstr>“If the human brain were so simple that we could understand it, we would be so simple that we couldn’t.” ― Emerson M. Pugh</vt:lpstr>
      <vt:lpstr>Types of Intelligence:  Crystalized vs. Fluid</vt:lpstr>
      <vt:lpstr>Triarchic Theory of Intelligence</vt:lpstr>
      <vt:lpstr>Multiple Intelligences Theory</vt:lpstr>
      <vt:lpstr>Creativity</vt:lpstr>
      <vt:lpstr>Emotional Intelligence </vt:lpstr>
      <vt:lpstr>Measuring Intelligence</vt:lpstr>
      <vt:lpstr>Intelligence: Nature vs Nurture </vt:lpstr>
      <vt:lpstr>Learning Disabilities</vt:lpstr>
      <vt:lpstr>Common Learning Disabilities</vt:lpstr>
      <vt:lpstr>Next Time on PSY 203…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Thinking and Intelligence</dc:title>
  <dc:creator>Bryanna Scheuler</dc:creator>
  <cp:lastModifiedBy>Bryanna Scheuler</cp:lastModifiedBy>
  <cp:revision>7</cp:revision>
  <dcterms:created xsi:type="dcterms:W3CDTF">2021-10-04T10:43:42Z</dcterms:created>
  <dcterms:modified xsi:type="dcterms:W3CDTF">2026-02-25T18:07:15Z</dcterms:modified>
</cp:coreProperties>
</file>