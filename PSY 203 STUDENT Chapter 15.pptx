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4"/>
  </p:notesMasterIdLst>
  <p:sldIdLst>
    <p:sldId id="256" r:id="rId2"/>
    <p:sldId id="278" r:id="rId3"/>
    <p:sldId id="257" r:id="rId4"/>
    <p:sldId id="350" r:id="rId5"/>
    <p:sldId id="349" r:id="rId6"/>
    <p:sldId id="259" r:id="rId7"/>
    <p:sldId id="260" r:id="rId8"/>
    <p:sldId id="261" r:id="rId9"/>
    <p:sldId id="262" r:id="rId10"/>
    <p:sldId id="263" r:id="rId11"/>
    <p:sldId id="351" r:id="rId12"/>
    <p:sldId id="264" r:id="rId13"/>
    <p:sldId id="265" r:id="rId14"/>
    <p:sldId id="266" r:id="rId15"/>
    <p:sldId id="352" r:id="rId16"/>
    <p:sldId id="267" r:id="rId17"/>
    <p:sldId id="268" r:id="rId18"/>
    <p:sldId id="353" r:id="rId19"/>
    <p:sldId id="269" r:id="rId20"/>
    <p:sldId id="270" r:id="rId21"/>
    <p:sldId id="271" r:id="rId22"/>
    <p:sldId id="354" r:id="rId23"/>
    <p:sldId id="272" r:id="rId24"/>
    <p:sldId id="273" r:id="rId25"/>
    <p:sldId id="274" r:id="rId26"/>
    <p:sldId id="355" r:id="rId27"/>
    <p:sldId id="275" r:id="rId28"/>
    <p:sldId id="277" r:id="rId29"/>
    <p:sldId id="356" r:id="rId30"/>
    <p:sldId id="357" r:id="rId31"/>
    <p:sldId id="279" r:id="rId32"/>
    <p:sldId id="34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7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4" autoAdjust="0"/>
    <p:restoredTop sz="75021" autoAdjust="0"/>
  </p:normalViewPr>
  <p:slideViewPr>
    <p:cSldViewPr snapToGrid="0">
      <p:cViewPr varScale="1">
        <p:scale>
          <a:sx n="81" d="100"/>
          <a:sy n="81" d="100"/>
        </p:scale>
        <p:origin x="316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1645BF-2E06-44D5-96EA-DAD96719395E}"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F157E87-2029-4F96-BFE7-B8EF930868EB}">
      <dgm:prSet/>
      <dgm:spPr/>
      <dgm:t>
        <a:bodyPr/>
        <a:lstStyle/>
        <a:p>
          <a:r>
            <a:rPr lang="en-US" b="1" u="sng"/>
            <a:t>Psychological disorder</a:t>
          </a:r>
          <a:r>
            <a:rPr lang="en-US"/>
            <a:t>: “a syndrome characterized by clinically significant disturbance in an individual's cognition, emotion regulation, or behavior that reflects a dysfunction in the psychological, biological, or developmental processes underlying mental functioning. Mental disorders are usually associated with significant distress in social, occupational, or other important activities” (APA,2013). </a:t>
          </a:r>
        </a:p>
      </dgm:t>
    </dgm:pt>
    <dgm:pt modelId="{2002FFA4-D739-4E3E-9CD4-E06DF65CDEC4}" type="parTrans" cxnId="{2E7815F2-FA38-4720-80B3-87B68B9B2C59}">
      <dgm:prSet/>
      <dgm:spPr/>
      <dgm:t>
        <a:bodyPr/>
        <a:lstStyle/>
        <a:p>
          <a:endParaRPr lang="en-US"/>
        </a:p>
      </dgm:t>
    </dgm:pt>
    <dgm:pt modelId="{E9F201A3-FAC2-43A8-9633-4327C828097A}" type="sibTrans" cxnId="{2E7815F2-FA38-4720-80B3-87B68B9B2C59}">
      <dgm:prSet/>
      <dgm:spPr/>
      <dgm:t>
        <a:bodyPr/>
        <a:lstStyle/>
        <a:p>
          <a:endParaRPr lang="en-US"/>
        </a:p>
      </dgm:t>
    </dgm:pt>
    <dgm:pt modelId="{AA9806E3-7CF5-4352-87E0-16AA07252B16}">
      <dgm:prSet/>
      <dgm:spPr/>
      <dgm:t>
        <a:bodyPr/>
        <a:lstStyle/>
        <a:p>
          <a:r>
            <a:rPr lang="en-US" b="1" u="sng"/>
            <a:t>Psychopathology</a:t>
          </a:r>
          <a:r>
            <a:rPr lang="en-US"/>
            <a:t>: the study of psychological disorders, including their symptoms, etiology (i.e., their causes), and treatment.</a:t>
          </a:r>
        </a:p>
      </dgm:t>
    </dgm:pt>
    <dgm:pt modelId="{70F13B12-9604-47F1-8950-8C3DD94E6D8F}" type="parTrans" cxnId="{DCD75DA6-5260-481E-89A8-6C49E22029E7}">
      <dgm:prSet/>
      <dgm:spPr/>
      <dgm:t>
        <a:bodyPr/>
        <a:lstStyle/>
        <a:p>
          <a:endParaRPr lang="en-US"/>
        </a:p>
      </dgm:t>
    </dgm:pt>
    <dgm:pt modelId="{A0696481-F868-4445-9ED7-887B599633FD}" type="sibTrans" cxnId="{DCD75DA6-5260-481E-89A8-6C49E22029E7}">
      <dgm:prSet/>
      <dgm:spPr/>
      <dgm:t>
        <a:bodyPr/>
        <a:lstStyle/>
        <a:p>
          <a:endParaRPr lang="en-US"/>
        </a:p>
      </dgm:t>
    </dgm:pt>
    <dgm:pt modelId="{27ACE037-3990-4C26-B6D5-7062F8452CCE}" type="pres">
      <dgm:prSet presAssocID="{DB1645BF-2E06-44D5-96EA-DAD96719395E}" presName="hierChild1" presStyleCnt="0">
        <dgm:presLayoutVars>
          <dgm:chPref val="1"/>
          <dgm:dir/>
          <dgm:animOne val="branch"/>
          <dgm:animLvl val="lvl"/>
          <dgm:resizeHandles/>
        </dgm:presLayoutVars>
      </dgm:prSet>
      <dgm:spPr/>
    </dgm:pt>
    <dgm:pt modelId="{4F5DB766-348B-4B13-BEE7-99402476BAF6}" type="pres">
      <dgm:prSet presAssocID="{1F157E87-2029-4F96-BFE7-B8EF930868EB}" presName="hierRoot1" presStyleCnt="0"/>
      <dgm:spPr/>
    </dgm:pt>
    <dgm:pt modelId="{7EFFD7C5-01AD-4A49-B354-545FAF54B4EF}" type="pres">
      <dgm:prSet presAssocID="{1F157E87-2029-4F96-BFE7-B8EF930868EB}" presName="composite" presStyleCnt="0"/>
      <dgm:spPr/>
    </dgm:pt>
    <dgm:pt modelId="{881CA41E-1966-47A5-B962-F3B0612E4F30}" type="pres">
      <dgm:prSet presAssocID="{1F157E87-2029-4F96-BFE7-B8EF930868EB}" presName="background" presStyleLbl="node0" presStyleIdx="0" presStyleCnt="2"/>
      <dgm:spPr/>
    </dgm:pt>
    <dgm:pt modelId="{9FA84997-CCB9-4E3E-9FFA-83121D93BAAC}" type="pres">
      <dgm:prSet presAssocID="{1F157E87-2029-4F96-BFE7-B8EF930868EB}" presName="text" presStyleLbl="fgAcc0" presStyleIdx="0" presStyleCnt="2">
        <dgm:presLayoutVars>
          <dgm:chPref val="3"/>
        </dgm:presLayoutVars>
      </dgm:prSet>
      <dgm:spPr/>
    </dgm:pt>
    <dgm:pt modelId="{B9AEFAD0-B54F-4D72-A814-D9834473A332}" type="pres">
      <dgm:prSet presAssocID="{1F157E87-2029-4F96-BFE7-B8EF930868EB}" presName="hierChild2" presStyleCnt="0"/>
      <dgm:spPr/>
    </dgm:pt>
    <dgm:pt modelId="{4585819C-D459-4779-9FB6-2A30CA2D8AA9}" type="pres">
      <dgm:prSet presAssocID="{AA9806E3-7CF5-4352-87E0-16AA07252B16}" presName="hierRoot1" presStyleCnt="0"/>
      <dgm:spPr/>
    </dgm:pt>
    <dgm:pt modelId="{88AAA280-142F-4855-B71F-366E7126FBC6}" type="pres">
      <dgm:prSet presAssocID="{AA9806E3-7CF5-4352-87E0-16AA07252B16}" presName="composite" presStyleCnt="0"/>
      <dgm:spPr/>
    </dgm:pt>
    <dgm:pt modelId="{B3644DC0-F58B-455A-A83C-BE6192792A42}" type="pres">
      <dgm:prSet presAssocID="{AA9806E3-7CF5-4352-87E0-16AA07252B16}" presName="background" presStyleLbl="node0" presStyleIdx="1" presStyleCnt="2"/>
      <dgm:spPr/>
    </dgm:pt>
    <dgm:pt modelId="{1A56F3A1-11A6-423B-8E6B-0521C305AA21}" type="pres">
      <dgm:prSet presAssocID="{AA9806E3-7CF5-4352-87E0-16AA07252B16}" presName="text" presStyleLbl="fgAcc0" presStyleIdx="1" presStyleCnt="2">
        <dgm:presLayoutVars>
          <dgm:chPref val="3"/>
        </dgm:presLayoutVars>
      </dgm:prSet>
      <dgm:spPr/>
    </dgm:pt>
    <dgm:pt modelId="{0CDB3C2A-6BFC-429C-90A7-5B4E3659CA11}" type="pres">
      <dgm:prSet presAssocID="{AA9806E3-7CF5-4352-87E0-16AA07252B16}" presName="hierChild2" presStyleCnt="0"/>
      <dgm:spPr/>
    </dgm:pt>
  </dgm:ptLst>
  <dgm:cxnLst>
    <dgm:cxn modelId="{296E4A1A-80D3-42E4-8563-DA0E1297B0F0}" type="presOf" srcId="{1F157E87-2029-4F96-BFE7-B8EF930868EB}" destId="{9FA84997-CCB9-4E3E-9FFA-83121D93BAAC}" srcOrd="0" destOrd="0" presId="urn:microsoft.com/office/officeart/2005/8/layout/hierarchy1"/>
    <dgm:cxn modelId="{6B2B7E1B-7E04-4018-85EA-A1FA1E390979}" type="presOf" srcId="{AA9806E3-7CF5-4352-87E0-16AA07252B16}" destId="{1A56F3A1-11A6-423B-8E6B-0521C305AA21}" srcOrd="0" destOrd="0" presId="urn:microsoft.com/office/officeart/2005/8/layout/hierarchy1"/>
    <dgm:cxn modelId="{046078A3-583E-44C8-A862-2A3645D55DC5}" type="presOf" srcId="{DB1645BF-2E06-44D5-96EA-DAD96719395E}" destId="{27ACE037-3990-4C26-B6D5-7062F8452CCE}" srcOrd="0" destOrd="0" presId="urn:microsoft.com/office/officeart/2005/8/layout/hierarchy1"/>
    <dgm:cxn modelId="{DCD75DA6-5260-481E-89A8-6C49E22029E7}" srcId="{DB1645BF-2E06-44D5-96EA-DAD96719395E}" destId="{AA9806E3-7CF5-4352-87E0-16AA07252B16}" srcOrd="1" destOrd="0" parTransId="{70F13B12-9604-47F1-8950-8C3DD94E6D8F}" sibTransId="{A0696481-F868-4445-9ED7-887B599633FD}"/>
    <dgm:cxn modelId="{2E7815F2-FA38-4720-80B3-87B68B9B2C59}" srcId="{DB1645BF-2E06-44D5-96EA-DAD96719395E}" destId="{1F157E87-2029-4F96-BFE7-B8EF930868EB}" srcOrd="0" destOrd="0" parTransId="{2002FFA4-D739-4E3E-9CD4-E06DF65CDEC4}" sibTransId="{E9F201A3-FAC2-43A8-9633-4327C828097A}"/>
    <dgm:cxn modelId="{CD2A294A-C1EB-4CCC-858D-5BA55EB899C2}" type="presParOf" srcId="{27ACE037-3990-4C26-B6D5-7062F8452CCE}" destId="{4F5DB766-348B-4B13-BEE7-99402476BAF6}" srcOrd="0" destOrd="0" presId="urn:microsoft.com/office/officeart/2005/8/layout/hierarchy1"/>
    <dgm:cxn modelId="{9E40C660-1519-4384-A35E-B095CF26F53F}" type="presParOf" srcId="{4F5DB766-348B-4B13-BEE7-99402476BAF6}" destId="{7EFFD7C5-01AD-4A49-B354-545FAF54B4EF}" srcOrd="0" destOrd="0" presId="urn:microsoft.com/office/officeart/2005/8/layout/hierarchy1"/>
    <dgm:cxn modelId="{7242613A-C19C-4041-8ED6-1FA8434A93FF}" type="presParOf" srcId="{7EFFD7C5-01AD-4A49-B354-545FAF54B4EF}" destId="{881CA41E-1966-47A5-B962-F3B0612E4F30}" srcOrd="0" destOrd="0" presId="urn:microsoft.com/office/officeart/2005/8/layout/hierarchy1"/>
    <dgm:cxn modelId="{C960BB2B-674A-4530-9734-F7E8D16F691E}" type="presParOf" srcId="{7EFFD7C5-01AD-4A49-B354-545FAF54B4EF}" destId="{9FA84997-CCB9-4E3E-9FFA-83121D93BAAC}" srcOrd="1" destOrd="0" presId="urn:microsoft.com/office/officeart/2005/8/layout/hierarchy1"/>
    <dgm:cxn modelId="{31E0BF62-3729-4FFB-8AF3-362A62B90A0A}" type="presParOf" srcId="{4F5DB766-348B-4B13-BEE7-99402476BAF6}" destId="{B9AEFAD0-B54F-4D72-A814-D9834473A332}" srcOrd="1" destOrd="0" presId="urn:microsoft.com/office/officeart/2005/8/layout/hierarchy1"/>
    <dgm:cxn modelId="{8089F8CB-217F-412D-A23A-C73C901D9A6C}" type="presParOf" srcId="{27ACE037-3990-4C26-B6D5-7062F8452CCE}" destId="{4585819C-D459-4779-9FB6-2A30CA2D8AA9}" srcOrd="1" destOrd="0" presId="urn:microsoft.com/office/officeart/2005/8/layout/hierarchy1"/>
    <dgm:cxn modelId="{1E1CBF5C-A302-400B-8153-B21E1E7A83F5}" type="presParOf" srcId="{4585819C-D459-4779-9FB6-2A30CA2D8AA9}" destId="{88AAA280-142F-4855-B71F-366E7126FBC6}" srcOrd="0" destOrd="0" presId="urn:microsoft.com/office/officeart/2005/8/layout/hierarchy1"/>
    <dgm:cxn modelId="{C8AF8BF2-300A-49D9-93B1-20F5C26B1A7A}" type="presParOf" srcId="{88AAA280-142F-4855-B71F-366E7126FBC6}" destId="{B3644DC0-F58B-455A-A83C-BE6192792A42}" srcOrd="0" destOrd="0" presId="urn:microsoft.com/office/officeart/2005/8/layout/hierarchy1"/>
    <dgm:cxn modelId="{47B0BBAA-9CCE-4937-BCD0-8F0E3077C1E4}" type="presParOf" srcId="{88AAA280-142F-4855-B71F-366E7126FBC6}" destId="{1A56F3A1-11A6-423B-8E6B-0521C305AA21}" srcOrd="1" destOrd="0" presId="urn:microsoft.com/office/officeart/2005/8/layout/hierarchy1"/>
    <dgm:cxn modelId="{35371A58-6422-449E-9F43-B49DB79D826E}" type="presParOf" srcId="{4585819C-D459-4779-9FB6-2A30CA2D8AA9}" destId="{0CDB3C2A-6BFC-429C-90A7-5B4E3659CA1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893656-C85A-450A-A588-83C6987AAE9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A8C0402-D9F0-4876-A5D0-2E4DFE29AE26}">
      <dgm:prSet/>
      <dgm:spPr/>
      <dgm:t>
        <a:bodyPr/>
        <a:lstStyle/>
        <a:p>
          <a:pPr>
            <a:defRPr cap="all"/>
          </a:pPr>
          <a:r>
            <a:rPr lang="en-US"/>
            <a:t>Diagnostic and Statistical Manual of Mental Disorders (DSM-5)</a:t>
          </a:r>
        </a:p>
      </dgm:t>
    </dgm:pt>
    <dgm:pt modelId="{2C83E3D4-6875-44EF-B539-6F9A2295181C}" type="parTrans" cxnId="{97C8F9E1-7DBC-4BDE-9E70-5698688B570C}">
      <dgm:prSet/>
      <dgm:spPr/>
      <dgm:t>
        <a:bodyPr/>
        <a:lstStyle/>
        <a:p>
          <a:endParaRPr lang="en-US"/>
        </a:p>
      </dgm:t>
    </dgm:pt>
    <dgm:pt modelId="{67265339-BD06-4B33-8D8E-ACD1536A75C6}" type="sibTrans" cxnId="{97C8F9E1-7DBC-4BDE-9E70-5698688B570C}">
      <dgm:prSet/>
      <dgm:spPr/>
      <dgm:t>
        <a:bodyPr/>
        <a:lstStyle/>
        <a:p>
          <a:endParaRPr lang="en-US"/>
        </a:p>
      </dgm:t>
    </dgm:pt>
    <dgm:pt modelId="{5A1D2326-D3C6-4A72-9A6F-2EBA10E4F992}">
      <dgm:prSet/>
      <dgm:spPr/>
      <dgm:t>
        <a:bodyPr/>
        <a:lstStyle/>
        <a:p>
          <a:pPr>
            <a:defRPr cap="all"/>
          </a:pPr>
          <a:r>
            <a:rPr lang="en-US"/>
            <a:t>International Classification of Diseases (ICD)</a:t>
          </a:r>
        </a:p>
      </dgm:t>
    </dgm:pt>
    <dgm:pt modelId="{9D429E6A-5E40-429E-92B7-93330D9085E4}" type="parTrans" cxnId="{EE373D4A-DD55-4F12-A253-6A368DA22724}">
      <dgm:prSet/>
      <dgm:spPr/>
      <dgm:t>
        <a:bodyPr/>
        <a:lstStyle/>
        <a:p>
          <a:endParaRPr lang="en-US"/>
        </a:p>
      </dgm:t>
    </dgm:pt>
    <dgm:pt modelId="{34040510-3E99-40E8-ACDD-D09201ED2B5F}" type="sibTrans" cxnId="{EE373D4A-DD55-4F12-A253-6A368DA22724}">
      <dgm:prSet/>
      <dgm:spPr/>
      <dgm:t>
        <a:bodyPr/>
        <a:lstStyle/>
        <a:p>
          <a:endParaRPr lang="en-US"/>
        </a:p>
      </dgm:t>
    </dgm:pt>
    <dgm:pt modelId="{94F0B685-D27A-4DB8-A587-2429F1A5D2B0}" type="pres">
      <dgm:prSet presAssocID="{B7893656-C85A-450A-A588-83C6987AAE9D}" presName="root" presStyleCnt="0">
        <dgm:presLayoutVars>
          <dgm:dir/>
          <dgm:resizeHandles val="exact"/>
        </dgm:presLayoutVars>
      </dgm:prSet>
      <dgm:spPr/>
    </dgm:pt>
    <dgm:pt modelId="{733772C1-0923-4F46-AD8A-84561FF8B5EE}" type="pres">
      <dgm:prSet presAssocID="{3A8C0402-D9F0-4876-A5D0-2E4DFE29AE26}" presName="compNode" presStyleCnt="0"/>
      <dgm:spPr/>
    </dgm:pt>
    <dgm:pt modelId="{55D9AE60-5F4B-43B7-8BFD-CD476862FF43}" type="pres">
      <dgm:prSet presAssocID="{3A8C0402-D9F0-4876-A5D0-2E4DFE29AE26}" presName="iconBgRect" presStyleLbl="bgShp" presStyleIdx="0" presStyleCnt="2"/>
      <dgm:spPr>
        <a:prstGeom prst="round2DiagRect">
          <a:avLst>
            <a:gd name="adj1" fmla="val 29727"/>
            <a:gd name="adj2" fmla="val 0"/>
          </a:avLst>
        </a:prstGeom>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3C0BED6-51CE-4ED4-B199-716D4ADD92C6}" type="pres">
      <dgm:prSet presAssocID="{3A8C0402-D9F0-4876-A5D0-2E4DFE29AE26}"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in head"/>
        </a:ext>
      </dgm:extLst>
    </dgm:pt>
    <dgm:pt modelId="{16797CFE-06EB-4B24-8614-C4299CE666C8}" type="pres">
      <dgm:prSet presAssocID="{3A8C0402-D9F0-4876-A5D0-2E4DFE29AE26}" presName="spaceRect" presStyleCnt="0"/>
      <dgm:spPr/>
    </dgm:pt>
    <dgm:pt modelId="{D72A01D0-2232-4F7D-887D-2BB4CD1B32F2}" type="pres">
      <dgm:prSet presAssocID="{3A8C0402-D9F0-4876-A5D0-2E4DFE29AE26}" presName="textRect" presStyleLbl="revTx" presStyleIdx="0" presStyleCnt="2">
        <dgm:presLayoutVars>
          <dgm:chMax val="1"/>
          <dgm:chPref val="1"/>
        </dgm:presLayoutVars>
      </dgm:prSet>
      <dgm:spPr/>
    </dgm:pt>
    <dgm:pt modelId="{94AD7007-D69A-493A-94FE-1C62205A836B}" type="pres">
      <dgm:prSet presAssocID="{67265339-BD06-4B33-8D8E-ACD1536A75C6}" presName="sibTrans" presStyleCnt="0"/>
      <dgm:spPr/>
    </dgm:pt>
    <dgm:pt modelId="{D43045A0-9D1F-49BD-958E-C373EC1067F8}" type="pres">
      <dgm:prSet presAssocID="{5A1D2326-D3C6-4A72-9A6F-2EBA10E4F992}" presName="compNode" presStyleCnt="0"/>
      <dgm:spPr/>
    </dgm:pt>
    <dgm:pt modelId="{FBBF9556-4F50-4444-9364-81FF84388AA7}" type="pres">
      <dgm:prSet presAssocID="{5A1D2326-D3C6-4A72-9A6F-2EBA10E4F992}" presName="iconBgRect" presStyleLbl="bgShp" presStyleIdx="1" presStyleCnt="2"/>
      <dgm:spPr>
        <a:prstGeom prst="round2DiagRect">
          <a:avLst>
            <a:gd name="adj1" fmla="val 29727"/>
            <a:gd name="adj2" fmla="val 0"/>
          </a:avLst>
        </a:prstGeom>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182EF28-DDE9-4579-836B-B6255A156699}" type="pres">
      <dgm:prSet presAssocID="{5A1D2326-D3C6-4A72-9A6F-2EBA10E4F99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FF5CB0B4-83CE-4696-9BF4-EEBEB2FE8DA2}" type="pres">
      <dgm:prSet presAssocID="{5A1D2326-D3C6-4A72-9A6F-2EBA10E4F992}" presName="spaceRect" presStyleCnt="0"/>
      <dgm:spPr/>
    </dgm:pt>
    <dgm:pt modelId="{3663034E-B2F4-4977-A51A-13DD1F2A8D5B}" type="pres">
      <dgm:prSet presAssocID="{5A1D2326-D3C6-4A72-9A6F-2EBA10E4F992}" presName="textRect" presStyleLbl="revTx" presStyleIdx="1" presStyleCnt="2">
        <dgm:presLayoutVars>
          <dgm:chMax val="1"/>
          <dgm:chPref val="1"/>
        </dgm:presLayoutVars>
      </dgm:prSet>
      <dgm:spPr/>
    </dgm:pt>
  </dgm:ptLst>
  <dgm:cxnLst>
    <dgm:cxn modelId="{9F00D53C-B2BD-49D4-8775-9FA4CAB0BF7E}" type="presOf" srcId="{5A1D2326-D3C6-4A72-9A6F-2EBA10E4F992}" destId="{3663034E-B2F4-4977-A51A-13DD1F2A8D5B}" srcOrd="0" destOrd="0" presId="urn:microsoft.com/office/officeart/2018/5/layout/IconLeafLabelList"/>
    <dgm:cxn modelId="{8926515E-647D-4891-91C6-96E6107C277F}" type="presOf" srcId="{B7893656-C85A-450A-A588-83C6987AAE9D}" destId="{94F0B685-D27A-4DB8-A587-2429F1A5D2B0}" srcOrd="0" destOrd="0" presId="urn:microsoft.com/office/officeart/2018/5/layout/IconLeafLabelList"/>
    <dgm:cxn modelId="{EE373D4A-DD55-4F12-A253-6A368DA22724}" srcId="{B7893656-C85A-450A-A588-83C6987AAE9D}" destId="{5A1D2326-D3C6-4A72-9A6F-2EBA10E4F992}" srcOrd="1" destOrd="0" parTransId="{9D429E6A-5E40-429E-92B7-93330D9085E4}" sibTransId="{34040510-3E99-40E8-ACDD-D09201ED2B5F}"/>
    <dgm:cxn modelId="{DE9FE2AA-9C6B-4A8F-A312-BC9B21E68012}" type="presOf" srcId="{3A8C0402-D9F0-4876-A5D0-2E4DFE29AE26}" destId="{D72A01D0-2232-4F7D-887D-2BB4CD1B32F2}" srcOrd="0" destOrd="0" presId="urn:microsoft.com/office/officeart/2018/5/layout/IconLeafLabelList"/>
    <dgm:cxn modelId="{97C8F9E1-7DBC-4BDE-9E70-5698688B570C}" srcId="{B7893656-C85A-450A-A588-83C6987AAE9D}" destId="{3A8C0402-D9F0-4876-A5D0-2E4DFE29AE26}" srcOrd="0" destOrd="0" parTransId="{2C83E3D4-6875-44EF-B539-6F9A2295181C}" sibTransId="{67265339-BD06-4B33-8D8E-ACD1536A75C6}"/>
    <dgm:cxn modelId="{39415BBC-5B5C-485E-8052-65DABDBD89DB}" type="presParOf" srcId="{94F0B685-D27A-4DB8-A587-2429F1A5D2B0}" destId="{733772C1-0923-4F46-AD8A-84561FF8B5EE}" srcOrd="0" destOrd="0" presId="urn:microsoft.com/office/officeart/2018/5/layout/IconLeafLabelList"/>
    <dgm:cxn modelId="{540CD2DE-5282-4E49-B80D-F3E97EA0B2EA}" type="presParOf" srcId="{733772C1-0923-4F46-AD8A-84561FF8B5EE}" destId="{55D9AE60-5F4B-43B7-8BFD-CD476862FF43}" srcOrd="0" destOrd="0" presId="urn:microsoft.com/office/officeart/2018/5/layout/IconLeafLabelList"/>
    <dgm:cxn modelId="{10869DCC-717D-4EB5-A9C0-3F4B377118E0}" type="presParOf" srcId="{733772C1-0923-4F46-AD8A-84561FF8B5EE}" destId="{33C0BED6-51CE-4ED4-B199-716D4ADD92C6}" srcOrd="1" destOrd="0" presId="urn:microsoft.com/office/officeart/2018/5/layout/IconLeafLabelList"/>
    <dgm:cxn modelId="{FF0270EF-ECDF-4D9F-9743-09A549A0CCA7}" type="presParOf" srcId="{733772C1-0923-4F46-AD8A-84561FF8B5EE}" destId="{16797CFE-06EB-4B24-8614-C4299CE666C8}" srcOrd="2" destOrd="0" presId="urn:microsoft.com/office/officeart/2018/5/layout/IconLeafLabelList"/>
    <dgm:cxn modelId="{4D6E6338-1E0E-4437-ACFB-90057074C1D8}" type="presParOf" srcId="{733772C1-0923-4F46-AD8A-84561FF8B5EE}" destId="{D72A01D0-2232-4F7D-887D-2BB4CD1B32F2}" srcOrd="3" destOrd="0" presId="urn:microsoft.com/office/officeart/2018/5/layout/IconLeafLabelList"/>
    <dgm:cxn modelId="{703EE816-D9A0-4F64-86DF-1FE1A66326F0}" type="presParOf" srcId="{94F0B685-D27A-4DB8-A587-2429F1A5D2B0}" destId="{94AD7007-D69A-493A-94FE-1C62205A836B}" srcOrd="1" destOrd="0" presId="urn:microsoft.com/office/officeart/2018/5/layout/IconLeafLabelList"/>
    <dgm:cxn modelId="{28EF66F0-1AC9-4828-BF05-670AA7F48007}" type="presParOf" srcId="{94F0B685-D27A-4DB8-A587-2429F1A5D2B0}" destId="{D43045A0-9D1F-49BD-958E-C373EC1067F8}" srcOrd="2" destOrd="0" presId="urn:microsoft.com/office/officeart/2018/5/layout/IconLeafLabelList"/>
    <dgm:cxn modelId="{C4080C53-9BF7-4BFE-8212-7070C107B268}" type="presParOf" srcId="{D43045A0-9D1F-49BD-958E-C373EC1067F8}" destId="{FBBF9556-4F50-4444-9364-81FF84388AA7}" srcOrd="0" destOrd="0" presId="urn:microsoft.com/office/officeart/2018/5/layout/IconLeafLabelList"/>
    <dgm:cxn modelId="{EE112239-AE50-44F9-A650-237F7447E714}" type="presParOf" srcId="{D43045A0-9D1F-49BD-958E-C373EC1067F8}" destId="{6182EF28-DDE9-4579-836B-B6255A156699}" srcOrd="1" destOrd="0" presId="urn:microsoft.com/office/officeart/2018/5/layout/IconLeafLabelList"/>
    <dgm:cxn modelId="{397D7336-1743-410F-916C-5066F8C08486}" type="presParOf" srcId="{D43045A0-9D1F-49BD-958E-C373EC1067F8}" destId="{FF5CB0B4-83CE-4696-9BF4-EEBEB2FE8DA2}" srcOrd="2" destOrd="0" presId="urn:microsoft.com/office/officeart/2018/5/layout/IconLeafLabelList"/>
    <dgm:cxn modelId="{84BAB6C4-153D-4434-B3DD-567E20CFEA8A}" type="presParOf" srcId="{D43045A0-9D1F-49BD-958E-C373EC1067F8}" destId="{3663034E-B2F4-4977-A51A-13DD1F2A8D5B}"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4A40F5-C34A-4B95-AEBB-E52C94835D08}"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91512300-ECE9-43AE-B2B9-BC7429D17CD9}">
      <dgm:prSet/>
      <dgm:spPr>
        <a:solidFill>
          <a:schemeClr val="accent1">
            <a:lumMod val="40000"/>
            <a:lumOff val="60000"/>
          </a:schemeClr>
        </a:solidFill>
      </dgm:spPr>
      <dgm:t>
        <a:bodyPr/>
        <a:lstStyle/>
        <a:p>
          <a:r>
            <a:rPr lang="en-US" dirty="0">
              <a:solidFill>
                <a:schemeClr val="tx1"/>
              </a:solidFill>
            </a:rPr>
            <a:t>The supernatural perspective</a:t>
          </a:r>
        </a:p>
      </dgm:t>
    </dgm:pt>
    <dgm:pt modelId="{1928CDB0-02E3-4976-B2C0-BCCF7461A71E}" type="parTrans" cxnId="{882CF686-EED9-43D0-A3FE-D9CED42B2310}">
      <dgm:prSet/>
      <dgm:spPr/>
      <dgm:t>
        <a:bodyPr/>
        <a:lstStyle/>
        <a:p>
          <a:endParaRPr lang="en-US"/>
        </a:p>
      </dgm:t>
    </dgm:pt>
    <dgm:pt modelId="{85FA5606-B2A1-4C4E-A42B-921341B26D98}" type="sibTrans" cxnId="{882CF686-EED9-43D0-A3FE-D9CED42B2310}">
      <dgm:prSet/>
      <dgm:spPr/>
      <dgm:t>
        <a:bodyPr/>
        <a:lstStyle/>
        <a:p>
          <a:endParaRPr lang="en-US"/>
        </a:p>
      </dgm:t>
    </dgm:pt>
    <dgm:pt modelId="{0C1BF80A-45F9-4343-B218-63811BE14B15}">
      <dgm:prSet/>
      <dgm:spPr>
        <a:solidFill>
          <a:schemeClr val="accent2">
            <a:lumMod val="40000"/>
            <a:lumOff val="60000"/>
          </a:schemeClr>
        </a:solidFill>
      </dgm:spPr>
      <dgm:t>
        <a:bodyPr/>
        <a:lstStyle/>
        <a:p>
          <a:r>
            <a:rPr lang="en-US" dirty="0">
              <a:solidFill>
                <a:schemeClr val="tx1"/>
              </a:solidFill>
            </a:rPr>
            <a:t>The biological perspective</a:t>
          </a:r>
        </a:p>
      </dgm:t>
    </dgm:pt>
    <dgm:pt modelId="{FA368A82-042E-461B-B4DD-A8BE2D8EBD2E}" type="parTrans" cxnId="{AB0C7A2B-C884-4CB6-9610-1BEDA65EFBE9}">
      <dgm:prSet/>
      <dgm:spPr/>
      <dgm:t>
        <a:bodyPr/>
        <a:lstStyle/>
        <a:p>
          <a:endParaRPr lang="en-US"/>
        </a:p>
      </dgm:t>
    </dgm:pt>
    <dgm:pt modelId="{27723731-2872-413E-A6D3-2A692D91EC3E}" type="sibTrans" cxnId="{AB0C7A2B-C884-4CB6-9610-1BEDA65EFBE9}">
      <dgm:prSet/>
      <dgm:spPr/>
      <dgm:t>
        <a:bodyPr/>
        <a:lstStyle/>
        <a:p>
          <a:endParaRPr lang="en-US"/>
        </a:p>
      </dgm:t>
    </dgm:pt>
    <dgm:pt modelId="{2DC32F38-191B-4353-BAFC-29F9BEF57BD1}">
      <dgm:prSet/>
      <dgm:spPr>
        <a:solidFill>
          <a:schemeClr val="accent6">
            <a:lumMod val="40000"/>
            <a:lumOff val="60000"/>
          </a:schemeClr>
        </a:solidFill>
      </dgm:spPr>
      <dgm:t>
        <a:bodyPr/>
        <a:lstStyle/>
        <a:p>
          <a:r>
            <a:rPr lang="en-US">
              <a:solidFill>
                <a:schemeClr val="tx1"/>
              </a:solidFill>
            </a:rPr>
            <a:t>The diathesis-stress model </a:t>
          </a:r>
        </a:p>
      </dgm:t>
    </dgm:pt>
    <dgm:pt modelId="{9D58477F-3147-4E88-BB2D-E6519BD01C26}" type="parTrans" cxnId="{ED9BFDD6-5BE8-463E-9419-5F1E61E42B40}">
      <dgm:prSet/>
      <dgm:spPr/>
      <dgm:t>
        <a:bodyPr/>
        <a:lstStyle/>
        <a:p>
          <a:endParaRPr lang="en-US"/>
        </a:p>
      </dgm:t>
    </dgm:pt>
    <dgm:pt modelId="{C01AA2A5-44B9-4431-A4A3-50FE8B764545}" type="sibTrans" cxnId="{ED9BFDD6-5BE8-463E-9419-5F1E61E42B40}">
      <dgm:prSet/>
      <dgm:spPr/>
      <dgm:t>
        <a:bodyPr/>
        <a:lstStyle/>
        <a:p>
          <a:endParaRPr lang="en-US"/>
        </a:p>
      </dgm:t>
    </dgm:pt>
    <dgm:pt modelId="{28B61C0E-6DB1-4907-AC09-FA94DFA6FBEA}" type="pres">
      <dgm:prSet presAssocID="{2F4A40F5-C34A-4B95-AEBB-E52C94835D08}" presName="linear" presStyleCnt="0">
        <dgm:presLayoutVars>
          <dgm:animLvl val="lvl"/>
          <dgm:resizeHandles val="exact"/>
        </dgm:presLayoutVars>
      </dgm:prSet>
      <dgm:spPr/>
    </dgm:pt>
    <dgm:pt modelId="{2A21EC47-AF0B-4F8A-9BF9-8406D4E1130A}" type="pres">
      <dgm:prSet presAssocID="{91512300-ECE9-43AE-B2B9-BC7429D17CD9}" presName="parentText" presStyleLbl="node1" presStyleIdx="0" presStyleCnt="3">
        <dgm:presLayoutVars>
          <dgm:chMax val="0"/>
          <dgm:bulletEnabled val="1"/>
        </dgm:presLayoutVars>
      </dgm:prSet>
      <dgm:spPr/>
    </dgm:pt>
    <dgm:pt modelId="{3D5B8FBA-9B4B-4882-A55B-03E918E5E3B8}" type="pres">
      <dgm:prSet presAssocID="{85FA5606-B2A1-4C4E-A42B-921341B26D98}" presName="spacer" presStyleCnt="0"/>
      <dgm:spPr/>
    </dgm:pt>
    <dgm:pt modelId="{F9AC8484-4B72-44FC-8094-7BF080C5BFBF}" type="pres">
      <dgm:prSet presAssocID="{0C1BF80A-45F9-4343-B218-63811BE14B15}" presName="parentText" presStyleLbl="node1" presStyleIdx="1" presStyleCnt="3">
        <dgm:presLayoutVars>
          <dgm:chMax val="0"/>
          <dgm:bulletEnabled val="1"/>
        </dgm:presLayoutVars>
      </dgm:prSet>
      <dgm:spPr/>
    </dgm:pt>
    <dgm:pt modelId="{93D2BDAF-B616-4A17-B9D0-EB74C8165885}" type="pres">
      <dgm:prSet presAssocID="{27723731-2872-413E-A6D3-2A692D91EC3E}" presName="spacer" presStyleCnt="0"/>
      <dgm:spPr/>
    </dgm:pt>
    <dgm:pt modelId="{CB12D02E-DA10-4380-B026-B981F2BA7AF4}" type="pres">
      <dgm:prSet presAssocID="{2DC32F38-191B-4353-BAFC-29F9BEF57BD1}" presName="parentText" presStyleLbl="node1" presStyleIdx="2" presStyleCnt="3">
        <dgm:presLayoutVars>
          <dgm:chMax val="0"/>
          <dgm:bulletEnabled val="1"/>
        </dgm:presLayoutVars>
      </dgm:prSet>
      <dgm:spPr/>
    </dgm:pt>
  </dgm:ptLst>
  <dgm:cxnLst>
    <dgm:cxn modelId="{B1CA0F10-8216-419B-9B2C-861E4BC7B403}" type="presOf" srcId="{2F4A40F5-C34A-4B95-AEBB-E52C94835D08}" destId="{28B61C0E-6DB1-4907-AC09-FA94DFA6FBEA}" srcOrd="0" destOrd="0" presId="urn:microsoft.com/office/officeart/2005/8/layout/vList2"/>
    <dgm:cxn modelId="{AB0C7A2B-C884-4CB6-9610-1BEDA65EFBE9}" srcId="{2F4A40F5-C34A-4B95-AEBB-E52C94835D08}" destId="{0C1BF80A-45F9-4343-B218-63811BE14B15}" srcOrd="1" destOrd="0" parTransId="{FA368A82-042E-461B-B4DD-A8BE2D8EBD2E}" sibTransId="{27723731-2872-413E-A6D3-2A692D91EC3E}"/>
    <dgm:cxn modelId="{46A66958-6462-4B58-9009-EFBB292712E9}" type="presOf" srcId="{2DC32F38-191B-4353-BAFC-29F9BEF57BD1}" destId="{CB12D02E-DA10-4380-B026-B981F2BA7AF4}" srcOrd="0" destOrd="0" presId="urn:microsoft.com/office/officeart/2005/8/layout/vList2"/>
    <dgm:cxn modelId="{882CF686-EED9-43D0-A3FE-D9CED42B2310}" srcId="{2F4A40F5-C34A-4B95-AEBB-E52C94835D08}" destId="{91512300-ECE9-43AE-B2B9-BC7429D17CD9}" srcOrd="0" destOrd="0" parTransId="{1928CDB0-02E3-4976-B2C0-BCCF7461A71E}" sibTransId="{85FA5606-B2A1-4C4E-A42B-921341B26D98}"/>
    <dgm:cxn modelId="{FA211092-2DA0-4846-8050-F5F8A14725B4}" type="presOf" srcId="{0C1BF80A-45F9-4343-B218-63811BE14B15}" destId="{F9AC8484-4B72-44FC-8094-7BF080C5BFBF}" srcOrd="0" destOrd="0" presId="urn:microsoft.com/office/officeart/2005/8/layout/vList2"/>
    <dgm:cxn modelId="{B555BBC8-60DD-49D8-88E5-0D22673F8552}" type="presOf" srcId="{91512300-ECE9-43AE-B2B9-BC7429D17CD9}" destId="{2A21EC47-AF0B-4F8A-9BF9-8406D4E1130A}" srcOrd="0" destOrd="0" presId="urn:microsoft.com/office/officeart/2005/8/layout/vList2"/>
    <dgm:cxn modelId="{ED9BFDD6-5BE8-463E-9419-5F1E61E42B40}" srcId="{2F4A40F5-C34A-4B95-AEBB-E52C94835D08}" destId="{2DC32F38-191B-4353-BAFC-29F9BEF57BD1}" srcOrd="2" destOrd="0" parTransId="{9D58477F-3147-4E88-BB2D-E6519BD01C26}" sibTransId="{C01AA2A5-44B9-4431-A4A3-50FE8B764545}"/>
    <dgm:cxn modelId="{7D28A664-1A06-4C5B-A311-E61BEA9267CD}" type="presParOf" srcId="{28B61C0E-6DB1-4907-AC09-FA94DFA6FBEA}" destId="{2A21EC47-AF0B-4F8A-9BF9-8406D4E1130A}" srcOrd="0" destOrd="0" presId="urn:microsoft.com/office/officeart/2005/8/layout/vList2"/>
    <dgm:cxn modelId="{A633DC8C-4E61-4673-B397-C611C09746A2}" type="presParOf" srcId="{28B61C0E-6DB1-4907-AC09-FA94DFA6FBEA}" destId="{3D5B8FBA-9B4B-4882-A55B-03E918E5E3B8}" srcOrd="1" destOrd="0" presId="urn:microsoft.com/office/officeart/2005/8/layout/vList2"/>
    <dgm:cxn modelId="{ED2C8B0E-7636-4848-8D52-8C90440CC668}" type="presParOf" srcId="{28B61C0E-6DB1-4907-AC09-FA94DFA6FBEA}" destId="{F9AC8484-4B72-44FC-8094-7BF080C5BFBF}" srcOrd="2" destOrd="0" presId="urn:microsoft.com/office/officeart/2005/8/layout/vList2"/>
    <dgm:cxn modelId="{0CD0B29B-B506-4EF6-BBE4-0F2381D8B98C}" type="presParOf" srcId="{28B61C0E-6DB1-4907-AC09-FA94DFA6FBEA}" destId="{93D2BDAF-B616-4A17-B9D0-EB74C8165885}" srcOrd="3" destOrd="0" presId="urn:microsoft.com/office/officeart/2005/8/layout/vList2"/>
    <dgm:cxn modelId="{4C5A1719-AC46-40DD-89E0-9494A24FEB06}" type="presParOf" srcId="{28B61C0E-6DB1-4907-AC09-FA94DFA6FBEA}" destId="{CB12D02E-DA10-4380-B026-B981F2BA7AF4}"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3C1F2C-23A2-43E2-BBE9-2CCE623BB9E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5650180-D038-473A-A397-2E00DDA5DFD5}">
      <dgm:prSet/>
      <dgm:spPr/>
      <dgm:t>
        <a:bodyPr/>
        <a:lstStyle/>
        <a:p>
          <a:r>
            <a:rPr lang="en-US"/>
            <a:t>Major depressive disorder</a:t>
          </a:r>
        </a:p>
      </dgm:t>
    </dgm:pt>
    <dgm:pt modelId="{202C31F1-137F-46F5-AD33-BCA50965B90C}" type="parTrans" cxnId="{8E9613B4-3518-46EF-976C-DC490F407E41}">
      <dgm:prSet/>
      <dgm:spPr/>
      <dgm:t>
        <a:bodyPr/>
        <a:lstStyle/>
        <a:p>
          <a:endParaRPr lang="en-US"/>
        </a:p>
      </dgm:t>
    </dgm:pt>
    <dgm:pt modelId="{9D171011-09CE-4B25-8419-3D04BA968DA7}" type="sibTrans" cxnId="{8E9613B4-3518-46EF-976C-DC490F407E41}">
      <dgm:prSet/>
      <dgm:spPr/>
      <dgm:t>
        <a:bodyPr/>
        <a:lstStyle/>
        <a:p>
          <a:endParaRPr lang="en-US"/>
        </a:p>
      </dgm:t>
    </dgm:pt>
    <dgm:pt modelId="{8100D8CE-A3DD-4632-9E6C-662E5DDB69CD}">
      <dgm:prSet/>
      <dgm:spPr/>
      <dgm:t>
        <a:bodyPr/>
        <a:lstStyle/>
        <a:p>
          <a:r>
            <a:rPr lang="en-US"/>
            <a:t>Suicidal ideation</a:t>
          </a:r>
        </a:p>
      </dgm:t>
    </dgm:pt>
    <dgm:pt modelId="{11F509FA-37D3-4588-BA9B-DD6027768735}" type="parTrans" cxnId="{DBBE2FA3-0747-4FE5-8061-6E61083E05EE}">
      <dgm:prSet/>
      <dgm:spPr/>
      <dgm:t>
        <a:bodyPr/>
        <a:lstStyle/>
        <a:p>
          <a:endParaRPr lang="en-US"/>
        </a:p>
      </dgm:t>
    </dgm:pt>
    <dgm:pt modelId="{143769D4-DB9D-4882-96B7-78B2EC7C5007}" type="sibTrans" cxnId="{DBBE2FA3-0747-4FE5-8061-6E61083E05EE}">
      <dgm:prSet/>
      <dgm:spPr/>
      <dgm:t>
        <a:bodyPr/>
        <a:lstStyle/>
        <a:p>
          <a:endParaRPr lang="en-US"/>
        </a:p>
      </dgm:t>
    </dgm:pt>
    <dgm:pt modelId="{CA2AAFDD-A281-41E3-AAF3-B876174C84A2}">
      <dgm:prSet/>
      <dgm:spPr/>
      <dgm:t>
        <a:bodyPr/>
        <a:lstStyle/>
        <a:p>
          <a:r>
            <a:rPr lang="en-US" dirty="0"/>
            <a:t>Seasonal affective disorder</a:t>
          </a:r>
        </a:p>
      </dgm:t>
    </dgm:pt>
    <dgm:pt modelId="{00D54EBF-FCD3-44A2-BE4D-CA89D5C11D20}" type="parTrans" cxnId="{8310EEF7-3D95-4321-8005-CCB75A085F95}">
      <dgm:prSet/>
      <dgm:spPr/>
      <dgm:t>
        <a:bodyPr/>
        <a:lstStyle/>
        <a:p>
          <a:endParaRPr lang="en-US"/>
        </a:p>
      </dgm:t>
    </dgm:pt>
    <dgm:pt modelId="{58E4A79C-0214-431E-8843-BB1F02EACDC9}" type="sibTrans" cxnId="{8310EEF7-3D95-4321-8005-CCB75A085F95}">
      <dgm:prSet/>
      <dgm:spPr/>
      <dgm:t>
        <a:bodyPr/>
        <a:lstStyle/>
        <a:p>
          <a:endParaRPr lang="en-US"/>
        </a:p>
      </dgm:t>
    </dgm:pt>
    <dgm:pt modelId="{E1BC7CB9-3AE1-4684-ABCE-B7EFBB166A63}">
      <dgm:prSet/>
      <dgm:spPr/>
      <dgm:t>
        <a:bodyPr/>
        <a:lstStyle/>
        <a:p>
          <a:r>
            <a:rPr lang="en-US"/>
            <a:t>Postpartum depression</a:t>
          </a:r>
        </a:p>
      </dgm:t>
    </dgm:pt>
    <dgm:pt modelId="{D4590945-B5D0-4F9B-9F02-A82D806580B8}" type="parTrans" cxnId="{6BB2EF6E-BE78-41CE-AC41-C2EB7BB11C2A}">
      <dgm:prSet/>
      <dgm:spPr/>
      <dgm:t>
        <a:bodyPr/>
        <a:lstStyle/>
        <a:p>
          <a:endParaRPr lang="en-US"/>
        </a:p>
      </dgm:t>
    </dgm:pt>
    <dgm:pt modelId="{C03C652F-4C3E-42CD-A5F8-FC0B356F6D29}" type="sibTrans" cxnId="{6BB2EF6E-BE78-41CE-AC41-C2EB7BB11C2A}">
      <dgm:prSet/>
      <dgm:spPr/>
      <dgm:t>
        <a:bodyPr/>
        <a:lstStyle/>
        <a:p>
          <a:endParaRPr lang="en-US"/>
        </a:p>
      </dgm:t>
    </dgm:pt>
    <dgm:pt modelId="{6E74382F-055E-4E86-BCE4-AB0DD59EDEC3}">
      <dgm:prSet/>
      <dgm:spPr/>
      <dgm:t>
        <a:bodyPr/>
        <a:lstStyle/>
        <a:p>
          <a:r>
            <a:rPr lang="en-US"/>
            <a:t>Persistent depressive disorder</a:t>
          </a:r>
        </a:p>
      </dgm:t>
    </dgm:pt>
    <dgm:pt modelId="{4F2E6EC6-6348-4273-AA03-56FB4F5C96E0}" type="parTrans" cxnId="{542DB61F-F3AF-4783-9AB9-C453104E867E}">
      <dgm:prSet/>
      <dgm:spPr/>
      <dgm:t>
        <a:bodyPr/>
        <a:lstStyle/>
        <a:p>
          <a:endParaRPr lang="en-US"/>
        </a:p>
      </dgm:t>
    </dgm:pt>
    <dgm:pt modelId="{9E7D0BF9-BF44-4B5C-908B-EE00F5DD9910}" type="sibTrans" cxnId="{542DB61F-F3AF-4783-9AB9-C453104E867E}">
      <dgm:prSet/>
      <dgm:spPr/>
      <dgm:t>
        <a:bodyPr/>
        <a:lstStyle/>
        <a:p>
          <a:endParaRPr lang="en-US"/>
        </a:p>
      </dgm:t>
    </dgm:pt>
    <dgm:pt modelId="{4707E166-F048-4410-AE28-4AF5AEAFA802}" type="pres">
      <dgm:prSet presAssocID="{833C1F2C-23A2-43E2-BBE9-2CCE623BB9E9}" presName="vert0" presStyleCnt="0">
        <dgm:presLayoutVars>
          <dgm:dir/>
          <dgm:animOne val="branch"/>
          <dgm:animLvl val="lvl"/>
        </dgm:presLayoutVars>
      </dgm:prSet>
      <dgm:spPr/>
    </dgm:pt>
    <dgm:pt modelId="{D458BB4F-215E-4B2E-A62F-0367AD4DAD5F}" type="pres">
      <dgm:prSet presAssocID="{C5650180-D038-473A-A397-2E00DDA5DFD5}" presName="thickLine" presStyleLbl="alignNode1" presStyleIdx="0" presStyleCnt="5"/>
      <dgm:spPr/>
    </dgm:pt>
    <dgm:pt modelId="{4680BF84-01D7-4EE5-870A-B60EC76D0E80}" type="pres">
      <dgm:prSet presAssocID="{C5650180-D038-473A-A397-2E00DDA5DFD5}" presName="horz1" presStyleCnt="0"/>
      <dgm:spPr/>
    </dgm:pt>
    <dgm:pt modelId="{A7B2213C-1323-46AC-A749-94353F9ED0F0}" type="pres">
      <dgm:prSet presAssocID="{C5650180-D038-473A-A397-2E00DDA5DFD5}" presName="tx1" presStyleLbl="revTx" presStyleIdx="0" presStyleCnt="5"/>
      <dgm:spPr/>
    </dgm:pt>
    <dgm:pt modelId="{4CBF2927-8179-40DB-91CB-FB71C6AB8DBE}" type="pres">
      <dgm:prSet presAssocID="{C5650180-D038-473A-A397-2E00DDA5DFD5}" presName="vert1" presStyleCnt="0"/>
      <dgm:spPr/>
    </dgm:pt>
    <dgm:pt modelId="{603673C8-9BF7-4787-8CDE-34541BF10D08}" type="pres">
      <dgm:prSet presAssocID="{8100D8CE-A3DD-4632-9E6C-662E5DDB69CD}" presName="thickLine" presStyleLbl="alignNode1" presStyleIdx="1" presStyleCnt="5"/>
      <dgm:spPr/>
    </dgm:pt>
    <dgm:pt modelId="{34DDB15A-ED74-4BFE-B823-C6ED7F563930}" type="pres">
      <dgm:prSet presAssocID="{8100D8CE-A3DD-4632-9E6C-662E5DDB69CD}" presName="horz1" presStyleCnt="0"/>
      <dgm:spPr/>
    </dgm:pt>
    <dgm:pt modelId="{F5EC9354-5316-479C-85A1-B751CEA10ADC}" type="pres">
      <dgm:prSet presAssocID="{8100D8CE-A3DD-4632-9E6C-662E5DDB69CD}" presName="tx1" presStyleLbl="revTx" presStyleIdx="1" presStyleCnt="5"/>
      <dgm:spPr/>
    </dgm:pt>
    <dgm:pt modelId="{48A4D7FF-F0CF-4D37-8788-615D7ED50A4F}" type="pres">
      <dgm:prSet presAssocID="{8100D8CE-A3DD-4632-9E6C-662E5DDB69CD}" presName="vert1" presStyleCnt="0"/>
      <dgm:spPr/>
    </dgm:pt>
    <dgm:pt modelId="{2DB3684A-0759-4990-9A3A-5906C182933E}" type="pres">
      <dgm:prSet presAssocID="{CA2AAFDD-A281-41E3-AAF3-B876174C84A2}" presName="thickLine" presStyleLbl="alignNode1" presStyleIdx="2" presStyleCnt="5"/>
      <dgm:spPr/>
    </dgm:pt>
    <dgm:pt modelId="{4DA1B6CB-53DC-4AC6-834C-CEE6A64D32F4}" type="pres">
      <dgm:prSet presAssocID="{CA2AAFDD-A281-41E3-AAF3-B876174C84A2}" presName="horz1" presStyleCnt="0"/>
      <dgm:spPr/>
    </dgm:pt>
    <dgm:pt modelId="{9A020CD6-6299-4649-BB9A-E74046CC53F0}" type="pres">
      <dgm:prSet presAssocID="{CA2AAFDD-A281-41E3-AAF3-B876174C84A2}" presName="tx1" presStyleLbl="revTx" presStyleIdx="2" presStyleCnt="5"/>
      <dgm:spPr/>
    </dgm:pt>
    <dgm:pt modelId="{A16C9493-CC81-4021-8EC3-92B6063BFEEF}" type="pres">
      <dgm:prSet presAssocID="{CA2AAFDD-A281-41E3-AAF3-B876174C84A2}" presName="vert1" presStyleCnt="0"/>
      <dgm:spPr/>
    </dgm:pt>
    <dgm:pt modelId="{EAF1BA58-BFD6-411C-ADE7-A943543162A5}" type="pres">
      <dgm:prSet presAssocID="{E1BC7CB9-3AE1-4684-ABCE-B7EFBB166A63}" presName="thickLine" presStyleLbl="alignNode1" presStyleIdx="3" presStyleCnt="5"/>
      <dgm:spPr/>
    </dgm:pt>
    <dgm:pt modelId="{DD971EF5-7400-4E15-8EFB-666EAD95E117}" type="pres">
      <dgm:prSet presAssocID="{E1BC7CB9-3AE1-4684-ABCE-B7EFBB166A63}" presName="horz1" presStyleCnt="0"/>
      <dgm:spPr/>
    </dgm:pt>
    <dgm:pt modelId="{344990F2-4C54-4121-B8EE-5875C641C96A}" type="pres">
      <dgm:prSet presAssocID="{E1BC7CB9-3AE1-4684-ABCE-B7EFBB166A63}" presName="tx1" presStyleLbl="revTx" presStyleIdx="3" presStyleCnt="5"/>
      <dgm:spPr/>
    </dgm:pt>
    <dgm:pt modelId="{A6AD612F-A30C-4C7F-B71D-CD16A1471660}" type="pres">
      <dgm:prSet presAssocID="{E1BC7CB9-3AE1-4684-ABCE-B7EFBB166A63}" presName="vert1" presStyleCnt="0"/>
      <dgm:spPr/>
    </dgm:pt>
    <dgm:pt modelId="{59F6231E-C048-4F95-920E-95E9AB62DBD8}" type="pres">
      <dgm:prSet presAssocID="{6E74382F-055E-4E86-BCE4-AB0DD59EDEC3}" presName="thickLine" presStyleLbl="alignNode1" presStyleIdx="4" presStyleCnt="5"/>
      <dgm:spPr/>
    </dgm:pt>
    <dgm:pt modelId="{21795F2A-A9F9-4C61-9C98-372E70A503CB}" type="pres">
      <dgm:prSet presAssocID="{6E74382F-055E-4E86-BCE4-AB0DD59EDEC3}" presName="horz1" presStyleCnt="0"/>
      <dgm:spPr/>
    </dgm:pt>
    <dgm:pt modelId="{8EB9F25B-EA12-4316-B603-E0500F442827}" type="pres">
      <dgm:prSet presAssocID="{6E74382F-055E-4E86-BCE4-AB0DD59EDEC3}" presName="tx1" presStyleLbl="revTx" presStyleIdx="4" presStyleCnt="5"/>
      <dgm:spPr/>
    </dgm:pt>
    <dgm:pt modelId="{76A2A8B4-F579-48A4-8D89-292459517126}" type="pres">
      <dgm:prSet presAssocID="{6E74382F-055E-4E86-BCE4-AB0DD59EDEC3}" presName="vert1" presStyleCnt="0"/>
      <dgm:spPr/>
    </dgm:pt>
  </dgm:ptLst>
  <dgm:cxnLst>
    <dgm:cxn modelId="{3E130B09-9072-4610-9E9A-C55F9B855A4D}" type="presOf" srcId="{833C1F2C-23A2-43E2-BBE9-2CCE623BB9E9}" destId="{4707E166-F048-4410-AE28-4AF5AEAFA802}" srcOrd="0" destOrd="0" presId="urn:microsoft.com/office/officeart/2008/layout/LinedList"/>
    <dgm:cxn modelId="{542DB61F-F3AF-4783-9AB9-C453104E867E}" srcId="{833C1F2C-23A2-43E2-BBE9-2CCE623BB9E9}" destId="{6E74382F-055E-4E86-BCE4-AB0DD59EDEC3}" srcOrd="4" destOrd="0" parTransId="{4F2E6EC6-6348-4273-AA03-56FB4F5C96E0}" sibTransId="{9E7D0BF9-BF44-4B5C-908B-EE00F5DD9910}"/>
    <dgm:cxn modelId="{6BB2EF6E-BE78-41CE-AC41-C2EB7BB11C2A}" srcId="{833C1F2C-23A2-43E2-BBE9-2CCE623BB9E9}" destId="{E1BC7CB9-3AE1-4684-ABCE-B7EFBB166A63}" srcOrd="3" destOrd="0" parTransId="{D4590945-B5D0-4F9B-9F02-A82D806580B8}" sibTransId="{C03C652F-4C3E-42CD-A5F8-FC0B356F6D29}"/>
    <dgm:cxn modelId="{127F3787-D721-4DD0-9D21-068EEBEC332A}" type="presOf" srcId="{C5650180-D038-473A-A397-2E00DDA5DFD5}" destId="{A7B2213C-1323-46AC-A749-94353F9ED0F0}" srcOrd="0" destOrd="0" presId="urn:microsoft.com/office/officeart/2008/layout/LinedList"/>
    <dgm:cxn modelId="{918D8595-7F51-477B-9763-3E96C962F92E}" type="presOf" srcId="{6E74382F-055E-4E86-BCE4-AB0DD59EDEC3}" destId="{8EB9F25B-EA12-4316-B603-E0500F442827}" srcOrd="0" destOrd="0" presId="urn:microsoft.com/office/officeart/2008/layout/LinedList"/>
    <dgm:cxn modelId="{DBBE2FA3-0747-4FE5-8061-6E61083E05EE}" srcId="{833C1F2C-23A2-43E2-BBE9-2CCE623BB9E9}" destId="{8100D8CE-A3DD-4632-9E6C-662E5DDB69CD}" srcOrd="1" destOrd="0" parTransId="{11F509FA-37D3-4588-BA9B-DD6027768735}" sibTransId="{143769D4-DB9D-4882-96B7-78B2EC7C5007}"/>
    <dgm:cxn modelId="{76F6EEB3-3C5E-4550-8C0C-062D67EEDEA4}" type="presOf" srcId="{CA2AAFDD-A281-41E3-AAF3-B876174C84A2}" destId="{9A020CD6-6299-4649-BB9A-E74046CC53F0}" srcOrd="0" destOrd="0" presId="urn:microsoft.com/office/officeart/2008/layout/LinedList"/>
    <dgm:cxn modelId="{8E9613B4-3518-46EF-976C-DC490F407E41}" srcId="{833C1F2C-23A2-43E2-BBE9-2CCE623BB9E9}" destId="{C5650180-D038-473A-A397-2E00DDA5DFD5}" srcOrd="0" destOrd="0" parTransId="{202C31F1-137F-46F5-AD33-BCA50965B90C}" sibTransId="{9D171011-09CE-4B25-8419-3D04BA968DA7}"/>
    <dgm:cxn modelId="{7DFE23BF-A96E-4937-9C8A-E562C380F117}" type="presOf" srcId="{8100D8CE-A3DD-4632-9E6C-662E5DDB69CD}" destId="{F5EC9354-5316-479C-85A1-B751CEA10ADC}" srcOrd="0" destOrd="0" presId="urn:microsoft.com/office/officeart/2008/layout/LinedList"/>
    <dgm:cxn modelId="{399E9ED0-EAB2-479D-BAF7-06C17AB4794A}" type="presOf" srcId="{E1BC7CB9-3AE1-4684-ABCE-B7EFBB166A63}" destId="{344990F2-4C54-4121-B8EE-5875C641C96A}" srcOrd="0" destOrd="0" presId="urn:microsoft.com/office/officeart/2008/layout/LinedList"/>
    <dgm:cxn modelId="{8310EEF7-3D95-4321-8005-CCB75A085F95}" srcId="{833C1F2C-23A2-43E2-BBE9-2CCE623BB9E9}" destId="{CA2AAFDD-A281-41E3-AAF3-B876174C84A2}" srcOrd="2" destOrd="0" parTransId="{00D54EBF-FCD3-44A2-BE4D-CA89D5C11D20}" sibTransId="{58E4A79C-0214-431E-8843-BB1F02EACDC9}"/>
    <dgm:cxn modelId="{BF642906-69F3-416E-BC65-064B9E3DCF5C}" type="presParOf" srcId="{4707E166-F048-4410-AE28-4AF5AEAFA802}" destId="{D458BB4F-215E-4B2E-A62F-0367AD4DAD5F}" srcOrd="0" destOrd="0" presId="urn:microsoft.com/office/officeart/2008/layout/LinedList"/>
    <dgm:cxn modelId="{F90AD691-9DA4-4A94-9C21-A6026C0CC10C}" type="presParOf" srcId="{4707E166-F048-4410-AE28-4AF5AEAFA802}" destId="{4680BF84-01D7-4EE5-870A-B60EC76D0E80}" srcOrd="1" destOrd="0" presId="urn:microsoft.com/office/officeart/2008/layout/LinedList"/>
    <dgm:cxn modelId="{618F5F2F-6FDB-459D-AF63-9522675C38BF}" type="presParOf" srcId="{4680BF84-01D7-4EE5-870A-B60EC76D0E80}" destId="{A7B2213C-1323-46AC-A749-94353F9ED0F0}" srcOrd="0" destOrd="0" presId="urn:microsoft.com/office/officeart/2008/layout/LinedList"/>
    <dgm:cxn modelId="{43F3F3C6-69F8-42DB-9399-DAA481132DB4}" type="presParOf" srcId="{4680BF84-01D7-4EE5-870A-B60EC76D0E80}" destId="{4CBF2927-8179-40DB-91CB-FB71C6AB8DBE}" srcOrd="1" destOrd="0" presId="urn:microsoft.com/office/officeart/2008/layout/LinedList"/>
    <dgm:cxn modelId="{4771BF37-CA2E-4D76-8E1A-298F01F33C22}" type="presParOf" srcId="{4707E166-F048-4410-AE28-4AF5AEAFA802}" destId="{603673C8-9BF7-4787-8CDE-34541BF10D08}" srcOrd="2" destOrd="0" presId="urn:microsoft.com/office/officeart/2008/layout/LinedList"/>
    <dgm:cxn modelId="{55F4FA6C-FFA4-4020-BA7F-B144F70A3F10}" type="presParOf" srcId="{4707E166-F048-4410-AE28-4AF5AEAFA802}" destId="{34DDB15A-ED74-4BFE-B823-C6ED7F563930}" srcOrd="3" destOrd="0" presId="urn:microsoft.com/office/officeart/2008/layout/LinedList"/>
    <dgm:cxn modelId="{892A1372-65E6-4DF2-B022-93F94DC02668}" type="presParOf" srcId="{34DDB15A-ED74-4BFE-B823-C6ED7F563930}" destId="{F5EC9354-5316-479C-85A1-B751CEA10ADC}" srcOrd="0" destOrd="0" presId="urn:microsoft.com/office/officeart/2008/layout/LinedList"/>
    <dgm:cxn modelId="{356B83B7-8F5F-4256-BEB0-283E2CB1C007}" type="presParOf" srcId="{34DDB15A-ED74-4BFE-B823-C6ED7F563930}" destId="{48A4D7FF-F0CF-4D37-8788-615D7ED50A4F}" srcOrd="1" destOrd="0" presId="urn:microsoft.com/office/officeart/2008/layout/LinedList"/>
    <dgm:cxn modelId="{FA0FAF25-DA4B-4667-8E21-D6D213E0669B}" type="presParOf" srcId="{4707E166-F048-4410-AE28-4AF5AEAFA802}" destId="{2DB3684A-0759-4990-9A3A-5906C182933E}" srcOrd="4" destOrd="0" presId="urn:microsoft.com/office/officeart/2008/layout/LinedList"/>
    <dgm:cxn modelId="{50C7145E-95EF-472A-8F95-747153D080F6}" type="presParOf" srcId="{4707E166-F048-4410-AE28-4AF5AEAFA802}" destId="{4DA1B6CB-53DC-4AC6-834C-CEE6A64D32F4}" srcOrd="5" destOrd="0" presId="urn:microsoft.com/office/officeart/2008/layout/LinedList"/>
    <dgm:cxn modelId="{445FF36C-6912-4BA4-B610-403DEABC078A}" type="presParOf" srcId="{4DA1B6CB-53DC-4AC6-834C-CEE6A64D32F4}" destId="{9A020CD6-6299-4649-BB9A-E74046CC53F0}" srcOrd="0" destOrd="0" presId="urn:microsoft.com/office/officeart/2008/layout/LinedList"/>
    <dgm:cxn modelId="{D0870BC1-F855-49EE-8259-934BC0EDCF99}" type="presParOf" srcId="{4DA1B6CB-53DC-4AC6-834C-CEE6A64D32F4}" destId="{A16C9493-CC81-4021-8EC3-92B6063BFEEF}" srcOrd="1" destOrd="0" presId="urn:microsoft.com/office/officeart/2008/layout/LinedList"/>
    <dgm:cxn modelId="{5018949B-A215-4E88-B6A7-CDCA53C2E228}" type="presParOf" srcId="{4707E166-F048-4410-AE28-4AF5AEAFA802}" destId="{EAF1BA58-BFD6-411C-ADE7-A943543162A5}" srcOrd="6" destOrd="0" presId="urn:microsoft.com/office/officeart/2008/layout/LinedList"/>
    <dgm:cxn modelId="{E44C59CE-BDB8-4811-B5BA-8DBF799803FD}" type="presParOf" srcId="{4707E166-F048-4410-AE28-4AF5AEAFA802}" destId="{DD971EF5-7400-4E15-8EFB-666EAD95E117}" srcOrd="7" destOrd="0" presId="urn:microsoft.com/office/officeart/2008/layout/LinedList"/>
    <dgm:cxn modelId="{17EE8C09-5E74-4086-905D-BE00AECD497B}" type="presParOf" srcId="{DD971EF5-7400-4E15-8EFB-666EAD95E117}" destId="{344990F2-4C54-4121-B8EE-5875C641C96A}" srcOrd="0" destOrd="0" presId="urn:microsoft.com/office/officeart/2008/layout/LinedList"/>
    <dgm:cxn modelId="{841AF99E-2010-4EDC-8F23-2DB35B019E82}" type="presParOf" srcId="{DD971EF5-7400-4E15-8EFB-666EAD95E117}" destId="{A6AD612F-A30C-4C7F-B71D-CD16A1471660}" srcOrd="1" destOrd="0" presId="urn:microsoft.com/office/officeart/2008/layout/LinedList"/>
    <dgm:cxn modelId="{636B80CB-FB5B-450E-B851-27C25F93D198}" type="presParOf" srcId="{4707E166-F048-4410-AE28-4AF5AEAFA802}" destId="{59F6231E-C048-4F95-920E-95E9AB62DBD8}" srcOrd="8" destOrd="0" presId="urn:microsoft.com/office/officeart/2008/layout/LinedList"/>
    <dgm:cxn modelId="{FE79C370-6A17-4B24-9DE1-471619BE5BAC}" type="presParOf" srcId="{4707E166-F048-4410-AE28-4AF5AEAFA802}" destId="{21795F2A-A9F9-4C61-9C98-372E70A503CB}" srcOrd="9" destOrd="0" presId="urn:microsoft.com/office/officeart/2008/layout/LinedList"/>
    <dgm:cxn modelId="{7FA4A08D-C72D-49E5-8424-AB3A82198B10}" type="presParOf" srcId="{21795F2A-A9F9-4C61-9C98-372E70A503CB}" destId="{8EB9F25B-EA12-4316-B603-E0500F442827}" srcOrd="0" destOrd="0" presId="urn:microsoft.com/office/officeart/2008/layout/LinedList"/>
    <dgm:cxn modelId="{F2291CE3-2F12-428B-B963-1E45F6D0C462}" type="presParOf" srcId="{21795F2A-A9F9-4C61-9C98-372E70A503CB}" destId="{76A2A8B4-F579-48A4-8D89-29245951712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224A199-B969-470D-A4FB-CB5CC344F37F}"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DFD8F736-9763-4E77-98E3-4D5A2643E3DA}">
      <dgm:prSet/>
      <dgm:spPr>
        <a:solidFill>
          <a:schemeClr val="accent1">
            <a:lumMod val="40000"/>
            <a:lumOff val="60000"/>
          </a:schemeClr>
        </a:solidFill>
      </dgm:spPr>
      <dgm:t>
        <a:bodyPr/>
        <a:lstStyle/>
        <a:p>
          <a:r>
            <a:rPr lang="en-US">
              <a:solidFill>
                <a:sysClr val="windowText" lastClr="000000"/>
              </a:solidFill>
            </a:rPr>
            <a:t>Dissociative Amnesia</a:t>
          </a:r>
        </a:p>
      </dgm:t>
    </dgm:pt>
    <dgm:pt modelId="{B537DD40-AF61-40C5-B905-522EA2735E01}" type="parTrans" cxnId="{B0716186-1D69-45ED-9750-ACD4F4187505}">
      <dgm:prSet/>
      <dgm:spPr/>
      <dgm:t>
        <a:bodyPr/>
        <a:lstStyle/>
        <a:p>
          <a:endParaRPr lang="en-US"/>
        </a:p>
      </dgm:t>
    </dgm:pt>
    <dgm:pt modelId="{1176C3FA-F736-4BEC-A4D9-F30EF2445221}" type="sibTrans" cxnId="{B0716186-1D69-45ED-9750-ACD4F4187505}">
      <dgm:prSet/>
      <dgm:spPr/>
      <dgm:t>
        <a:bodyPr/>
        <a:lstStyle/>
        <a:p>
          <a:endParaRPr lang="en-US"/>
        </a:p>
      </dgm:t>
    </dgm:pt>
    <dgm:pt modelId="{BFA0CF9B-E91D-46C4-B0D3-F1D50332B339}">
      <dgm:prSet/>
      <dgm:spPr>
        <a:solidFill>
          <a:schemeClr val="accent5">
            <a:lumMod val="60000"/>
            <a:lumOff val="40000"/>
          </a:schemeClr>
        </a:solidFill>
      </dgm:spPr>
      <dgm:t>
        <a:bodyPr/>
        <a:lstStyle/>
        <a:p>
          <a:r>
            <a:rPr lang="en-US" dirty="0">
              <a:solidFill>
                <a:sysClr val="windowText" lastClr="000000"/>
              </a:solidFill>
            </a:rPr>
            <a:t>Depersonalization/ Derealization Disorder</a:t>
          </a:r>
        </a:p>
      </dgm:t>
    </dgm:pt>
    <dgm:pt modelId="{917572C4-F2E9-472C-8240-31C3594CA067}" type="parTrans" cxnId="{99DDC16A-DD97-4EEE-B26D-93DABE50471F}">
      <dgm:prSet/>
      <dgm:spPr/>
      <dgm:t>
        <a:bodyPr/>
        <a:lstStyle/>
        <a:p>
          <a:endParaRPr lang="en-US"/>
        </a:p>
      </dgm:t>
    </dgm:pt>
    <dgm:pt modelId="{675202B0-B242-47DC-A4BA-A761144496A1}" type="sibTrans" cxnId="{99DDC16A-DD97-4EEE-B26D-93DABE50471F}">
      <dgm:prSet/>
      <dgm:spPr/>
      <dgm:t>
        <a:bodyPr/>
        <a:lstStyle/>
        <a:p>
          <a:endParaRPr lang="en-US"/>
        </a:p>
      </dgm:t>
    </dgm:pt>
    <dgm:pt modelId="{24278F61-61D8-49BD-A7EB-8850A7C5C0FD}">
      <dgm:prSet/>
      <dgm:spPr>
        <a:solidFill>
          <a:schemeClr val="accent6">
            <a:lumMod val="40000"/>
            <a:lumOff val="60000"/>
          </a:schemeClr>
        </a:solidFill>
      </dgm:spPr>
      <dgm:t>
        <a:bodyPr/>
        <a:lstStyle/>
        <a:p>
          <a:r>
            <a:rPr lang="en-US" dirty="0">
              <a:solidFill>
                <a:sysClr val="windowText" lastClr="000000"/>
              </a:solidFill>
            </a:rPr>
            <a:t>Dissociative Identity Disorder</a:t>
          </a:r>
        </a:p>
      </dgm:t>
    </dgm:pt>
    <dgm:pt modelId="{46D7BFC7-4287-4848-A5F9-5E5DD32C3B6B}" type="parTrans" cxnId="{DA6BE900-7332-46BB-802B-D92FA85807A1}">
      <dgm:prSet/>
      <dgm:spPr/>
      <dgm:t>
        <a:bodyPr/>
        <a:lstStyle/>
        <a:p>
          <a:endParaRPr lang="en-US"/>
        </a:p>
      </dgm:t>
    </dgm:pt>
    <dgm:pt modelId="{680629F4-B34D-4DB5-AD6D-5842777D0A9A}" type="sibTrans" cxnId="{DA6BE900-7332-46BB-802B-D92FA85807A1}">
      <dgm:prSet/>
      <dgm:spPr/>
      <dgm:t>
        <a:bodyPr/>
        <a:lstStyle/>
        <a:p>
          <a:endParaRPr lang="en-US"/>
        </a:p>
      </dgm:t>
    </dgm:pt>
    <dgm:pt modelId="{F3E6A43E-4808-49BE-A7F1-8E1D55345592}" type="pres">
      <dgm:prSet presAssocID="{A224A199-B969-470D-A4FB-CB5CC344F37F}" presName="linear" presStyleCnt="0">
        <dgm:presLayoutVars>
          <dgm:animLvl val="lvl"/>
          <dgm:resizeHandles val="exact"/>
        </dgm:presLayoutVars>
      </dgm:prSet>
      <dgm:spPr/>
    </dgm:pt>
    <dgm:pt modelId="{CDC6376E-3FC7-4A41-AB11-CDF6FB4D9D3B}" type="pres">
      <dgm:prSet presAssocID="{DFD8F736-9763-4E77-98E3-4D5A2643E3DA}" presName="parentText" presStyleLbl="node1" presStyleIdx="0" presStyleCnt="3">
        <dgm:presLayoutVars>
          <dgm:chMax val="0"/>
          <dgm:bulletEnabled val="1"/>
        </dgm:presLayoutVars>
      </dgm:prSet>
      <dgm:spPr/>
    </dgm:pt>
    <dgm:pt modelId="{B695A6A9-F0BE-4492-93DA-A81B061271F6}" type="pres">
      <dgm:prSet presAssocID="{1176C3FA-F736-4BEC-A4D9-F30EF2445221}" presName="spacer" presStyleCnt="0"/>
      <dgm:spPr/>
    </dgm:pt>
    <dgm:pt modelId="{002C3A9D-13A3-4F55-883C-F305B30DCEF2}" type="pres">
      <dgm:prSet presAssocID="{BFA0CF9B-E91D-46C4-B0D3-F1D50332B339}" presName="parentText" presStyleLbl="node1" presStyleIdx="1" presStyleCnt="3">
        <dgm:presLayoutVars>
          <dgm:chMax val="0"/>
          <dgm:bulletEnabled val="1"/>
        </dgm:presLayoutVars>
      </dgm:prSet>
      <dgm:spPr/>
    </dgm:pt>
    <dgm:pt modelId="{0C85B36A-E22A-4FE1-82C8-74F74E19AF9F}" type="pres">
      <dgm:prSet presAssocID="{675202B0-B242-47DC-A4BA-A761144496A1}" presName="spacer" presStyleCnt="0"/>
      <dgm:spPr/>
    </dgm:pt>
    <dgm:pt modelId="{20642083-F891-4EDC-AF42-6BA4B2A15240}" type="pres">
      <dgm:prSet presAssocID="{24278F61-61D8-49BD-A7EB-8850A7C5C0FD}" presName="parentText" presStyleLbl="node1" presStyleIdx="2" presStyleCnt="3">
        <dgm:presLayoutVars>
          <dgm:chMax val="0"/>
          <dgm:bulletEnabled val="1"/>
        </dgm:presLayoutVars>
      </dgm:prSet>
      <dgm:spPr/>
    </dgm:pt>
  </dgm:ptLst>
  <dgm:cxnLst>
    <dgm:cxn modelId="{DA6BE900-7332-46BB-802B-D92FA85807A1}" srcId="{A224A199-B969-470D-A4FB-CB5CC344F37F}" destId="{24278F61-61D8-49BD-A7EB-8850A7C5C0FD}" srcOrd="2" destOrd="0" parTransId="{46D7BFC7-4287-4848-A5F9-5E5DD32C3B6B}" sibTransId="{680629F4-B34D-4DB5-AD6D-5842777D0A9A}"/>
    <dgm:cxn modelId="{F0761029-B9F4-411D-B949-38883558F002}" type="presOf" srcId="{DFD8F736-9763-4E77-98E3-4D5A2643E3DA}" destId="{CDC6376E-3FC7-4A41-AB11-CDF6FB4D9D3B}" srcOrd="0" destOrd="0" presId="urn:microsoft.com/office/officeart/2005/8/layout/vList2"/>
    <dgm:cxn modelId="{99DDC16A-DD97-4EEE-B26D-93DABE50471F}" srcId="{A224A199-B969-470D-A4FB-CB5CC344F37F}" destId="{BFA0CF9B-E91D-46C4-B0D3-F1D50332B339}" srcOrd="1" destOrd="0" parTransId="{917572C4-F2E9-472C-8240-31C3594CA067}" sibTransId="{675202B0-B242-47DC-A4BA-A761144496A1}"/>
    <dgm:cxn modelId="{A5176F50-C0EB-42EB-8C7F-4FBEE6162EAC}" type="presOf" srcId="{A224A199-B969-470D-A4FB-CB5CC344F37F}" destId="{F3E6A43E-4808-49BE-A7F1-8E1D55345592}" srcOrd="0" destOrd="0" presId="urn:microsoft.com/office/officeart/2005/8/layout/vList2"/>
    <dgm:cxn modelId="{DF8A7A78-35F9-4B58-BAEE-438ACC875AAD}" type="presOf" srcId="{BFA0CF9B-E91D-46C4-B0D3-F1D50332B339}" destId="{002C3A9D-13A3-4F55-883C-F305B30DCEF2}" srcOrd="0" destOrd="0" presId="urn:microsoft.com/office/officeart/2005/8/layout/vList2"/>
    <dgm:cxn modelId="{B0716186-1D69-45ED-9750-ACD4F4187505}" srcId="{A224A199-B969-470D-A4FB-CB5CC344F37F}" destId="{DFD8F736-9763-4E77-98E3-4D5A2643E3DA}" srcOrd="0" destOrd="0" parTransId="{B537DD40-AF61-40C5-B905-522EA2735E01}" sibTransId="{1176C3FA-F736-4BEC-A4D9-F30EF2445221}"/>
    <dgm:cxn modelId="{955C5BA5-1D81-4FE8-837A-42E00BBC9805}" type="presOf" srcId="{24278F61-61D8-49BD-A7EB-8850A7C5C0FD}" destId="{20642083-F891-4EDC-AF42-6BA4B2A15240}" srcOrd="0" destOrd="0" presId="urn:microsoft.com/office/officeart/2005/8/layout/vList2"/>
    <dgm:cxn modelId="{8229246F-A2FE-4B37-B888-8950889F81CD}" type="presParOf" srcId="{F3E6A43E-4808-49BE-A7F1-8E1D55345592}" destId="{CDC6376E-3FC7-4A41-AB11-CDF6FB4D9D3B}" srcOrd="0" destOrd="0" presId="urn:microsoft.com/office/officeart/2005/8/layout/vList2"/>
    <dgm:cxn modelId="{BF026B0C-C312-4B43-A562-8C66806901F0}" type="presParOf" srcId="{F3E6A43E-4808-49BE-A7F1-8E1D55345592}" destId="{B695A6A9-F0BE-4492-93DA-A81B061271F6}" srcOrd="1" destOrd="0" presId="urn:microsoft.com/office/officeart/2005/8/layout/vList2"/>
    <dgm:cxn modelId="{9E4E14ED-91D1-411D-922E-0DA055F104BC}" type="presParOf" srcId="{F3E6A43E-4808-49BE-A7F1-8E1D55345592}" destId="{002C3A9D-13A3-4F55-883C-F305B30DCEF2}" srcOrd="2" destOrd="0" presId="urn:microsoft.com/office/officeart/2005/8/layout/vList2"/>
    <dgm:cxn modelId="{2FB20B96-DDE2-4F00-AD30-8A339AE026E3}" type="presParOf" srcId="{F3E6A43E-4808-49BE-A7F1-8E1D55345592}" destId="{0C85B36A-E22A-4FE1-82C8-74F74E19AF9F}" srcOrd="3" destOrd="0" presId="urn:microsoft.com/office/officeart/2005/8/layout/vList2"/>
    <dgm:cxn modelId="{3B35839B-4283-4C6E-9007-2F214042FEED}" type="presParOf" srcId="{F3E6A43E-4808-49BE-A7F1-8E1D55345592}" destId="{20642083-F891-4EDC-AF42-6BA4B2A1524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CC8E57-68B7-49B4-9848-BB872A165379}"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831D8D70-FC55-465E-B123-941A511E9949}">
      <dgm:prSet/>
      <dgm:spPr>
        <a:solidFill>
          <a:schemeClr val="accent4">
            <a:lumMod val="20000"/>
            <a:lumOff val="80000"/>
          </a:schemeClr>
        </a:solidFill>
      </dgm:spPr>
      <dgm:t>
        <a:bodyPr/>
        <a:lstStyle/>
        <a:p>
          <a:r>
            <a:rPr lang="en-US">
              <a:solidFill>
                <a:sysClr val="windowText" lastClr="000000"/>
              </a:solidFill>
            </a:rPr>
            <a:t>Antagonism</a:t>
          </a:r>
        </a:p>
      </dgm:t>
    </dgm:pt>
    <dgm:pt modelId="{E6EF08E5-A104-43A5-BEA8-7B868FB76B25}" type="parTrans" cxnId="{3AD86EBC-1EC0-488D-B66A-78548F565A5F}">
      <dgm:prSet/>
      <dgm:spPr/>
      <dgm:t>
        <a:bodyPr/>
        <a:lstStyle/>
        <a:p>
          <a:endParaRPr lang="en-US"/>
        </a:p>
      </dgm:t>
    </dgm:pt>
    <dgm:pt modelId="{1F7D9334-1F50-4C07-86F8-08D26AAA8B97}" type="sibTrans" cxnId="{3AD86EBC-1EC0-488D-B66A-78548F565A5F}">
      <dgm:prSet/>
      <dgm:spPr/>
      <dgm:t>
        <a:bodyPr/>
        <a:lstStyle/>
        <a:p>
          <a:endParaRPr lang="en-US"/>
        </a:p>
      </dgm:t>
    </dgm:pt>
    <dgm:pt modelId="{886067B1-60C0-488B-BD20-E3D47456D83A}">
      <dgm:prSet/>
      <dgm:spPr>
        <a:solidFill>
          <a:schemeClr val="accent5">
            <a:lumMod val="40000"/>
            <a:lumOff val="60000"/>
          </a:schemeClr>
        </a:solidFill>
      </dgm:spPr>
      <dgm:t>
        <a:bodyPr/>
        <a:lstStyle/>
        <a:p>
          <a:r>
            <a:rPr lang="en-US">
              <a:solidFill>
                <a:sysClr val="windowText" lastClr="000000"/>
              </a:solidFill>
            </a:rPr>
            <a:t>Disinhibition</a:t>
          </a:r>
        </a:p>
      </dgm:t>
    </dgm:pt>
    <dgm:pt modelId="{39E0F7AF-B72F-4CAC-B091-1456287F4923}" type="parTrans" cxnId="{EFBC983F-6CCA-40DF-A068-D517233C9D8F}">
      <dgm:prSet/>
      <dgm:spPr/>
      <dgm:t>
        <a:bodyPr/>
        <a:lstStyle/>
        <a:p>
          <a:endParaRPr lang="en-US"/>
        </a:p>
      </dgm:t>
    </dgm:pt>
    <dgm:pt modelId="{81688033-9C4B-4D3B-896B-2B325736F893}" type="sibTrans" cxnId="{EFBC983F-6CCA-40DF-A068-D517233C9D8F}">
      <dgm:prSet/>
      <dgm:spPr/>
      <dgm:t>
        <a:bodyPr/>
        <a:lstStyle/>
        <a:p>
          <a:endParaRPr lang="en-US"/>
        </a:p>
      </dgm:t>
    </dgm:pt>
    <dgm:pt modelId="{F41600A9-FF1D-448F-8315-F14AC01FFB79}">
      <dgm:prSet/>
      <dgm:spPr>
        <a:solidFill>
          <a:schemeClr val="accent2">
            <a:lumMod val="60000"/>
            <a:lumOff val="40000"/>
          </a:schemeClr>
        </a:solidFill>
      </dgm:spPr>
      <dgm:t>
        <a:bodyPr/>
        <a:lstStyle/>
        <a:p>
          <a:r>
            <a:rPr lang="en-US">
              <a:solidFill>
                <a:sysClr val="windowText" lastClr="000000"/>
              </a:solidFill>
            </a:rPr>
            <a:t>Attention-seeking behavior</a:t>
          </a:r>
        </a:p>
      </dgm:t>
    </dgm:pt>
    <dgm:pt modelId="{F5EC3F76-E777-40A6-8B98-B6845420AA74}" type="parTrans" cxnId="{64A7DDBA-D340-4054-9F3A-541BC9C9CABF}">
      <dgm:prSet/>
      <dgm:spPr/>
      <dgm:t>
        <a:bodyPr/>
        <a:lstStyle/>
        <a:p>
          <a:endParaRPr lang="en-US"/>
        </a:p>
      </dgm:t>
    </dgm:pt>
    <dgm:pt modelId="{6CDB51EC-D000-4550-A5F5-665A1B5A3183}" type="sibTrans" cxnId="{64A7DDBA-D340-4054-9F3A-541BC9C9CABF}">
      <dgm:prSet/>
      <dgm:spPr/>
      <dgm:t>
        <a:bodyPr/>
        <a:lstStyle/>
        <a:p>
          <a:endParaRPr lang="en-US"/>
        </a:p>
      </dgm:t>
    </dgm:pt>
    <dgm:pt modelId="{0E4A6FBD-26D6-455E-BE3D-A3FA010830ED}">
      <dgm:prSet/>
      <dgm:spPr>
        <a:solidFill>
          <a:schemeClr val="accent4">
            <a:lumMod val="60000"/>
            <a:lumOff val="40000"/>
          </a:schemeClr>
        </a:solidFill>
      </dgm:spPr>
      <dgm:t>
        <a:bodyPr/>
        <a:lstStyle/>
        <a:p>
          <a:r>
            <a:rPr lang="en-US">
              <a:solidFill>
                <a:sysClr val="windowText" lastClr="000000"/>
              </a:solidFill>
            </a:rPr>
            <a:t>Low anxiousness</a:t>
          </a:r>
        </a:p>
      </dgm:t>
    </dgm:pt>
    <dgm:pt modelId="{ADFF28E7-52F6-4F10-8BB2-CCE04BEDBDC3}" type="parTrans" cxnId="{3DCC55D3-5F12-43BE-9780-E96A3CDC8AE2}">
      <dgm:prSet/>
      <dgm:spPr/>
      <dgm:t>
        <a:bodyPr/>
        <a:lstStyle/>
        <a:p>
          <a:endParaRPr lang="en-US"/>
        </a:p>
      </dgm:t>
    </dgm:pt>
    <dgm:pt modelId="{1143CEC0-BA9F-42DA-8DEB-AF2E83C86636}" type="sibTrans" cxnId="{3DCC55D3-5F12-43BE-9780-E96A3CDC8AE2}">
      <dgm:prSet/>
      <dgm:spPr/>
      <dgm:t>
        <a:bodyPr/>
        <a:lstStyle/>
        <a:p>
          <a:endParaRPr lang="en-US"/>
        </a:p>
      </dgm:t>
    </dgm:pt>
    <dgm:pt modelId="{08449DB4-BE7A-4492-A7C2-BCACFE4578BF}">
      <dgm:prSet/>
      <dgm:spPr>
        <a:solidFill>
          <a:schemeClr val="accent6">
            <a:lumMod val="40000"/>
            <a:lumOff val="60000"/>
          </a:schemeClr>
        </a:solidFill>
      </dgm:spPr>
      <dgm:t>
        <a:bodyPr/>
        <a:lstStyle/>
        <a:p>
          <a:r>
            <a:rPr lang="en-US">
              <a:solidFill>
                <a:sysClr val="windowText" lastClr="000000"/>
              </a:solidFill>
            </a:rPr>
            <a:t>Diminished empathy</a:t>
          </a:r>
        </a:p>
      </dgm:t>
    </dgm:pt>
    <dgm:pt modelId="{4458E5BD-BC91-4CC8-979E-91466D9A025B}" type="parTrans" cxnId="{762AEB5E-8436-48D5-A40E-CE8F4DFAC993}">
      <dgm:prSet/>
      <dgm:spPr/>
      <dgm:t>
        <a:bodyPr/>
        <a:lstStyle/>
        <a:p>
          <a:endParaRPr lang="en-US"/>
        </a:p>
      </dgm:t>
    </dgm:pt>
    <dgm:pt modelId="{D74E46D7-89E0-437C-920E-3853A9CE0DFF}" type="sibTrans" cxnId="{762AEB5E-8436-48D5-A40E-CE8F4DFAC993}">
      <dgm:prSet/>
      <dgm:spPr/>
      <dgm:t>
        <a:bodyPr/>
        <a:lstStyle/>
        <a:p>
          <a:endParaRPr lang="en-US"/>
        </a:p>
      </dgm:t>
    </dgm:pt>
    <dgm:pt modelId="{3E4DAEED-41C1-47E9-A415-F21B93C031D9}" type="pres">
      <dgm:prSet presAssocID="{9FCC8E57-68B7-49B4-9848-BB872A165379}" presName="linear" presStyleCnt="0">
        <dgm:presLayoutVars>
          <dgm:animLvl val="lvl"/>
          <dgm:resizeHandles val="exact"/>
        </dgm:presLayoutVars>
      </dgm:prSet>
      <dgm:spPr/>
    </dgm:pt>
    <dgm:pt modelId="{A631A458-2B74-475A-BBEB-144F9E7A034A}" type="pres">
      <dgm:prSet presAssocID="{831D8D70-FC55-465E-B123-941A511E9949}" presName="parentText" presStyleLbl="node1" presStyleIdx="0" presStyleCnt="5">
        <dgm:presLayoutVars>
          <dgm:chMax val="0"/>
          <dgm:bulletEnabled val="1"/>
        </dgm:presLayoutVars>
      </dgm:prSet>
      <dgm:spPr/>
    </dgm:pt>
    <dgm:pt modelId="{2E0BEE1C-D122-4AC0-8458-5403CF4138E8}" type="pres">
      <dgm:prSet presAssocID="{1F7D9334-1F50-4C07-86F8-08D26AAA8B97}" presName="spacer" presStyleCnt="0"/>
      <dgm:spPr/>
    </dgm:pt>
    <dgm:pt modelId="{340FDC29-2474-4390-AD6F-4CC64CF5858E}" type="pres">
      <dgm:prSet presAssocID="{886067B1-60C0-488B-BD20-E3D47456D83A}" presName="parentText" presStyleLbl="node1" presStyleIdx="1" presStyleCnt="5">
        <dgm:presLayoutVars>
          <dgm:chMax val="0"/>
          <dgm:bulletEnabled val="1"/>
        </dgm:presLayoutVars>
      </dgm:prSet>
      <dgm:spPr/>
    </dgm:pt>
    <dgm:pt modelId="{E6C05FF6-7E65-4C97-8449-716F6CCEC501}" type="pres">
      <dgm:prSet presAssocID="{81688033-9C4B-4D3B-896B-2B325736F893}" presName="spacer" presStyleCnt="0"/>
      <dgm:spPr/>
    </dgm:pt>
    <dgm:pt modelId="{3A627AC4-7EF3-4B4B-A856-4C99B943BBA6}" type="pres">
      <dgm:prSet presAssocID="{F41600A9-FF1D-448F-8315-F14AC01FFB79}" presName="parentText" presStyleLbl="node1" presStyleIdx="2" presStyleCnt="5">
        <dgm:presLayoutVars>
          <dgm:chMax val="0"/>
          <dgm:bulletEnabled val="1"/>
        </dgm:presLayoutVars>
      </dgm:prSet>
      <dgm:spPr/>
    </dgm:pt>
    <dgm:pt modelId="{CDA42D31-963F-483C-B4CC-5AE989226D49}" type="pres">
      <dgm:prSet presAssocID="{6CDB51EC-D000-4550-A5F5-665A1B5A3183}" presName="spacer" presStyleCnt="0"/>
      <dgm:spPr/>
    </dgm:pt>
    <dgm:pt modelId="{F6B8CF34-CBA9-40FE-81F0-9E6DBFEEED06}" type="pres">
      <dgm:prSet presAssocID="{0E4A6FBD-26D6-455E-BE3D-A3FA010830ED}" presName="parentText" presStyleLbl="node1" presStyleIdx="3" presStyleCnt="5">
        <dgm:presLayoutVars>
          <dgm:chMax val="0"/>
          <dgm:bulletEnabled val="1"/>
        </dgm:presLayoutVars>
      </dgm:prSet>
      <dgm:spPr/>
    </dgm:pt>
    <dgm:pt modelId="{4D33C63B-50C9-4E1C-980B-B429E19801A8}" type="pres">
      <dgm:prSet presAssocID="{1143CEC0-BA9F-42DA-8DEB-AF2E83C86636}" presName="spacer" presStyleCnt="0"/>
      <dgm:spPr/>
    </dgm:pt>
    <dgm:pt modelId="{75A66436-F9E9-4EC9-B9F0-358CFD68E126}" type="pres">
      <dgm:prSet presAssocID="{08449DB4-BE7A-4492-A7C2-BCACFE4578BF}" presName="parentText" presStyleLbl="node1" presStyleIdx="4" presStyleCnt="5">
        <dgm:presLayoutVars>
          <dgm:chMax val="0"/>
          <dgm:bulletEnabled val="1"/>
        </dgm:presLayoutVars>
      </dgm:prSet>
      <dgm:spPr/>
    </dgm:pt>
  </dgm:ptLst>
  <dgm:cxnLst>
    <dgm:cxn modelId="{2FA2A50C-CEE2-4FD2-BDBF-494B47229800}" type="presOf" srcId="{08449DB4-BE7A-4492-A7C2-BCACFE4578BF}" destId="{75A66436-F9E9-4EC9-B9F0-358CFD68E126}" srcOrd="0" destOrd="0" presId="urn:microsoft.com/office/officeart/2005/8/layout/vList2"/>
    <dgm:cxn modelId="{EFBC983F-6CCA-40DF-A068-D517233C9D8F}" srcId="{9FCC8E57-68B7-49B4-9848-BB872A165379}" destId="{886067B1-60C0-488B-BD20-E3D47456D83A}" srcOrd="1" destOrd="0" parTransId="{39E0F7AF-B72F-4CAC-B091-1456287F4923}" sibTransId="{81688033-9C4B-4D3B-896B-2B325736F893}"/>
    <dgm:cxn modelId="{762AEB5E-8436-48D5-A40E-CE8F4DFAC993}" srcId="{9FCC8E57-68B7-49B4-9848-BB872A165379}" destId="{08449DB4-BE7A-4492-A7C2-BCACFE4578BF}" srcOrd="4" destOrd="0" parTransId="{4458E5BD-BC91-4CC8-979E-91466D9A025B}" sibTransId="{D74E46D7-89E0-437C-920E-3853A9CE0DFF}"/>
    <dgm:cxn modelId="{4EB4DB7B-FA7C-4CE7-A48B-011A4A6AC78C}" type="presOf" srcId="{886067B1-60C0-488B-BD20-E3D47456D83A}" destId="{340FDC29-2474-4390-AD6F-4CC64CF5858E}" srcOrd="0" destOrd="0" presId="urn:microsoft.com/office/officeart/2005/8/layout/vList2"/>
    <dgm:cxn modelId="{D6EC7E92-5794-42F7-B3FE-03BDEDF64FA9}" type="presOf" srcId="{9FCC8E57-68B7-49B4-9848-BB872A165379}" destId="{3E4DAEED-41C1-47E9-A415-F21B93C031D9}" srcOrd="0" destOrd="0" presId="urn:microsoft.com/office/officeart/2005/8/layout/vList2"/>
    <dgm:cxn modelId="{64A7DDBA-D340-4054-9F3A-541BC9C9CABF}" srcId="{9FCC8E57-68B7-49B4-9848-BB872A165379}" destId="{F41600A9-FF1D-448F-8315-F14AC01FFB79}" srcOrd="2" destOrd="0" parTransId="{F5EC3F76-E777-40A6-8B98-B6845420AA74}" sibTransId="{6CDB51EC-D000-4550-A5F5-665A1B5A3183}"/>
    <dgm:cxn modelId="{3AD86EBC-1EC0-488D-B66A-78548F565A5F}" srcId="{9FCC8E57-68B7-49B4-9848-BB872A165379}" destId="{831D8D70-FC55-465E-B123-941A511E9949}" srcOrd="0" destOrd="0" parTransId="{E6EF08E5-A104-43A5-BEA8-7B868FB76B25}" sibTransId="{1F7D9334-1F50-4C07-86F8-08D26AAA8B97}"/>
    <dgm:cxn modelId="{A83C98BF-D25C-4974-B31D-8144F8316EAE}" type="presOf" srcId="{F41600A9-FF1D-448F-8315-F14AC01FFB79}" destId="{3A627AC4-7EF3-4B4B-A856-4C99B943BBA6}" srcOrd="0" destOrd="0" presId="urn:microsoft.com/office/officeart/2005/8/layout/vList2"/>
    <dgm:cxn modelId="{3DCC55D3-5F12-43BE-9780-E96A3CDC8AE2}" srcId="{9FCC8E57-68B7-49B4-9848-BB872A165379}" destId="{0E4A6FBD-26D6-455E-BE3D-A3FA010830ED}" srcOrd="3" destOrd="0" parTransId="{ADFF28E7-52F6-4F10-8BB2-CCE04BEDBDC3}" sibTransId="{1143CEC0-BA9F-42DA-8DEB-AF2E83C86636}"/>
    <dgm:cxn modelId="{3117CCEE-B468-45A0-A1D6-E7A9D36B577A}" type="presOf" srcId="{0E4A6FBD-26D6-455E-BE3D-A3FA010830ED}" destId="{F6B8CF34-CBA9-40FE-81F0-9E6DBFEEED06}" srcOrd="0" destOrd="0" presId="urn:microsoft.com/office/officeart/2005/8/layout/vList2"/>
    <dgm:cxn modelId="{DB1405FC-5D2B-42CF-96C6-E73D358C34FE}" type="presOf" srcId="{831D8D70-FC55-465E-B123-941A511E9949}" destId="{A631A458-2B74-475A-BBEB-144F9E7A034A}" srcOrd="0" destOrd="0" presId="urn:microsoft.com/office/officeart/2005/8/layout/vList2"/>
    <dgm:cxn modelId="{45DB1A2D-3AA6-4443-8D47-812AB5BAD287}" type="presParOf" srcId="{3E4DAEED-41C1-47E9-A415-F21B93C031D9}" destId="{A631A458-2B74-475A-BBEB-144F9E7A034A}" srcOrd="0" destOrd="0" presId="urn:microsoft.com/office/officeart/2005/8/layout/vList2"/>
    <dgm:cxn modelId="{CF8F7829-109A-415E-BCF9-8E246FBAC948}" type="presParOf" srcId="{3E4DAEED-41C1-47E9-A415-F21B93C031D9}" destId="{2E0BEE1C-D122-4AC0-8458-5403CF4138E8}" srcOrd="1" destOrd="0" presId="urn:microsoft.com/office/officeart/2005/8/layout/vList2"/>
    <dgm:cxn modelId="{422645DA-7A44-4F14-9157-16E559D516E9}" type="presParOf" srcId="{3E4DAEED-41C1-47E9-A415-F21B93C031D9}" destId="{340FDC29-2474-4390-AD6F-4CC64CF5858E}" srcOrd="2" destOrd="0" presId="urn:microsoft.com/office/officeart/2005/8/layout/vList2"/>
    <dgm:cxn modelId="{0CC9C03F-415B-46ED-B8DC-5278132FC808}" type="presParOf" srcId="{3E4DAEED-41C1-47E9-A415-F21B93C031D9}" destId="{E6C05FF6-7E65-4C97-8449-716F6CCEC501}" srcOrd="3" destOrd="0" presId="urn:microsoft.com/office/officeart/2005/8/layout/vList2"/>
    <dgm:cxn modelId="{22083EFE-AC4A-4D2B-B076-5EE77CF4BE5D}" type="presParOf" srcId="{3E4DAEED-41C1-47E9-A415-F21B93C031D9}" destId="{3A627AC4-7EF3-4B4B-A856-4C99B943BBA6}" srcOrd="4" destOrd="0" presId="urn:microsoft.com/office/officeart/2005/8/layout/vList2"/>
    <dgm:cxn modelId="{67AD9F62-C838-475D-955B-9B0C69897BA2}" type="presParOf" srcId="{3E4DAEED-41C1-47E9-A415-F21B93C031D9}" destId="{CDA42D31-963F-483C-B4CC-5AE989226D49}" srcOrd="5" destOrd="0" presId="urn:microsoft.com/office/officeart/2005/8/layout/vList2"/>
    <dgm:cxn modelId="{10F26991-CA5C-41A2-8811-DCF197AC0AA0}" type="presParOf" srcId="{3E4DAEED-41C1-47E9-A415-F21B93C031D9}" destId="{F6B8CF34-CBA9-40FE-81F0-9E6DBFEEED06}" srcOrd="6" destOrd="0" presId="urn:microsoft.com/office/officeart/2005/8/layout/vList2"/>
    <dgm:cxn modelId="{7AF5F8A3-FC2F-4855-8AAE-321DDB00B874}" type="presParOf" srcId="{3E4DAEED-41C1-47E9-A415-F21B93C031D9}" destId="{4D33C63B-50C9-4E1C-980B-B429E19801A8}" srcOrd="7" destOrd="0" presId="urn:microsoft.com/office/officeart/2005/8/layout/vList2"/>
    <dgm:cxn modelId="{91C96B02-51E4-4C76-9DA1-CB2BBD4FEC5F}" type="presParOf" srcId="{3E4DAEED-41C1-47E9-A415-F21B93C031D9}" destId="{75A66436-F9E9-4EC9-B9F0-358CFD68E12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CA41E-1966-47A5-B962-F3B0612E4F30}">
      <dsp:nvSpPr>
        <dsp:cNvPr id="0" name=""/>
        <dsp:cNvSpPr/>
      </dsp:nvSpPr>
      <dsp:spPr>
        <a:xfrm>
          <a:off x="280907" y="1518"/>
          <a:ext cx="4433275" cy="28151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A84997-CCB9-4E3E-9FFA-83121D93BAAC}">
      <dsp:nvSpPr>
        <dsp:cNvPr id="0" name=""/>
        <dsp:cNvSpPr/>
      </dsp:nvSpPr>
      <dsp:spPr>
        <a:xfrm>
          <a:off x="773493" y="469475"/>
          <a:ext cx="4433275" cy="28151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u="sng" kern="1200"/>
            <a:t>Psychological disorder</a:t>
          </a:r>
          <a:r>
            <a:rPr lang="en-US" sz="1600" kern="1200"/>
            <a:t>: “a syndrome characterized by clinically significant disturbance in an individual's cognition, emotion regulation, or behavior that reflects a dysfunction in the psychological, biological, or developmental processes underlying mental functioning. Mental disorders are usually associated with significant distress in social, occupational, or other important activities” (APA,2013). </a:t>
          </a:r>
        </a:p>
      </dsp:txBody>
      <dsp:txXfrm>
        <a:off x="855945" y="551927"/>
        <a:ext cx="4268371" cy="2650226"/>
      </dsp:txXfrm>
    </dsp:sp>
    <dsp:sp modelId="{B3644DC0-F58B-455A-A83C-BE6192792A42}">
      <dsp:nvSpPr>
        <dsp:cNvPr id="0" name=""/>
        <dsp:cNvSpPr/>
      </dsp:nvSpPr>
      <dsp:spPr>
        <a:xfrm>
          <a:off x="5699355" y="1518"/>
          <a:ext cx="4433275" cy="28151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56F3A1-11A6-423B-8E6B-0521C305AA21}">
      <dsp:nvSpPr>
        <dsp:cNvPr id="0" name=""/>
        <dsp:cNvSpPr/>
      </dsp:nvSpPr>
      <dsp:spPr>
        <a:xfrm>
          <a:off x="6191941" y="469475"/>
          <a:ext cx="4433275" cy="28151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u="sng" kern="1200"/>
            <a:t>Psychopathology</a:t>
          </a:r>
          <a:r>
            <a:rPr lang="en-US" sz="1600" kern="1200"/>
            <a:t>: the study of psychological disorders, including their symptoms, etiology (i.e., their causes), and treatment.</a:t>
          </a:r>
        </a:p>
      </dsp:txBody>
      <dsp:txXfrm>
        <a:off x="6274393" y="551927"/>
        <a:ext cx="4268371" cy="26502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9AE60-5F4B-43B7-8BFD-CD476862FF43}">
      <dsp:nvSpPr>
        <dsp:cNvPr id="0" name=""/>
        <dsp:cNvSpPr/>
      </dsp:nvSpPr>
      <dsp:spPr>
        <a:xfrm>
          <a:off x="2591484" y="562"/>
          <a:ext cx="1955812" cy="19558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0BED6-51CE-4ED4-B199-716D4ADD92C6}">
      <dsp:nvSpPr>
        <dsp:cNvPr id="0" name=""/>
        <dsp:cNvSpPr/>
      </dsp:nvSpPr>
      <dsp:spPr>
        <a:xfrm>
          <a:off x="3008296" y="41737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2A01D0-2232-4F7D-887D-2BB4CD1B32F2}">
      <dsp:nvSpPr>
        <dsp:cNvPr id="0" name=""/>
        <dsp:cNvSpPr/>
      </dsp:nvSpPr>
      <dsp:spPr>
        <a:xfrm>
          <a:off x="1966265" y="256556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Diagnostic and Statistical Manual of Mental Disorders (DSM-5)</a:t>
          </a:r>
        </a:p>
      </dsp:txBody>
      <dsp:txXfrm>
        <a:off x="1966265" y="2565562"/>
        <a:ext cx="3206250" cy="720000"/>
      </dsp:txXfrm>
    </dsp:sp>
    <dsp:sp modelId="{FBBF9556-4F50-4444-9364-81FF84388AA7}">
      <dsp:nvSpPr>
        <dsp:cNvPr id="0" name=""/>
        <dsp:cNvSpPr/>
      </dsp:nvSpPr>
      <dsp:spPr>
        <a:xfrm>
          <a:off x="6358828" y="562"/>
          <a:ext cx="1955812" cy="19558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2EF28-DDE9-4579-836B-B6255A156699}">
      <dsp:nvSpPr>
        <dsp:cNvPr id="0" name=""/>
        <dsp:cNvSpPr/>
      </dsp:nvSpPr>
      <dsp:spPr>
        <a:xfrm>
          <a:off x="6775640" y="41737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3034E-B2F4-4977-A51A-13DD1F2A8D5B}">
      <dsp:nvSpPr>
        <dsp:cNvPr id="0" name=""/>
        <dsp:cNvSpPr/>
      </dsp:nvSpPr>
      <dsp:spPr>
        <a:xfrm>
          <a:off x="5733609" y="256556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International Classification of Diseases (ICD)</a:t>
          </a:r>
        </a:p>
      </dsp:txBody>
      <dsp:txXfrm>
        <a:off x="5733609" y="256556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1EC47-AF0B-4F8A-9BF9-8406D4E1130A}">
      <dsp:nvSpPr>
        <dsp:cNvPr id="0" name=""/>
        <dsp:cNvSpPr/>
      </dsp:nvSpPr>
      <dsp:spPr>
        <a:xfrm>
          <a:off x="0" y="34694"/>
          <a:ext cx="6692813" cy="1511640"/>
        </a:xfrm>
        <a:prstGeom prst="roundRect">
          <a:avLst/>
        </a:prstGeom>
        <a:solidFill>
          <a:schemeClr val="accent1">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schemeClr val="tx1"/>
              </a:solidFill>
            </a:rPr>
            <a:t>The supernatural perspective</a:t>
          </a:r>
        </a:p>
      </dsp:txBody>
      <dsp:txXfrm>
        <a:off x="73792" y="108486"/>
        <a:ext cx="6545229" cy="1364056"/>
      </dsp:txXfrm>
    </dsp:sp>
    <dsp:sp modelId="{F9AC8484-4B72-44FC-8094-7BF080C5BFBF}">
      <dsp:nvSpPr>
        <dsp:cNvPr id="0" name=""/>
        <dsp:cNvSpPr/>
      </dsp:nvSpPr>
      <dsp:spPr>
        <a:xfrm>
          <a:off x="0" y="1655774"/>
          <a:ext cx="6692813" cy="1511640"/>
        </a:xfrm>
        <a:prstGeom prst="roundRect">
          <a:avLst/>
        </a:prstGeom>
        <a:solidFill>
          <a:schemeClr val="accent2">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schemeClr val="tx1"/>
              </a:solidFill>
            </a:rPr>
            <a:t>The biological perspective</a:t>
          </a:r>
        </a:p>
      </dsp:txBody>
      <dsp:txXfrm>
        <a:off x="73792" y="1729566"/>
        <a:ext cx="6545229" cy="1364056"/>
      </dsp:txXfrm>
    </dsp:sp>
    <dsp:sp modelId="{CB12D02E-DA10-4380-B026-B981F2BA7AF4}">
      <dsp:nvSpPr>
        <dsp:cNvPr id="0" name=""/>
        <dsp:cNvSpPr/>
      </dsp:nvSpPr>
      <dsp:spPr>
        <a:xfrm>
          <a:off x="0" y="3276855"/>
          <a:ext cx="6692813" cy="1511640"/>
        </a:xfrm>
        <a:prstGeom prst="roundRect">
          <a:avLst/>
        </a:prstGeom>
        <a:solidFill>
          <a:schemeClr val="accent6">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solidFill>
                <a:schemeClr val="tx1"/>
              </a:solidFill>
            </a:rPr>
            <a:t>The diathesis-stress model </a:t>
          </a:r>
        </a:p>
      </dsp:txBody>
      <dsp:txXfrm>
        <a:off x="73792" y="3350647"/>
        <a:ext cx="6545229" cy="13640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58BB4F-215E-4B2E-A62F-0367AD4DAD5F}">
      <dsp:nvSpPr>
        <dsp:cNvPr id="0" name=""/>
        <dsp:cNvSpPr/>
      </dsp:nvSpPr>
      <dsp:spPr>
        <a:xfrm>
          <a:off x="0" y="473"/>
          <a:ext cx="8596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B2213C-1323-46AC-A749-94353F9ED0F0}">
      <dsp:nvSpPr>
        <dsp:cNvPr id="0" name=""/>
        <dsp:cNvSpPr/>
      </dsp:nvSpPr>
      <dsp:spPr>
        <a:xfrm>
          <a:off x="0" y="473"/>
          <a:ext cx="8596668" cy="77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Major depressive disorder</a:t>
          </a:r>
        </a:p>
      </dsp:txBody>
      <dsp:txXfrm>
        <a:off x="0" y="473"/>
        <a:ext cx="8596668" cy="775965"/>
      </dsp:txXfrm>
    </dsp:sp>
    <dsp:sp modelId="{603673C8-9BF7-4787-8CDE-34541BF10D08}">
      <dsp:nvSpPr>
        <dsp:cNvPr id="0" name=""/>
        <dsp:cNvSpPr/>
      </dsp:nvSpPr>
      <dsp:spPr>
        <a:xfrm>
          <a:off x="0" y="776438"/>
          <a:ext cx="8596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EC9354-5316-479C-85A1-B751CEA10ADC}">
      <dsp:nvSpPr>
        <dsp:cNvPr id="0" name=""/>
        <dsp:cNvSpPr/>
      </dsp:nvSpPr>
      <dsp:spPr>
        <a:xfrm>
          <a:off x="0" y="776438"/>
          <a:ext cx="8596668" cy="77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Suicidal ideation</a:t>
          </a:r>
        </a:p>
      </dsp:txBody>
      <dsp:txXfrm>
        <a:off x="0" y="776438"/>
        <a:ext cx="8596668" cy="775965"/>
      </dsp:txXfrm>
    </dsp:sp>
    <dsp:sp modelId="{2DB3684A-0759-4990-9A3A-5906C182933E}">
      <dsp:nvSpPr>
        <dsp:cNvPr id="0" name=""/>
        <dsp:cNvSpPr/>
      </dsp:nvSpPr>
      <dsp:spPr>
        <a:xfrm>
          <a:off x="0" y="1552403"/>
          <a:ext cx="8596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20CD6-6299-4649-BB9A-E74046CC53F0}">
      <dsp:nvSpPr>
        <dsp:cNvPr id="0" name=""/>
        <dsp:cNvSpPr/>
      </dsp:nvSpPr>
      <dsp:spPr>
        <a:xfrm>
          <a:off x="0" y="1552403"/>
          <a:ext cx="8596668" cy="77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Seasonal affective disorder</a:t>
          </a:r>
        </a:p>
      </dsp:txBody>
      <dsp:txXfrm>
        <a:off x="0" y="1552403"/>
        <a:ext cx="8596668" cy="775965"/>
      </dsp:txXfrm>
    </dsp:sp>
    <dsp:sp modelId="{EAF1BA58-BFD6-411C-ADE7-A943543162A5}">
      <dsp:nvSpPr>
        <dsp:cNvPr id="0" name=""/>
        <dsp:cNvSpPr/>
      </dsp:nvSpPr>
      <dsp:spPr>
        <a:xfrm>
          <a:off x="0" y="2328369"/>
          <a:ext cx="8596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4990F2-4C54-4121-B8EE-5875C641C96A}">
      <dsp:nvSpPr>
        <dsp:cNvPr id="0" name=""/>
        <dsp:cNvSpPr/>
      </dsp:nvSpPr>
      <dsp:spPr>
        <a:xfrm>
          <a:off x="0" y="2328369"/>
          <a:ext cx="8596668" cy="77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Postpartum depression</a:t>
          </a:r>
        </a:p>
      </dsp:txBody>
      <dsp:txXfrm>
        <a:off x="0" y="2328369"/>
        <a:ext cx="8596668" cy="775965"/>
      </dsp:txXfrm>
    </dsp:sp>
    <dsp:sp modelId="{59F6231E-C048-4F95-920E-95E9AB62DBD8}">
      <dsp:nvSpPr>
        <dsp:cNvPr id="0" name=""/>
        <dsp:cNvSpPr/>
      </dsp:nvSpPr>
      <dsp:spPr>
        <a:xfrm>
          <a:off x="0" y="3104334"/>
          <a:ext cx="8596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B9F25B-EA12-4316-B603-E0500F442827}">
      <dsp:nvSpPr>
        <dsp:cNvPr id="0" name=""/>
        <dsp:cNvSpPr/>
      </dsp:nvSpPr>
      <dsp:spPr>
        <a:xfrm>
          <a:off x="0" y="3104334"/>
          <a:ext cx="8596668" cy="77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Persistent depressive disorder</a:t>
          </a:r>
        </a:p>
      </dsp:txBody>
      <dsp:txXfrm>
        <a:off x="0" y="3104334"/>
        <a:ext cx="8596668" cy="7759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6376E-3FC7-4A41-AB11-CDF6FB4D9D3B}">
      <dsp:nvSpPr>
        <dsp:cNvPr id="0" name=""/>
        <dsp:cNvSpPr/>
      </dsp:nvSpPr>
      <dsp:spPr>
        <a:xfrm>
          <a:off x="0" y="37821"/>
          <a:ext cx="6692813" cy="1509555"/>
        </a:xfrm>
        <a:prstGeom prst="roundRect">
          <a:avLst/>
        </a:prstGeom>
        <a:solidFill>
          <a:schemeClr val="accent1">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solidFill>
                <a:sysClr val="windowText" lastClr="000000"/>
              </a:solidFill>
            </a:rPr>
            <a:t>Dissociative Amnesia</a:t>
          </a:r>
        </a:p>
      </dsp:txBody>
      <dsp:txXfrm>
        <a:off x="73690" y="111511"/>
        <a:ext cx="6545433" cy="1362175"/>
      </dsp:txXfrm>
    </dsp:sp>
    <dsp:sp modelId="{002C3A9D-13A3-4F55-883C-F305B30DCEF2}">
      <dsp:nvSpPr>
        <dsp:cNvPr id="0" name=""/>
        <dsp:cNvSpPr/>
      </dsp:nvSpPr>
      <dsp:spPr>
        <a:xfrm>
          <a:off x="0" y="1656817"/>
          <a:ext cx="6692813" cy="1509555"/>
        </a:xfrm>
        <a:prstGeom prst="roundRect">
          <a:avLst/>
        </a:prstGeom>
        <a:solidFill>
          <a:schemeClr val="accent5">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sysClr val="windowText" lastClr="000000"/>
              </a:solidFill>
            </a:rPr>
            <a:t>Depersonalization/ Derealization Disorder</a:t>
          </a:r>
        </a:p>
      </dsp:txBody>
      <dsp:txXfrm>
        <a:off x="73690" y="1730507"/>
        <a:ext cx="6545433" cy="1362175"/>
      </dsp:txXfrm>
    </dsp:sp>
    <dsp:sp modelId="{20642083-F891-4EDC-AF42-6BA4B2A15240}">
      <dsp:nvSpPr>
        <dsp:cNvPr id="0" name=""/>
        <dsp:cNvSpPr/>
      </dsp:nvSpPr>
      <dsp:spPr>
        <a:xfrm>
          <a:off x="0" y="3275812"/>
          <a:ext cx="6692813" cy="1509555"/>
        </a:xfrm>
        <a:prstGeom prst="roundRect">
          <a:avLst/>
        </a:prstGeom>
        <a:solidFill>
          <a:schemeClr val="accent6">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sysClr val="windowText" lastClr="000000"/>
              </a:solidFill>
            </a:rPr>
            <a:t>Dissociative Identity Disorder</a:t>
          </a:r>
        </a:p>
      </dsp:txBody>
      <dsp:txXfrm>
        <a:off x="73690" y="3349502"/>
        <a:ext cx="6545433" cy="13621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1A458-2B74-475A-BBEB-144F9E7A034A}">
      <dsp:nvSpPr>
        <dsp:cNvPr id="0" name=""/>
        <dsp:cNvSpPr/>
      </dsp:nvSpPr>
      <dsp:spPr>
        <a:xfrm>
          <a:off x="0" y="45584"/>
          <a:ext cx="6692813" cy="863460"/>
        </a:xfrm>
        <a:prstGeom prst="roundRect">
          <a:avLst/>
        </a:prstGeom>
        <a:solidFill>
          <a:schemeClr val="accent4">
            <a:lumMod val="20000"/>
            <a:lumOff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ysClr val="windowText" lastClr="000000"/>
              </a:solidFill>
            </a:rPr>
            <a:t>Antagonism</a:t>
          </a:r>
        </a:p>
      </dsp:txBody>
      <dsp:txXfrm>
        <a:off x="42151" y="87735"/>
        <a:ext cx="6608511" cy="779158"/>
      </dsp:txXfrm>
    </dsp:sp>
    <dsp:sp modelId="{340FDC29-2474-4390-AD6F-4CC64CF5858E}">
      <dsp:nvSpPr>
        <dsp:cNvPr id="0" name=""/>
        <dsp:cNvSpPr/>
      </dsp:nvSpPr>
      <dsp:spPr>
        <a:xfrm>
          <a:off x="0" y="1012725"/>
          <a:ext cx="6692813" cy="863460"/>
        </a:xfrm>
        <a:prstGeom prst="roundRect">
          <a:avLst/>
        </a:prstGeom>
        <a:solidFill>
          <a:schemeClr val="accent5">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ysClr val="windowText" lastClr="000000"/>
              </a:solidFill>
            </a:rPr>
            <a:t>Disinhibition</a:t>
          </a:r>
        </a:p>
      </dsp:txBody>
      <dsp:txXfrm>
        <a:off x="42151" y="1054876"/>
        <a:ext cx="6608511" cy="779158"/>
      </dsp:txXfrm>
    </dsp:sp>
    <dsp:sp modelId="{3A627AC4-7EF3-4B4B-A856-4C99B943BBA6}">
      <dsp:nvSpPr>
        <dsp:cNvPr id="0" name=""/>
        <dsp:cNvSpPr/>
      </dsp:nvSpPr>
      <dsp:spPr>
        <a:xfrm>
          <a:off x="0" y="1979865"/>
          <a:ext cx="6692813" cy="863460"/>
        </a:xfrm>
        <a:prstGeom prst="roundRect">
          <a:avLst/>
        </a:prstGeom>
        <a:solidFill>
          <a:schemeClr val="accent2">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ysClr val="windowText" lastClr="000000"/>
              </a:solidFill>
            </a:rPr>
            <a:t>Attention-seeking behavior</a:t>
          </a:r>
        </a:p>
      </dsp:txBody>
      <dsp:txXfrm>
        <a:off x="42151" y="2022016"/>
        <a:ext cx="6608511" cy="779158"/>
      </dsp:txXfrm>
    </dsp:sp>
    <dsp:sp modelId="{F6B8CF34-CBA9-40FE-81F0-9E6DBFEEED06}">
      <dsp:nvSpPr>
        <dsp:cNvPr id="0" name=""/>
        <dsp:cNvSpPr/>
      </dsp:nvSpPr>
      <dsp:spPr>
        <a:xfrm>
          <a:off x="0" y="2947005"/>
          <a:ext cx="6692813" cy="863460"/>
        </a:xfrm>
        <a:prstGeom prst="roundRect">
          <a:avLst/>
        </a:prstGeom>
        <a:solidFill>
          <a:schemeClr val="accent4">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ysClr val="windowText" lastClr="000000"/>
              </a:solidFill>
            </a:rPr>
            <a:t>Low anxiousness</a:t>
          </a:r>
        </a:p>
      </dsp:txBody>
      <dsp:txXfrm>
        <a:off x="42151" y="2989156"/>
        <a:ext cx="6608511" cy="779158"/>
      </dsp:txXfrm>
    </dsp:sp>
    <dsp:sp modelId="{75A66436-F9E9-4EC9-B9F0-358CFD68E126}">
      <dsp:nvSpPr>
        <dsp:cNvPr id="0" name=""/>
        <dsp:cNvSpPr/>
      </dsp:nvSpPr>
      <dsp:spPr>
        <a:xfrm>
          <a:off x="0" y="3914145"/>
          <a:ext cx="6692813" cy="863460"/>
        </a:xfrm>
        <a:prstGeom prst="roundRect">
          <a:avLst/>
        </a:prstGeom>
        <a:solidFill>
          <a:schemeClr val="accent6">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ysClr val="windowText" lastClr="000000"/>
              </a:solidFill>
            </a:rPr>
            <a:t>Diminished empathy</a:t>
          </a:r>
        </a:p>
      </dsp:txBody>
      <dsp:txXfrm>
        <a:off x="42151" y="3956296"/>
        <a:ext cx="6608511" cy="77915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56905-DDDD-43F4-AB6F-9596C2119C54}"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7C3A1-86B3-4ECD-B065-964C7D45BD0C}" type="slidenum">
              <a:rPr lang="en-US" smtClean="0"/>
              <a:t>‹#›</a:t>
            </a:fld>
            <a:endParaRPr lang="en-US"/>
          </a:p>
        </p:txBody>
      </p:sp>
    </p:spTree>
    <p:extLst>
      <p:ext uri="{BB962C8B-B14F-4D97-AF65-F5344CB8AC3E}">
        <p14:creationId xmlns:p14="http://schemas.microsoft.com/office/powerpoint/2010/main" val="26934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34034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1919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75434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23647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79636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15475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92993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92149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7973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88643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39516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94476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41197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08627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12824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48416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690008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76152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985387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39462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537825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B238D-D828-7594-A2C9-62BBA98CA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EE07C-043E-584F-50A2-82E33DC38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9B984-CB46-4C63-F72D-819748C89A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84F615-1923-B89E-BB02-FF923D5AB0D4}"/>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980222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1594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6076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73926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FF47-51EC-47F0-B003-5FD1F7E60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A801E-1BB9-95CE-B5B4-DE83E0DF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540A5-760B-CAFF-8D75-93107A2D4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B87E62-25C6-813E-9463-6C2A558D178A}"/>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626517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354780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11372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82068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195034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643807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82588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atin typeface="Constantia" panose="02030602050306030303" pitchFamily="18"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54DCD86-2BE2-4C0E-B7FA-95523CDE3401}" type="datetime1">
              <a:rPr lang="en-US" smtClean="0"/>
              <a:t>4/9/2026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0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atin typeface="Constantia" panose="02030602050306030303"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94DE4085-8636-4A71-A455-75A8ABB75842}" type="datetime1">
              <a:rPr lang="en-US" smtClean="0"/>
              <a:t>4/9/2026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225126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atin typeface="Constantia" panose="02030602050306030303"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93A979C0-2B68-47B7-8A50-33811AE89FCA}" type="datetime1">
              <a:rPr lang="en-US" smtClean="0"/>
              <a:t>4/9/2026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165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atin typeface="Constantia" panose="0203060205030603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0C2F1962-7ADC-436C-86BB-B35F00EE2BE7}" type="datetime1">
              <a:rPr lang="en-US" smtClean="0"/>
              <a:t>4/9/2026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4237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latin typeface="Constantia" panose="02030602050306030303" pitchFamily="18" charset="0"/>
            </a:endParaRPr>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atin typeface="Constantia" panose="02030602050306030303"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C40F0D0B-D545-485F-856F-F5BA76E8B59F}" type="datetime1">
              <a:rPr lang="en-US" smtClean="0"/>
              <a:t>4/9/2026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331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208229"/>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atin typeface="Constantia" panose="02030602050306030303" pitchFamily="18"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FA0B128C-F451-4B48-B85E-1C4F945EEEE4}" type="datetime1">
              <a:rPr lang="en-US" smtClean="0"/>
              <a:t>4/9/2026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878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ACFBA4AA-E1F6-4C06-8C3F-95793F9F0D5A}" type="datetime1">
              <a:rPr lang="en-US" smtClean="0"/>
              <a:t>4/9/2026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5398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09E29832-94E7-4806-9381-54C42835FEF3}" type="datetime1">
              <a:rPr lang="en-US" smtClean="0"/>
              <a:t>4/9/2026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0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FFC309DF-CC9E-4044-A401-FD519E492741}" type="datetime1">
              <a:rPr lang="en-US" smtClean="0"/>
              <a:t>4/9/2026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377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latin typeface="Constantia" panose="02030602050306030303" pitchFamily="18" charset="0"/>
            </a:endParaRPr>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D107EF23-A67C-4BC0-BA04-BB463D92DC6B}" type="datetime1">
              <a:rPr lang="en-US" smtClean="0"/>
              <a:t>4/9/2026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9422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lvl1pPr>
              <a:defRPr>
                <a:latin typeface="Constantia" panose="02030602050306030303" pitchFamily="18"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1C4ECE1D-613E-49A7-BDF4-2683C6085771}" type="datetime1">
              <a:rPr lang="en-US" smtClean="0"/>
              <a:t>4/9/2026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5308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lvl1pPr>
              <a:defRPr>
                <a:latin typeface="Constantia" panose="02030602050306030303" pitchFamily="18"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B760348D-8E32-4EAC-8B2C-24E4646D9850}" type="datetime1">
              <a:rPr lang="en-US" smtClean="0"/>
              <a:t>4/9/2026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93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95005D-F6D9-4706-8183-FE3C38BC13B5}" type="datetime1">
              <a:rPr lang="en-US" smtClean="0"/>
              <a:t>4/9/2026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dirty="0"/>
          </a:p>
        </p:txBody>
      </p:sp>
    </p:spTree>
    <p:extLst>
      <p:ext uri="{BB962C8B-B14F-4D97-AF65-F5344CB8AC3E}">
        <p14:creationId xmlns:p14="http://schemas.microsoft.com/office/powerpoint/2010/main" val="55184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Lst>
  <p:hf hdr="0" ftr="0" dt="0"/>
  <p:txStyles>
    <p:titleStyle>
      <a:lvl1pPr algn="l" defTabSz="914400" rtl="0" eaLnBrk="1" latinLnBrk="0" hangingPunct="1">
        <a:lnSpc>
          <a:spcPct val="90000"/>
        </a:lnSpc>
        <a:spcBef>
          <a:spcPct val="0"/>
        </a:spcBef>
        <a:buNone/>
        <a:defRPr sz="4400" i="1" kern="1200">
          <a:solidFill>
            <a:schemeClr val="tx1"/>
          </a:solidFill>
          <a:latin typeface="Constantia" panose="02030602050306030303" pitchFamily="18" charset="0"/>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ideo" Target="https://www.youtube.com/embed/I8Jofzx_8p4?feature=oembed" TargetMode="Externa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ideo" Target="https://www.youtube.com/embed/KSvk8LLBo2g?feature=oembed" TargetMode="External"/><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k3WP0vT0Pv4?list=PLDgFtG7YA9Y5b_E2282_izNmYqLt0rvFW" TargetMode="Externa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CCBA-6C2C-4420-F570-EB773FCC4326}"/>
              </a:ext>
            </a:extLst>
          </p:cNvPr>
          <p:cNvSpPr>
            <a:spLocks noGrp="1"/>
          </p:cNvSpPr>
          <p:nvPr>
            <p:ph type="ctrTitle"/>
          </p:nvPr>
        </p:nvSpPr>
        <p:spPr>
          <a:xfrm>
            <a:off x="2856745" y="1216242"/>
            <a:ext cx="6478510" cy="3034120"/>
          </a:xfrm>
        </p:spPr>
        <p:txBody>
          <a:bodyPr>
            <a:normAutofit/>
          </a:bodyPr>
          <a:lstStyle/>
          <a:p>
            <a:pPr algn="ctr"/>
            <a:r>
              <a:rPr lang="en-US" sz="7200" dirty="0">
                <a:latin typeface="Constantia" panose="02030602050306030303" pitchFamily="18" charset="0"/>
              </a:rPr>
              <a:t>Psychological Disorders</a:t>
            </a:r>
          </a:p>
        </p:txBody>
      </p:sp>
      <p:sp>
        <p:nvSpPr>
          <p:cNvPr id="3" name="Subtitle 2">
            <a:extLst>
              <a:ext uri="{FF2B5EF4-FFF2-40B4-BE49-F238E27FC236}">
                <a16:creationId xmlns:a16="http://schemas.microsoft.com/office/drawing/2014/main" id="{C31E3762-1D12-CAD6-EA41-B498CA68F4B9}"/>
              </a:ext>
            </a:extLst>
          </p:cNvPr>
          <p:cNvSpPr>
            <a:spLocks noGrp="1"/>
          </p:cNvSpPr>
          <p:nvPr>
            <p:ph type="subTitle" idx="1"/>
          </p:nvPr>
        </p:nvSpPr>
        <p:spPr/>
        <p:txBody>
          <a:bodyPr/>
          <a:lstStyle/>
          <a:p>
            <a:r>
              <a:rPr lang="en-US" dirty="0"/>
              <a:t>Chapter 15</a:t>
            </a:r>
          </a:p>
        </p:txBody>
      </p:sp>
      <p:sp>
        <p:nvSpPr>
          <p:cNvPr id="4" name="Slide Number Placeholder 3">
            <a:extLst>
              <a:ext uri="{FF2B5EF4-FFF2-40B4-BE49-F238E27FC236}">
                <a16:creationId xmlns:a16="http://schemas.microsoft.com/office/drawing/2014/main" id="{8BAB0AFE-A354-EE4B-A432-E572D3181550}"/>
              </a:ext>
            </a:extLst>
          </p:cNvPr>
          <p:cNvSpPr>
            <a:spLocks noGrp="1"/>
          </p:cNvSpPr>
          <p:nvPr>
            <p:ph type="sldNum" sz="quarter" idx="12"/>
          </p:nvPr>
        </p:nvSpPr>
        <p:spPr/>
        <p:txBody>
          <a:bodyPr/>
          <a:lstStyle/>
          <a:p>
            <a:fld id="{51845F5A-061D-4825-9AE9-D7794091C6CF}" type="slidenum">
              <a:rPr lang="en-US" smtClean="0"/>
              <a:t>1</a:t>
            </a:fld>
            <a:endParaRPr lang="en-US"/>
          </a:p>
        </p:txBody>
      </p:sp>
    </p:spTree>
    <p:extLst>
      <p:ext uri="{BB962C8B-B14F-4D97-AF65-F5344CB8AC3E}">
        <p14:creationId xmlns:p14="http://schemas.microsoft.com/office/powerpoint/2010/main" val="307768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452C9-97F2-AF6B-A137-270B04C802F7}"/>
              </a:ext>
            </a:extLst>
          </p:cNvPr>
          <p:cNvSpPr>
            <a:spLocks noGrp="1"/>
          </p:cNvSpPr>
          <p:nvPr>
            <p:ph type="title"/>
          </p:nvPr>
        </p:nvSpPr>
        <p:spPr>
          <a:xfrm>
            <a:off x="7342360" y="753066"/>
            <a:ext cx="4288100" cy="3610704"/>
          </a:xfrm>
        </p:spPr>
        <p:txBody>
          <a:bodyPr>
            <a:normAutofit/>
          </a:bodyPr>
          <a:lstStyle/>
          <a:p>
            <a:r>
              <a:rPr lang="en-US" sz="8800" dirty="0">
                <a:latin typeface="Constantia" panose="02030602050306030303" pitchFamily="18" charset="0"/>
              </a:rPr>
              <a:t>Agenda</a:t>
            </a:r>
          </a:p>
        </p:txBody>
      </p:sp>
      <p:sp>
        <p:nvSpPr>
          <p:cNvPr id="4" name="Slide Number Placeholder 3">
            <a:extLst>
              <a:ext uri="{FF2B5EF4-FFF2-40B4-BE49-F238E27FC236}">
                <a16:creationId xmlns:a16="http://schemas.microsoft.com/office/drawing/2014/main" id="{96796DA0-B161-6B42-A870-EEFA90597320}"/>
              </a:ext>
            </a:extLst>
          </p:cNvPr>
          <p:cNvSpPr>
            <a:spLocks noGrp="1"/>
          </p:cNvSpPr>
          <p:nvPr>
            <p:ph type="sldNum" sz="quarter" idx="12"/>
          </p:nvPr>
        </p:nvSpPr>
        <p:spPr/>
        <p:txBody>
          <a:bodyPr/>
          <a:lstStyle/>
          <a:p>
            <a:fld id="{51845F5A-061D-4825-9AE9-D7794091C6CF}" type="slidenum">
              <a:rPr lang="en-US" smtClean="0"/>
              <a:t>2</a:t>
            </a:fld>
            <a:endParaRPr lang="en-US"/>
          </a:p>
        </p:txBody>
      </p:sp>
      <p:sp>
        <p:nvSpPr>
          <p:cNvPr id="7" name="TextBox 6">
            <a:extLst>
              <a:ext uri="{FF2B5EF4-FFF2-40B4-BE49-F238E27FC236}">
                <a16:creationId xmlns:a16="http://schemas.microsoft.com/office/drawing/2014/main" id="{AB467369-AD1A-715A-8F30-68981B26BB4C}"/>
              </a:ext>
            </a:extLst>
          </p:cNvPr>
          <p:cNvSpPr txBox="1"/>
          <p:nvPr/>
        </p:nvSpPr>
        <p:spPr>
          <a:xfrm>
            <a:off x="686994" y="1874728"/>
            <a:ext cx="5604095"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Classifying Disorders</a:t>
            </a:r>
          </a:p>
          <a:p>
            <a:pPr marL="285750" indent="-285750">
              <a:buFont typeface="Arial" panose="020B0604020202020204" pitchFamily="34" charset="0"/>
              <a:buChar char="•"/>
            </a:pPr>
            <a:r>
              <a:rPr lang="en-US" sz="2800" dirty="0"/>
              <a:t>Perspectives on Disorders</a:t>
            </a:r>
          </a:p>
          <a:p>
            <a:pPr marL="285750" indent="-285750">
              <a:buFont typeface="Arial" panose="020B0604020202020204" pitchFamily="34" charset="0"/>
              <a:buChar char="•"/>
            </a:pPr>
            <a:r>
              <a:rPr lang="en-US" sz="2800" dirty="0"/>
              <a:t>Anxiety Disorders</a:t>
            </a:r>
          </a:p>
          <a:p>
            <a:pPr marL="285750" indent="-285750">
              <a:buFont typeface="Arial" panose="020B0604020202020204" pitchFamily="34" charset="0"/>
              <a:buChar char="•"/>
            </a:pPr>
            <a:r>
              <a:rPr lang="en-US" sz="2800" dirty="0"/>
              <a:t>Obsessive Disorders</a:t>
            </a:r>
          </a:p>
          <a:p>
            <a:pPr marL="285750" indent="-285750">
              <a:buFont typeface="Arial" panose="020B0604020202020204" pitchFamily="34" charset="0"/>
              <a:buChar char="•"/>
            </a:pPr>
            <a:r>
              <a:rPr lang="en-US" sz="2800" dirty="0"/>
              <a:t>Stress and Mood Disorders</a:t>
            </a:r>
          </a:p>
          <a:p>
            <a:pPr marL="285750" indent="-285750">
              <a:buFont typeface="Arial" panose="020B0604020202020204" pitchFamily="34" charset="0"/>
              <a:buChar char="•"/>
            </a:pPr>
            <a:r>
              <a:rPr lang="en-US" sz="2800" dirty="0"/>
              <a:t>Dissociative Disorders</a:t>
            </a:r>
          </a:p>
          <a:p>
            <a:pPr marL="285750" indent="-285750">
              <a:buFont typeface="Arial" panose="020B0604020202020204" pitchFamily="34" charset="0"/>
              <a:buChar char="•"/>
            </a:pPr>
            <a:r>
              <a:rPr lang="en-US" sz="2800" dirty="0"/>
              <a:t>Disorders in Childhood</a:t>
            </a:r>
          </a:p>
          <a:p>
            <a:pPr marL="285750" indent="-285750">
              <a:buFont typeface="Arial" panose="020B0604020202020204" pitchFamily="34" charset="0"/>
              <a:buChar char="•"/>
            </a:pPr>
            <a:r>
              <a:rPr lang="en-US" sz="2800" dirty="0"/>
              <a:t>Personality Disorders</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83184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A1C8-B3E0-4702-A6A5-1A988857BAB7}"/>
              </a:ext>
            </a:extLst>
          </p:cNvPr>
          <p:cNvSpPr>
            <a:spLocks noGrp="1"/>
          </p:cNvSpPr>
          <p:nvPr>
            <p:ph type="title"/>
          </p:nvPr>
        </p:nvSpPr>
        <p:spPr>
          <a:xfrm>
            <a:off x="677334" y="4765972"/>
            <a:ext cx="8596668" cy="1320800"/>
          </a:xfrm>
        </p:spPr>
        <p:txBody>
          <a:bodyPr anchor="ctr">
            <a:normAutofit/>
          </a:bodyPr>
          <a:lstStyle/>
          <a:p>
            <a:r>
              <a:rPr lang="en-US" sz="4400" dirty="0"/>
              <a:t>What is a psychological disorder?</a:t>
            </a:r>
          </a:p>
        </p:txBody>
      </p:sp>
      <p:graphicFrame>
        <p:nvGraphicFramePr>
          <p:cNvPr id="32" name="Content Placeholder 2">
            <a:extLst>
              <a:ext uri="{FF2B5EF4-FFF2-40B4-BE49-F238E27FC236}">
                <a16:creationId xmlns:a16="http://schemas.microsoft.com/office/drawing/2014/main" id="{449B4B88-D477-44CF-8091-011FA633657A}"/>
              </a:ext>
            </a:extLst>
          </p:cNvPr>
          <p:cNvGraphicFramePr>
            <a:graphicFrameLocks noGrp="1"/>
          </p:cNvGraphicFramePr>
          <p:nvPr>
            <p:ph idx="1"/>
          </p:nvPr>
        </p:nvGraphicFramePr>
        <p:xfrm>
          <a:off x="642938" y="642938"/>
          <a:ext cx="10906125" cy="3286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A243E140-F6D9-FA57-8665-9CA8AC789DBA}"/>
              </a:ext>
            </a:extLst>
          </p:cNvPr>
          <p:cNvSpPr>
            <a:spLocks noGrp="1"/>
          </p:cNvSpPr>
          <p:nvPr>
            <p:ph type="sldNum" sz="quarter" idx="12"/>
          </p:nvPr>
        </p:nvSpPr>
        <p:spPr/>
        <p:txBody>
          <a:bodyPr/>
          <a:lstStyle/>
          <a:p>
            <a:fld id="{51845F5A-061D-4825-9AE9-D7794091C6CF}" type="slidenum">
              <a:rPr lang="en-US" smtClean="0"/>
              <a:t>3</a:t>
            </a:fld>
            <a:endParaRPr lang="en-US" dirty="0"/>
          </a:p>
        </p:txBody>
      </p:sp>
    </p:spTree>
    <p:extLst>
      <p:ext uri="{BB962C8B-B14F-4D97-AF65-F5344CB8AC3E}">
        <p14:creationId xmlns:p14="http://schemas.microsoft.com/office/powerpoint/2010/main" val="1256332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782487-5994-6ED3-6D4E-779EC56ADDBA}"/>
              </a:ext>
            </a:extLst>
          </p:cNvPr>
          <p:cNvSpPr>
            <a:spLocks noGrp="1"/>
          </p:cNvSpPr>
          <p:nvPr>
            <p:ph type="title"/>
          </p:nvPr>
        </p:nvSpPr>
        <p:spPr/>
        <p:txBody>
          <a:bodyPr/>
          <a:lstStyle/>
          <a:p>
            <a:r>
              <a:rPr lang="en-US" dirty="0"/>
              <a:t>Medical Student Disease</a:t>
            </a:r>
          </a:p>
        </p:txBody>
      </p:sp>
      <p:sp>
        <p:nvSpPr>
          <p:cNvPr id="4" name="Slide Number Placeholder 3">
            <a:extLst>
              <a:ext uri="{FF2B5EF4-FFF2-40B4-BE49-F238E27FC236}">
                <a16:creationId xmlns:a16="http://schemas.microsoft.com/office/drawing/2014/main" id="{AC3E0345-C745-1AC3-ECA1-86C7D0EC2615}"/>
              </a:ext>
            </a:extLst>
          </p:cNvPr>
          <p:cNvSpPr>
            <a:spLocks noGrp="1"/>
          </p:cNvSpPr>
          <p:nvPr>
            <p:ph type="sldNum" sz="quarter" idx="12"/>
          </p:nvPr>
        </p:nvSpPr>
        <p:spPr/>
        <p:txBody>
          <a:bodyPr/>
          <a:lstStyle/>
          <a:p>
            <a:fld id="{51845F5A-061D-4825-9AE9-D7794091C6CF}" type="slidenum">
              <a:rPr lang="en-US" smtClean="0"/>
              <a:t>4</a:t>
            </a:fld>
            <a:endParaRPr lang="en-US" dirty="0"/>
          </a:p>
        </p:txBody>
      </p:sp>
    </p:spTree>
    <p:extLst>
      <p:ext uri="{BB962C8B-B14F-4D97-AF65-F5344CB8AC3E}">
        <p14:creationId xmlns:p14="http://schemas.microsoft.com/office/powerpoint/2010/main" val="900203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1319-6035-4148-8513-44CC82551345}"/>
              </a:ext>
            </a:extLst>
          </p:cNvPr>
          <p:cNvSpPr>
            <a:spLocks noGrp="1"/>
          </p:cNvSpPr>
          <p:nvPr>
            <p:ph type="title"/>
          </p:nvPr>
        </p:nvSpPr>
        <p:spPr/>
        <p:txBody>
          <a:bodyPr/>
          <a:lstStyle/>
          <a:p>
            <a:r>
              <a:rPr lang="en-US" dirty="0"/>
              <a:t>What makes a behavior atypical?</a:t>
            </a:r>
          </a:p>
        </p:txBody>
      </p:sp>
      <p:sp>
        <p:nvSpPr>
          <p:cNvPr id="3" name="Content Placeholder 2">
            <a:extLst>
              <a:ext uri="{FF2B5EF4-FFF2-40B4-BE49-F238E27FC236}">
                <a16:creationId xmlns:a16="http://schemas.microsoft.com/office/drawing/2014/main" id="{18027725-A67B-4D1D-9264-5D3FA7232103}"/>
              </a:ext>
            </a:extLst>
          </p:cNvPr>
          <p:cNvSpPr>
            <a:spLocks noGrp="1"/>
          </p:cNvSpPr>
          <p:nvPr>
            <p:ph idx="1"/>
          </p:nvPr>
        </p:nvSpPr>
        <p:spPr>
          <a:xfrm>
            <a:off x="677333" y="1759600"/>
            <a:ext cx="10515600" cy="1524169"/>
          </a:xfrm>
        </p:spPr>
        <p:txBody>
          <a:bodyPr>
            <a:normAutofit fontScale="77500" lnSpcReduction="20000"/>
          </a:bodyPr>
          <a:lstStyle/>
          <a:p>
            <a:r>
              <a:rPr lang="en-US" dirty="0"/>
              <a:t>All behaviors are on a spectrum. The behaviors seen in psychological disorders are those that fall more to one side of the spectrum or the other. The “unusualness” is impacted by the culture and situation. For an example, look at this spectrum of anxious behavior:</a:t>
            </a:r>
          </a:p>
        </p:txBody>
      </p:sp>
      <p:cxnSp>
        <p:nvCxnSpPr>
          <p:cNvPr id="5" name="Straight Arrow Connector 4">
            <a:extLst>
              <a:ext uri="{FF2B5EF4-FFF2-40B4-BE49-F238E27FC236}">
                <a16:creationId xmlns:a16="http://schemas.microsoft.com/office/drawing/2014/main" id="{F86EEEEF-863E-4D9B-B0BB-B9D9FF054A86}"/>
              </a:ext>
            </a:extLst>
          </p:cNvPr>
          <p:cNvCxnSpPr>
            <a:cxnSpLocks/>
          </p:cNvCxnSpPr>
          <p:nvPr/>
        </p:nvCxnSpPr>
        <p:spPr>
          <a:xfrm>
            <a:off x="805218" y="4804012"/>
            <a:ext cx="846878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EA1C4ADB-3AA8-446D-ACB7-85120A5D6115}"/>
              </a:ext>
            </a:extLst>
          </p:cNvPr>
          <p:cNvSpPr txBox="1"/>
          <p:nvPr/>
        </p:nvSpPr>
        <p:spPr>
          <a:xfrm>
            <a:off x="677333" y="3613245"/>
            <a:ext cx="2369969" cy="830997"/>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sz="1600" dirty="0"/>
              <a:t>Doesn’t react to any stressful situations; cold and aloof</a:t>
            </a:r>
          </a:p>
        </p:txBody>
      </p:sp>
      <p:sp>
        <p:nvSpPr>
          <p:cNvPr id="8" name="TextBox 7">
            <a:extLst>
              <a:ext uri="{FF2B5EF4-FFF2-40B4-BE49-F238E27FC236}">
                <a16:creationId xmlns:a16="http://schemas.microsoft.com/office/drawing/2014/main" id="{8C224AD3-5744-4092-9147-028E57AB3EE6}"/>
              </a:ext>
            </a:extLst>
          </p:cNvPr>
          <p:cNvSpPr txBox="1"/>
          <p:nvPr/>
        </p:nvSpPr>
        <p:spPr>
          <a:xfrm>
            <a:off x="3919278" y="5071662"/>
            <a:ext cx="2240664" cy="830997"/>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sz="1600" dirty="0"/>
              <a:t>Will get stressed out, but can manage that stress</a:t>
            </a:r>
          </a:p>
        </p:txBody>
      </p:sp>
      <p:sp>
        <p:nvSpPr>
          <p:cNvPr id="9" name="TextBox 8">
            <a:extLst>
              <a:ext uri="{FF2B5EF4-FFF2-40B4-BE49-F238E27FC236}">
                <a16:creationId xmlns:a16="http://schemas.microsoft.com/office/drawing/2014/main" id="{A045195C-CE6C-403F-AC7F-A65E3A1E7A2D}"/>
              </a:ext>
            </a:extLst>
          </p:cNvPr>
          <p:cNvSpPr txBox="1"/>
          <p:nvPr/>
        </p:nvSpPr>
        <p:spPr>
          <a:xfrm>
            <a:off x="7033337" y="3613245"/>
            <a:ext cx="2369969" cy="830997"/>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lang="en-US" sz="1600" dirty="0"/>
              <a:t>Won’t leave the house due to fear of stressful situations</a:t>
            </a:r>
          </a:p>
        </p:txBody>
      </p:sp>
      <p:cxnSp>
        <p:nvCxnSpPr>
          <p:cNvPr id="11" name="Straight Connector 10">
            <a:extLst>
              <a:ext uri="{FF2B5EF4-FFF2-40B4-BE49-F238E27FC236}">
                <a16:creationId xmlns:a16="http://schemas.microsoft.com/office/drawing/2014/main" id="{BFD0A90E-C354-4DB1-A3AB-EDEE604E6433}"/>
              </a:ext>
            </a:extLst>
          </p:cNvPr>
          <p:cNvCxnSpPr>
            <a:stCxn id="7" idx="2"/>
          </p:cNvCxnSpPr>
          <p:nvPr/>
        </p:nvCxnSpPr>
        <p:spPr>
          <a:xfrm flipH="1">
            <a:off x="1856935" y="4444242"/>
            <a:ext cx="5383" cy="35977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65060A4-7D7C-4E54-896C-2F9D640BE82D}"/>
              </a:ext>
            </a:extLst>
          </p:cNvPr>
          <p:cNvCxnSpPr/>
          <p:nvPr/>
        </p:nvCxnSpPr>
        <p:spPr>
          <a:xfrm flipH="1">
            <a:off x="8218321" y="4550222"/>
            <a:ext cx="5383" cy="267437"/>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4A4DB28A-2CF7-471B-91A4-F3DE8F0451E3}"/>
              </a:ext>
            </a:extLst>
          </p:cNvPr>
          <p:cNvCxnSpPr/>
          <p:nvPr/>
        </p:nvCxnSpPr>
        <p:spPr>
          <a:xfrm flipH="1">
            <a:off x="5002964" y="4801463"/>
            <a:ext cx="5383" cy="267437"/>
          </a:xfrm>
          <a:prstGeom prst="line">
            <a:avLst/>
          </a:prstGeom>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30BACAC5-791F-FC8C-B7EF-9CA60204319C}"/>
              </a:ext>
            </a:extLst>
          </p:cNvPr>
          <p:cNvSpPr>
            <a:spLocks noGrp="1"/>
          </p:cNvSpPr>
          <p:nvPr>
            <p:ph type="sldNum" sz="quarter" idx="12"/>
          </p:nvPr>
        </p:nvSpPr>
        <p:spPr/>
        <p:txBody>
          <a:bodyPr/>
          <a:lstStyle/>
          <a:p>
            <a:fld id="{51845F5A-061D-4825-9AE9-D7794091C6CF}" type="slidenum">
              <a:rPr lang="en-US" smtClean="0"/>
              <a:t>5</a:t>
            </a:fld>
            <a:endParaRPr lang="en-US" dirty="0"/>
          </a:p>
        </p:txBody>
      </p:sp>
    </p:spTree>
    <p:extLst>
      <p:ext uri="{BB962C8B-B14F-4D97-AF65-F5344CB8AC3E}">
        <p14:creationId xmlns:p14="http://schemas.microsoft.com/office/powerpoint/2010/main" val="4174121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196CD-72CB-41AB-A669-E71CA1E13EF7}"/>
              </a:ext>
            </a:extLst>
          </p:cNvPr>
          <p:cNvSpPr>
            <a:spLocks noGrp="1"/>
          </p:cNvSpPr>
          <p:nvPr>
            <p:ph type="title"/>
          </p:nvPr>
        </p:nvSpPr>
        <p:spPr/>
        <p:txBody>
          <a:bodyPr/>
          <a:lstStyle/>
          <a:p>
            <a:r>
              <a:rPr lang="en-US" dirty="0"/>
              <a:t>American Psychiatric Association</a:t>
            </a:r>
          </a:p>
        </p:txBody>
      </p:sp>
      <p:sp>
        <p:nvSpPr>
          <p:cNvPr id="3" name="Content Placeholder 2">
            <a:extLst>
              <a:ext uri="{FF2B5EF4-FFF2-40B4-BE49-F238E27FC236}">
                <a16:creationId xmlns:a16="http://schemas.microsoft.com/office/drawing/2014/main" id="{62FEF873-D3E6-421E-AB95-BCCE39F3D4ED}"/>
              </a:ext>
            </a:extLst>
          </p:cNvPr>
          <p:cNvSpPr>
            <a:spLocks noGrp="1"/>
          </p:cNvSpPr>
          <p:nvPr>
            <p:ph idx="1"/>
          </p:nvPr>
        </p:nvSpPr>
        <p:spPr/>
        <p:txBody>
          <a:bodyPr/>
          <a:lstStyle/>
          <a:p>
            <a:r>
              <a:rPr lang="en-US" dirty="0"/>
              <a:t>There are significant disturbances in thoughts, feelings, and behaviors.</a:t>
            </a:r>
          </a:p>
          <a:p>
            <a:r>
              <a:rPr lang="en-US" dirty="0"/>
              <a:t>The disturbances reflect some kind of biological, psychological, or developmental dysfunction.</a:t>
            </a:r>
          </a:p>
          <a:p>
            <a:r>
              <a:rPr lang="en-US" dirty="0"/>
              <a:t>The disturbances lead to significant distress or disability in one’s life.</a:t>
            </a:r>
          </a:p>
          <a:p>
            <a:r>
              <a:rPr lang="en-US" dirty="0"/>
              <a:t>The disturbances do not reflect expected or culturally approved responses to certain events.</a:t>
            </a:r>
          </a:p>
        </p:txBody>
      </p:sp>
      <p:sp>
        <p:nvSpPr>
          <p:cNvPr id="4" name="Slide Number Placeholder 3">
            <a:extLst>
              <a:ext uri="{FF2B5EF4-FFF2-40B4-BE49-F238E27FC236}">
                <a16:creationId xmlns:a16="http://schemas.microsoft.com/office/drawing/2014/main" id="{637A217C-9076-EAB0-B43C-4FF0DBAEA06A}"/>
              </a:ext>
            </a:extLst>
          </p:cNvPr>
          <p:cNvSpPr>
            <a:spLocks noGrp="1"/>
          </p:cNvSpPr>
          <p:nvPr>
            <p:ph type="sldNum" sz="quarter" idx="12"/>
          </p:nvPr>
        </p:nvSpPr>
        <p:spPr/>
        <p:txBody>
          <a:bodyPr/>
          <a:lstStyle/>
          <a:p>
            <a:fld id="{51845F5A-061D-4825-9AE9-D7794091C6CF}" type="slidenum">
              <a:rPr lang="en-US" smtClean="0"/>
              <a:t>6</a:t>
            </a:fld>
            <a:endParaRPr lang="en-US" dirty="0"/>
          </a:p>
        </p:txBody>
      </p:sp>
    </p:spTree>
    <p:extLst>
      <p:ext uri="{BB962C8B-B14F-4D97-AF65-F5344CB8AC3E}">
        <p14:creationId xmlns:p14="http://schemas.microsoft.com/office/powerpoint/2010/main" val="1079571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48EF-2905-4393-B771-FD34513CC80E}"/>
              </a:ext>
            </a:extLst>
          </p:cNvPr>
          <p:cNvSpPr>
            <a:spLocks noGrp="1"/>
          </p:cNvSpPr>
          <p:nvPr>
            <p:ph type="title"/>
          </p:nvPr>
        </p:nvSpPr>
        <p:spPr>
          <a:xfrm>
            <a:off x="677334" y="4765972"/>
            <a:ext cx="8596668" cy="1320800"/>
          </a:xfrm>
        </p:spPr>
        <p:txBody>
          <a:bodyPr anchor="ctr">
            <a:normAutofit/>
          </a:bodyPr>
          <a:lstStyle/>
          <a:p>
            <a:r>
              <a:rPr lang="en-US" sz="4400" dirty="0"/>
              <a:t>Classification Systems</a:t>
            </a:r>
          </a:p>
        </p:txBody>
      </p:sp>
      <p:graphicFrame>
        <p:nvGraphicFramePr>
          <p:cNvPr id="5" name="Content Placeholder 2">
            <a:extLst>
              <a:ext uri="{FF2B5EF4-FFF2-40B4-BE49-F238E27FC236}">
                <a16:creationId xmlns:a16="http://schemas.microsoft.com/office/drawing/2014/main" id="{042650D6-AA61-49C0-BE4B-F94ADDD8119E}"/>
              </a:ext>
            </a:extLst>
          </p:cNvPr>
          <p:cNvGraphicFramePr>
            <a:graphicFrameLocks noGrp="1"/>
          </p:cNvGraphicFramePr>
          <p:nvPr>
            <p:ph idx="1"/>
            <p:extLst>
              <p:ext uri="{D42A27DB-BD31-4B8C-83A1-F6EECF244321}">
                <p14:modId xmlns:p14="http://schemas.microsoft.com/office/powerpoint/2010/main" val="2531333552"/>
              </p:ext>
            </p:extLst>
          </p:nvPr>
        </p:nvGraphicFramePr>
        <p:xfrm>
          <a:off x="642938" y="642938"/>
          <a:ext cx="10906125" cy="3286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A4564FC-6EA5-8D93-328D-0BC0327DB2EB}"/>
              </a:ext>
            </a:extLst>
          </p:cNvPr>
          <p:cNvSpPr>
            <a:spLocks noGrp="1"/>
          </p:cNvSpPr>
          <p:nvPr>
            <p:ph type="sldNum" sz="quarter" idx="12"/>
          </p:nvPr>
        </p:nvSpPr>
        <p:spPr/>
        <p:txBody>
          <a:bodyPr/>
          <a:lstStyle/>
          <a:p>
            <a:fld id="{51845F5A-061D-4825-9AE9-D7794091C6CF}" type="slidenum">
              <a:rPr lang="en-US" smtClean="0"/>
              <a:t>7</a:t>
            </a:fld>
            <a:endParaRPr lang="en-US" dirty="0"/>
          </a:p>
        </p:txBody>
      </p:sp>
    </p:spTree>
    <p:extLst>
      <p:ext uri="{BB962C8B-B14F-4D97-AF65-F5344CB8AC3E}">
        <p14:creationId xmlns:p14="http://schemas.microsoft.com/office/powerpoint/2010/main" val="709414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F1A2-DBB8-4E2B-A051-6A7DAE75A686}"/>
              </a:ext>
            </a:extLst>
          </p:cNvPr>
          <p:cNvSpPr>
            <a:spLocks noGrp="1"/>
          </p:cNvSpPr>
          <p:nvPr>
            <p:ph type="title"/>
          </p:nvPr>
        </p:nvSpPr>
        <p:spPr>
          <a:xfrm>
            <a:off x="1545879" y="4920346"/>
            <a:ext cx="9526509" cy="1436004"/>
          </a:xfrm>
        </p:spPr>
        <p:txBody>
          <a:bodyPr vert="horz" lIns="91440" tIns="45720" rIns="91440" bIns="45720" rtlCol="0" anchor="b">
            <a:normAutofit/>
          </a:bodyPr>
          <a:lstStyle/>
          <a:p>
            <a:r>
              <a:rPr lang="en-US" sz="4800" dirty="0"/>
              <a:t>Comorbidity – An Important Aspect of Diagnostics </a:t>
            </a:r>
          </a:p>
        </p:txBody>
      </p:sp>
      <p:pic>
        <p:nvPicPr>
          <p:cNvPr id="1026" name="Picture 2" descr="A Venn-diagram shows two overlapping circles. One circle is titled “Obsessive-Compulsive Disorder” and the other is titled “Major Depressive Disorder.” The area in which these two circles overlap includes forty-one percent of each circle. This area is titled “Comorbidity 41%.”">
            <a:extLst>
              <a:ext uri="{FF2B5EF4-FFF2-40B4-BE49-F238E27FC236}">
                <a16:creationId xmlns:a16="http://schemas.microsoft.com/office/drawing/2014/main" id="{55BAC5B2-CA68-4AD3-BE90-7A6126B8EEA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845460" y="929642"/>
            <a:ext cx="5259721" cy="364235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42B78EC-9B7C-7B93-D8A4-CF12F37C96A3}"/>
              </a:ext>
            </a:extLst>
          </p:cNvPr>
          <p:cNvSpPr>
            <a:spLocks noGrp="1"/>
          </p:cNvSpPr>
          <p:nvPr>
            <p:ph type="sldNum" sz="quarter" idx="12"/>
          </p:nvPr>
        </p:nvSpPr>
        <p:spPr/>
        <p:txBody>
          <a:bodyPr/>
          <a:lstStyle/>
          <a:p>
            <a:fld id="{51845F5A-061D-4825-9AE9-D7794091C6CF}" type="slidenum">
              <a:rPr lang="en-US" smtClean="0"/>
              <a:t>8</a:t>
            </a:fld>
            <a:endParaRPr lang="en-US" dirty="0"/>
          </a:p>
        </p:txBody>
      </p:sp>
    </p:spTree>
    <p:extLst>
      <p:ext uri="{BB962C8B-B14F-4D97-AF65-F5344CB8AC3E}">
        <p14:creationId xmlns:p14="http://schemas.microsoft.com/office/powerpoint/2010/main" val="92448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4A67-2113-4EDE-9E34-1B6D0EC8EB5C}"/>
              </a:ext>
            </a:extLst>
          </p:cNvPr>
          <p:cNvSpPr>
            <a:spLocks noGrp="1"/>
          </p:cNvSpPr>
          <p:nvPr>
            <p:ph type="title"/>
          </p:nvPr>
        </p:nvSpPr>
        <p:spPr>
          <a:xfrm>
            <a:off x="579634" y="1518288"/>
            <a:ext cx="3547581" cy="4093028"/>
          </a:xfrm>
        </p:spPr>
        <p:txBody>
          <a:bodyPr anchor="ctr">
            <a:normAutofit/>
          </a:bodyPr>
          <a:lstStyle/>
          <a:p>
            <a:r>
              <a:rPr lang="en-US" sz="4400" dirty="0"/>
              <a:t>Perspectives of Psychological Disorders</a:t>
            </a:r>
          </a:p>
        </p:txBody>
      </p:sp>
      <p:graphicFrame>
        <p:nvGraphicFramePr>
          <p:cNvPr id="5" name="Content Placeholder 2">
            <a:extLst>
              <a:ext uri="{FF2B5EF4-FFF2-40B4-BE49-F238E27FC236}">
                <a16:creationId xmlns:a16="http://schemas.microsoft.com/office/drawing/2014/main" id="{BF249A41-B8E0-43BD-B2E3-8ED1FAEFB8F8}"/>
              </a:ext>
            </a:extLst>
          </p:cNvPr>
          <p:cNvGraphicFramePr>
            <a:graphicFrameLocks noGrp="1"/>
          </p:cNvGraphicFramePr>
          <p:nvPr>
            <p:ph idx="1"/>
            <p:extLst>
              <p:ext uri="{D42A27DB-BD31-4B8C-83A1-F6EECF244321}">
                <p14:modId xmlns:p14="http://schemas.microsoft.com/office/powerpoint/2010/main" val="2739570261"/>
              </p:ext>
            </p:extLst>
          </p:nvPr>
        </p:nvGraphicFramePr>
        <p:xfrm>
          <a:off x="4852543" y="944564"/>
          <a:ext cx="6692814"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7BCBCE8-1C1F-7D90-39C0-AB6CD2FE881B}"/>
              </a:ext>
            </a:extLst>
          </p:cNvPr>
          <p:cNvSpPr>
            <a:spLocks noGrp="1"/>
          </p:cNvSpPr>
          <p:nvPr>
            <p:ph type="sldNum" sz="quarter" idx="12"/>
          </p:nvPr>
        </p:nvSpPr>
        <p:spPr/>
        <p:txBody>
          <a:bodyPr/>
          <a:lstStyle/>
          <a:p>
            <a:fld id="{51845F5A-061D-4825-9AE9-D7794091C6CF}" type="slidenum">
              <a:rPr lang="en-US" smtClean="0"/>
              <a:t>9</a:t>
            </a:fld>
            <a:endParaRPr lang="en-US" dirty="0"/>
          </a:p>
        </p:txBody>
      </p:sp>
    </p:spTree>
    <p:extLst>
      <p:ext uri="{BB962C8B-B14F-4D97-AF65-F5344CB8AC3E}">
        <p14:creationId xmlns:p14="http://schemas.microsoft.com/office/powerpoint/2010/main" val="2459611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D762-EE5E-4204-A1F2-500108C2C013}"/>
              </a:ext>
            </a:extLst>
          </p:cNvPr>
          <p:cNvSpPr>
            <a:spLocks noGrp="1"/>
          </p:cNvSpPr>
          <p:nvPr>
            <p:ph type="title"/>
          </p:nvPr>
        </p:nvSpPr>
        <p:spPr>
          <a:xfrm>
            <a:off x="1043950" y="1179151"/>
            <a:ext cx="3300646" cy="4463889"/>
          </a:xfrm>
        </p:spPr>
        <p:txBody>
          <a:bodyPr anchor="ctr">
            <a:normAutofit/>
          </a:bodyPr>
          <a:lstStyle/>
          <a:p>
            <a:r>
              <a:rPr lang="en-US" dirty="0"/>
              <a:t>Anxiety Disorders</a:t>
            </a:r>
          </a:p>
        </p:txBody>
      </p:sp>
      <p:sp>
        <p:nvSpPr>
          <p:cNvPr id="3" name="Content Placeholder 2">
            <a:extLst>
              <a:ext uri="{FF2B5EF4-FFF2-40B4-BE49-F238E27FC236}">
                <a16:creationId xmlns:a16="http://schemas.microsoft.com/office/drawing/2014/main" id="{C89B0C6D-1E34-4EEA-9946-43E762D593B3}"/>
              </a:ext>
            </a:extLst>
          </p:cNvPr>
          <p:cNvSpPr>
            <a:spLocks noGrp="1"/>
          </p:cNvSpPr>
          <p:nvPr>
            <p:ph idx="1"/>
          </p:nvPr>
        </p:nvSpPr>
        <p:spPr>
          <a:xfrm>
            <a:off x="4978918" y="1109145"/>
            <a:ext cx="6341016" cy="4603900"/>
          </a:xfrm>
        </p:spPr>
        <p:txBody>
          <a:bodyPr anchor="ctr">
            <a:normAutofit/>
          </a:bodyPr>
          <a:lstStyle/>
          <a:p>
            <a:r>
              <a:rPr lang="en-US" sz="2400" dirty="0"/>
              <a:t>Specific phobia (acrophobia, claustrophobia, ophidiophobia)</a:t>
            </a:r>
          </a:p>
          <a:p>
            <a:r>
              <a:rPr lang="en-US" sz="2400" dirty="0"/>
              <a:t>Social anxiety disorder</a:t>
            </a:r>
          </a:p>
          <a:p>
            <a:r>
              <a:rPr lang="en-US" sz="2400" dirty="0"/>
              <a:t>Panic disorder and panic attacks</a:t>
            </a:r>
          </a:p>
          <a:p>
            <a:r>
              <a:rPr lang="en-US" sz="2400" dirty="0"/>
              <a:t>Generalized anxiety disorder </a:t>
            </a:r>
          </a:p>
        </p:txBody>
      </p:sp>
      <p:sp>
        <p:nvSpPr>
          <p:cNvPr id="4" name="Slide Number Placeholder 3">
            <a:extLst>
              <a:ext uri="{FF2B5EF4-FFF2-40B4-BE49-F238E27FC236}">
                <a16:creationId xmlns:a16="http://schemas.microsoft.com/office/drawing/2014/main" id="{AFDDF968-21C6-A37F-5B95-D1276B3FC49B}"/>
              </a:ext>
            </a:extLst>
          </p:cNvPr>
          <p:cNvSpPr>
            <a:spLocks noGrp="1"/>
          </p:cNvSpPr>
          <p:nvPr>
            <p:ph type="sldNum" sz="quarter" idx="12"/>
          </p:nvPr>
        </p:nvSpPr>
        <p:spPr/>
        <p:txBody>
          <a:bodyPr/>
          <a:lstStyle/>
          <a:p>
            <a:fld id="{51845F5A-061D-4825-9AE9-D7794091C6CF}" type="slidenum">
              <a:rPr lang="en-US" smtClean="0"/>
              <a:t>10</a:t>
            </a:fld>
            <a:endParaRPr lang="en-US" dirty="0"/>
          </a:p>
        </p:txBody>
      </p:sp>
    </p:spTree>
    <p:extLst>
      <p:ext uri="{BB962C8B-B14F-4D97-AF65-F5344CB8AC3E}">
        <p14:creationId xmlns:p14="http://schemas.microsoft.com/office/powerpoint/2010/main" val="4145182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C69181-EAF5-F204-1B2E-308D71342181}"/>
              </a:ext>
            </a:extLst>
          </p:cNvPr>
          <p:cNvSpPr>
            <a:spLocks noGrp="1"/>
          </p:cNvSpPr>
          <p:nvPr>
            <p:ph type="title"/>
          </p:nvPr>
        </p:nvSpPr>
        <p:spPr/>
        <p:txBody>
          <a:bodyPr/>
          <a:lstStyle/>
          <a:p>
            <a:r>
              <a:rPr lang="en-US" dirty="0"/>
              <a:t>Obsessive Disorders</a:t>
            </a:r>
          </a:p>
        </p:txBody>
      </p:sp>
      <p:sp>
        <p:nvSpPr>
          <p:cNvPr id="4" name="Slide Number Placeholder 3">
            <a:extLst>
              <a:ext uri="{FF2B5EF4-FFF2-40B4-BE49-F238E27FC236}">
                <a16:creationId xmlns:a16="http://schemas.microsoft.com/office/drawing/2014/main" id="{CF3CF8D1-7248-56D0-29ED-DD58E0B52F24}"/>
              </a:ext>
            </a:extLst>
          </p:cNvPr>
          <p:cNvSpPr>
            <a:spLocks noGrp="1"/>
          </p:cNvSpPr>
          <p:nvPr>
            <p:ph type="sldNum" sz="quarter" idx="12"/>
          </p:nvPr>
        </p:nvSpPr>
        <p:spPr/>
        <p:txBody>
          <a:bodyPr/>
          <a:lstStyle/>
          <a:p>
            <a:fld id="{51845F5A-061D-4825-9AE9-D7794091C6CF}" type="slidenum">
              <a:rPr lang="en-US" smtClean="0"/>
              <a:t>11</a:t>
            </a:fld>
            <a:endParaRPr lang="en-US" dirty="0"/>
          </a:p>
        </p:txBody>
      </p:sp>
    </p:spTree>
    <p:extLst>
      <p:ext uri="{BB962C8B-B14F-4D97-AF65-F5344CB8AC3E}">
        <p14:creationId xmlns:p14="http://schemas.microsoft.com/office/powerpoint/2010/main" val="3112665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BE86E-0C9A-494D-AF36-1A0EFC8E3AE0}"/>
              </a:ext>
            </a:extLst>
          </p:cNvPr>
          <p:cNvSpPr>
            <a:spLocks noGrp="1"/>
          </p:cNvSpPr>
          <p:nvPr>
            <p:ph type="title"/>
          </p:nvPr>
        </p:nvSpPr>
        <p:spPr/>
        <p:txBody>
          <a:bodyPr/>
          <a:lstStyle/>
          <a:p>
            <a:r>
              <a:rPr lang="en-US" dirty="0"/>
              <a:t>Obsessive-Compulsive Disorder (OCD)</a:t>
            </a:r>
          </a:p>
        </p:txBody>
      </p:sp>
      <p:pic>
        <p:nvPicPr>
          <p:cNvPr id="4" name="Online Media 3" descr="Video for Obsessive compulsive disorder (OCD) - causes, symptoms &amp; pathology">
            <a:hlinkClick r:id="" action="ppaction://media"/>
            <a:extLst>
              <a:ext uri="{FF2B5EF4-FFF2-40B4-BE49-F238E27FC236}">
                <a16:creationId xmlns:a16="http://schemas.microsoft.com/office/drawing/2014/main" id="{71E50800-6AD1-47DD-9737-4430B85961BB}"/>
              </a:ext>
            </a:extLst>
          </p:cNvPr>
          <p:cNvPicPr>
            <a:picLocks noGrp="1" noRot="1" noChangeAspect="1"/>
          </p:cNvPicPr>
          <p:nvPr>
            <p:ph idx="1"/>
            <a:videoFile r:link="rId1"/>
          </p:nvPr>
        </p:nvPicPr>
        <p:blipFill>
          <a:blip r:embed="rId4"/>
          <a:stretch>
            <a:fillRect/>
          </a:stretch>
        </p:blipFill>
        <p:spPr>
          <a:xfrm>
            <a:off x="1178905" y="1336904"/>
            <a:ext cx="8689372" cy="4909987"/>
          </a:xfrm>
          <a:prstGeom prst="rect">
            <a:avLst/>
          </a:prstGeom>
        </p:spPr>
      </p:pic>
      <p:sp>
        <p:nvSpPr>
          <p:cNvPr id="3" name="Slide Number Placeholder 2">
            <a:extLst>
              <a:ext uri="{FF2B5EF4-FFF2-40B4-BE49-F238E27FC236}">
                <a16:creationId xmlns:a16="http://schemas.microsoft.com/office/drawing/2014/main" id="{2539C846-18C1-5AF8-BF77-8F7033B8E55D}"/>
              </a:ext>
            </a:extLst>
          </p:cNvPr>
          <p:cNvSpPr>
            <a:spLocks noGrp="1"/>
          </p:cNvSpPr>
          <p:nvPr>
            <p:ph type="sldNum" sz="quarter" idx="12"/>
          </p:nvPr>
        </p:nvSpPr>
        <p:spPr/>
        <p:txBody>
          <a:bodyPr/>
          <a:lstStyle/>
          <a:p>
            <a:fld id="{51845F5A-061D-4825-9AE9-D7794091C6CF}" type="slidenum">
              <a:rPr lang="en-US" smtClean="0"/>
              <a:t>12</a:t>
            </a:fld>
            <a:endParaRPr lang="en-US" dirty="0"/>
          </a:p>
        </p:txBody>
      </p:sp>
      <p:sp>
        <p:nvSpPr>
          <p:cNvPr id="5" name="TextBox 4">
            <a:extLst>
              <a:ext uri="{FF2B5EF4-FFF2-40B4-BE49-F238E27FC236}">
                <a16:creationId xmlns:a16="http://schemas.microsoft.com/office/drawing/2014/main" id="{C6D7F01E-8908-01E7-0F5F-1A3C066F1920}"/>
              </a:ext>
            </a:extLst>
          </p:cNvPr>
          <p:cNvSpPr txBox="1"/>
          <p:nvPr/>
        </p:nvSpPr>
        <p:spPr>
          <a:xfrm>
            <a:off x="6165860" y="6385023"/>
            <a:ext cx="4889480" cy="307777"/>
          </a:xfrm>
          <a:prstGeom prst="rect">
            <a:avLst/>
          </a:prstGeom>
          <a:noFill/>
        </p:spPr>
        <p:txBody>
          <a:bodyPr wrap="none" rtlCol="0">
            <a:spAutoFit/>
          </a:bodyPr>
          <a:lstStyle/>
          <a:p>
            <a:r>
              <a:rPr lang="en-US" sz="1400" dirty="0"/>
              <a:t>https://www.youtube.com/watch?v=I8Jofzx_8p4&amp;t=2s</a:t>
            </a:r>
          </a:p>
        </p:txBody>
      </p:sp>
    </p:spTree>
    <p:extLst>
      <p:ext uri="{BB962C8B-B14F-4D97-AF65-F5344CB8AC3E}">
        <p14:creationId xmlns:p14="http://schemas.microsoft.com/office/powerpoint/2010/main" val="226799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3A4E-6908-4A02-BFA0-6F591FC3DED6}"/>
              </a:ext>
            </a:extLst>
          </p:cNvPr>
          <p:cNvSpPr>
            <a:spLocks noGrp="1"/>
          </p:cNvSpPr>
          <p:nvPr>
            <p:ph type="title"/>
          </p:nvPr>
        </p:nvSpPr>
        <p:spPr>
          <a:xfrm>
            <a:off x="6779762" y="2658794"/>
            <a:ext cx="3363044" cy="1986671"/>
          </a:xfrm>
        </p:spPr>
        <p:txBody>
          <a:bodyPr anchor="ctr">
            <a:normAutofit/>
          </a:bodyPr>
          <a:lstStyle/>
          <a:p>
            <a:pPr>
              <a:lnSpc>
                <a:spcPct val="90000"/>
              </a:lnSpc>
            </a:pPr>
            <a:r>
              <a:rPr lang="en-US" sz="4000" dirty="0"/>
              <a:t>Body Dysmorphic Disorder</a:t>
            </a:r>
          </a:p>
        </p:txBody>
      </p:sp>
      <p:pic>
        <p:nvPicPr>
          <p:cNvPr id="2050" name="Picture 2">
            <a:extLst>
              <a:ext uri="{FF2B5EF4-FFF2-40B4-BE49-F238E27FC236}">
                <a16:creationId xmlns:a16="http://schemas.microsoft.com/office/drawing/2014/main" id="{B742A1BE-A257-49EF-8064-50A05C2231D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9814" y="751009"/>
            <a:ext cx="5699460" cy="569946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E04733C-69BA-5D48-59CD-D23D9A9D4285}"/>
              </a:ext>
            </a:extLst>
          </p:cNvPr>
          <p:cNvSpPr>
            <a:spLocks noGrp="1"/>
          </p:cNvSpPr>
          <p:nvPr>
            <p:ph type="sldNum" sz="quarter" idx="12"/>
          </p:nvPr>
        </p:nvSpPr>
        <p:spPr/>
        <p:txBody>
          <a:bodyPr/>
          <a:lstStyle/>
          <a:p>
            <a:fld id="{51845F5A-061D-4825-9AE9-D7794091C6CF}" type="slidenum">
              <a:rPr lang="en-US" smtClean="0"/>
              <a:t>13</a:t>
            </a:fld>
            <a:endParaRPr lang="en-US" dirty="0"/>
          </a:p>
        </p:txBody>
      </p:sp>
    </p:spTree>
    <p:extLst>
      <p:ext uri="{BB962C8B-B14F-4D97-AF65-F5344CB8AC3E}">
        <p14:creationId xmlns:p14="http://schemas.microsoft.com/office/powerpoint/2010/main" val="891450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AA91-C339-4ECB-BC28-D536D91D97B4}"/>
              </a:ext>
            </a:extLst>
          </p:cNvPr>
          <p:cNvSpPr>
            <a:spLocks noGrp="1"/>
          </p:cNvSpPr>
          <p:nvPr>
            <p:ph type="title"/>
          </p:nvPr>
        </p:nvSpPr>
        <p:spPr>
          <a:xfrm>
            <a:off x="985969" y="4473227"/>
            <a:ext cx="8288032" cy="1096648"/>
          </a:xfrm>
        </p:spPr>
        <p:txBody>
          <a:bodyPr vert="horz" lIns="91440" tIns="45720" rIns="91440" bIns="45720" rtlCol="0" anchor="b">
            <a:normAutofit/>
          </a:bodyPr>
          <a:lstStyle/>
          <a:p>
            <a:r>
              <a:rPr lang="en-US" sz="4800"/>
              <a:t>Hoarding Disorder</a:t>
            </a:r>
          </a:p>
        </p:txBody>
      </p:sp>
      <p:pic>
        <p:nvPicPr>
          <p:cNvPr id="3074" name="Picture 2" descr="A photograph shows a small room containing tall piles of boxes, overflowing with papers, binders, and various other possessions. Much of the furniture and floor are concealed beneath these other objects. ">
            <a:extLst>
              <a:ext uri="{FF2B5EF4-FFF2-40B4-BE49-F238E27FC236}">
                <a16:creationId xmlns:a16="http://schemas.microsoft.com/office/drawing/2014/main" id="{5F8B6F08-2DEC-46C5-A2DB-A1F043F39E0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342" b="26705"/>
          <a:stretch/>
        </p:blipFill>
        <p:spPr bwMode="auto">
          <a:xfrm>
            <a:off x="985968" y="609600"/>
            <a:ext cx="8288033" cy="36350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CCE95EB-3658-D465-B161-1EFA53F7DD3E}"/>
              </a:ext>
            </a:extLst>
          </p:cNvPr>
          <p:cNvSpPr>
            <a:spLocks noGrp="1"/>
          </p:cNvSpPr>
          <p:nvPr>
            <p:ph type="sldNum" sz="quarter" idx="12"/>
          </p:nvPr>
        </p:nvSpPr>
        <p:spPr/>
        <p:txBody>
          <a:bodyPr/>
          <a:lstStyle/>
          <a:p>
            <a:fld id="{51845F5A-061D-4825-9AE9-D7794091C6CF}" type="slidenum">
              <a:rPr lang="en-US" smtClean="0"/>
              <a:t>14</a:t>
            </a:fld>
            <a:endParaRPr lang="en-US" dirty="0"/>
          </a:p>
        </p:txBody>
      </p:sp>
    </p:spTree>
    <p:extLst>
      <p:ext uri="{BB962C8B-B14F-4D97-AF65-F5344CB8AC3E}">
        <p14:creationId xmlns:p14="http://schemas.microsoft.com/office/powerpoint/2010/main" val="3697378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594B6-1EB1-4619-FCED-E55F066A83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CB389D-2590-5699-7648-61997D717B80}"/>
              </a:ext>
            </a:extLst>
          </p:cNvPr>
          <p:cNvSpPr>
            <a:spLocks noGrp="1"/>
          </p:cNvSpPr>
          <p:nvPr>
            <p:ph type="title"/>
          </p:nvPr>
        </p:nvSpPr>
        <p:spPr/>
        <p:txBody>
          <a:bodyPr/>
          <a:lstStyle/>
          <a:p>
            <a:r>
              <a:rPr lang="en-US" dirty="0"/>
              <a:t>Stress and Mood Disorders</a:t>
            </a:r>
          </a:p>
        </p:txBody>
      </p:sp>
      <p:sp>
        <p:nvSpPr>
          <p:cNvPr id="4" name="Slide Number Placeholder 3">
            <a:extLst>
              <a:ext uri="{FF2B5EF4-FFF2-40B4-BE49-F238E27FC236}">
                <a16:creationId xmlns:a16="http://schemas.microsoft.com/office/drawing/2014/main" id="{2EFE83D6-34F8-DB7E-9176-4E2784243E5E}"/>
              </a:ext>
            </a:extLst>
          </p:cNvPr>
          <p:cNvSpPr>
            <a:spLocks noGrp="1"/>
          </p:cNvSpPr>
          <p:nvPr>
            <p:ph type="sldNum" sz="quarter" idx="12"/>
          </p:nvPr>
        </p:nvSpPr>
        <p:spPr/>
        <p:txBody>
          <a:bodyPr/>
          <a:lstStyle/>
          <a:p>
            <a:fld id="{51845F5A-061D-4825-9AE9-D7794091C6CF}" type="slidenum">
              <a:rPr lang="en-US" smtClean="0"/>
              <a:t>15</a:t>
            </a:fld>
            <a:endParaRPr lang="en-US" dirty="0"/>
          </a:p>
        </p:txBody>
      </p:sp>
    </p:spTree>
    <p:extLst>
      <p:ext uri="{BB962C8B-B14F-4D97-AF65-F5344CB8AC3E}">
        <p14:creationId xmlns:p14="http://schemas.microsoft.com/office/powerpoint/2010/main" val="2331656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18B1B-281A-4031-95DA-E1BB13DAF176}"/>
              </a:ext>
            </a:extLst>
          </p:cNvPr>
          <p:cNvSpPr>
            <a:spLocks noGrp="1"/>
          </p:cNvSpPr>
          <p:nvPr>
            <p:ph type="title"/>
          </p:nvPr>
        </p:nvSpPr>
        <p:spPr>
          <a:xfrm>
            <a:off x="985969" y="4553712"/>
            <a:ext cx="8288032" cy="1096316"/>
          </a:xfrm>
        </p:spPr>
        <p:txBody>
          <a:bodyPr vert="horz" lIns="91440" tIns="45720" rIns="91440" bIns="45720" rtlCol="0" anchor="b">
            <a:normAutofit/>
          </a:bodyPr>
          <a:lstStyle/>
          <a:p>
            <a:pPr algn="ctr">
              <a:lnSpc>
                <a:spcPct val="90000"/>
              </a:lnSpc>
            </a:pPr>
            <a:r>
              <a:rPr lang="en-US" sz="3700"/>
              <a:t>Posttraumatic Stress Disorder (PTSD)</a:t>
            </a:r>
          </a:p>
        </p:txBody>
      </p:sp>
      <p:pic>
        <p:nvPicPr>
          <p:cNvPr id="4098" name="Picture 2" descr="Infographic explaining Post-Traumatic Stress Disorder (PTSD) with a definition and possible causes. It features icons and labels for mass violence, childhood trauma, abuse/domestic violence, military/veteran experiences, and pandemic/natural disasters as key triggers.">
            <a:extLst>
              <a:ext uri="{FF2B5EF4-FFF2-40B4-BE49-F238E27FC236}">
                <a16:creationId xmlns:a16="http://schemas.microsoft.com/office/drawing/2014/main" id="{3F141200-FDA8-4761-B71D-B57114BB530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671125" y="534572"/>
            <a:ext cx="6783358" cy="401914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6207BEB-ED2A-2268-0773-CF42A7C50C4F}"/>
              </a:ext>
            </a:extLst>
          </p:cNvPr>
          <p:cNvSpPr>
            <a:spLocks noGrp="1"/>
          </p:cNvSpPr>
          <p:nvPr>
            <p:ph type="sldNum" sz="quarter" idx="12"/>
          </p:nvPr>
        </p:nvSpPr>
        <p:spPr/>
        <p:txBody>
          <a:bodyPr/>
          <a:lstStyle/>
          <a:p>
            <a:fld id="{51845F5A-061D-4825-9AE9-D7794091C6CF}" type="slidenum">
              <a:rPr lang="en-US" smtClean="0"/>
              <a:t>16</a:t>
            </a:fld>
            <a:endParaRPr lang="en-US" dirty="0"/>
          </a:p>
        </p:txBody>
      </p:sp>
    </p:spTree>
    <p:extLst>
      <p:ext uri="{BB962C8B-B14F-4D97-AF65-F5344CB8AC3E}">
        <p14:creationId xmlns:p14="http://schemas.microsoft.com/office/powerpoint/2010/main" val="178054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A9945-FD78-40C8-BDB4-FFB3087BCC88}"/>
              </a:ext>
            </a:extLst>
          </p:cNvPr>
          <p:cNvSpPr>
            <a:spLocks noGrp="1"/>
          </p:cNvSpPr>
          <p:nvPr>
            <p:ph type="title"/>
          </p:nvPr>
        </p:nvSpPr>
        <p:spPr/>
        <p:txBody>
          <a:bodyPr/>
          <a:lstStyle/>
          <a:p>
            <a:r>
              <a:rPr lang="en-US" dirty="0"/>
              <a:t>Depression</a:t>
            </a:r>
          </a:p>
        </p:txBody>
      </p:sp>
      <p:graphicFrame>
        <p:nvGraphicFramePr>
          <p:cNvPr id="5" name="Content Placeholder 2">
            <a:extLst>
              <a:ext uri="{FF2B5EF4-FFF2-40B4-BE49-F238E27FC236}">
                <a16:creationId xmlns:a16="http://schemas.microsoft.com/office/drawing/2014/main" id="{6A71BFE3-114E-4099-971F-CF4A50137BE9}"/>
              </a:ext>
            </a:extLst>
          </p:cNvPr>
          <p:cNvGraphicFramePr>
            <a:graphicFrameLocks noGrp="1"/>
          </p:cNvGraphicFramePr>
          <p:nvPr>
            <p:ph idx="1"/>
            <p:extLst>
              <p:ext uri="{D42A27DB-BD31-4B8C-83A1-F6EECF244321}">
                <p14:modId xmlns:p14="http://schemas.microsoft.com/office/powerpoint/2010/main" val="3134242673"/>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92E461EC-3BD1-9644-A3CF-713030FAE8C5}"/>
              </a:ext>
            </a:extLst>
          </p:cNvPr>
          <p:cNvSpPr>
            <a:spLocks noGrp="1"/>
          </p:cNvSpPr>
          <p:nvPr>
            <p:ph type="sldNum" sz="quarter" idx="12"/>
          </p:nvPr>
        </p:nvSpPr>
        <p:spPr/>
        <p:txBody>
          <a:bodyPr/>
          <a:lstStyle/>
          <a:p>
            <a:fld id="{51845F5A-061D-4825-9AE9-D7794091C6CF}" type="slidenum">
              <a:rPr lang="en-US" smtClean="0"/>
              <a:t>17</a:t>
            </a:fld>
            <a:endParaRPr lang="en-US" dirty="0"/>
          </a:p>
        </p:txBody>
      </p:sp>
    </p:spTree>
    <p:extLst>
      <p:ext uri="{BB962C8B-B14F-4D97-AF65-F5344CB8AC3E}">
        <p14:creationId xmlns:p14="http://schemas.microsoft.com/office/powerpoint/2010/main" val="3440195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C4A93-7156-2952-9568-83DCA18A12C6}"/>
              </a:ext>
            </a:extLst>
          </p:cNvPr>
          <p:cNvSpPr>
            <a:spLocks noGrp="1"/>
          </p:cNvSpPr>
          <p:nvPr>
            <p:ph type="title"/>
          </p:nvPr>
        </p:nvSpPr>
        <p:spPr/>
        <p:txBody>
          <a:bodyPr/>
          <a:lstStyle/>
          <a:p>
            <a:r>
              <a:rPr lang="en-US" dirty="0"/>
              <a:t>Suicide</a:t>
            </a:r>
          </a:p>
        </p:txBody>
      </p:sp>
      <p:sp>
        <p:nvSpPr>
          <p:cNvPr id="4" name="Slide Number Placeholder 3">
            <a:extLst>
              <a:ext uri="{FF2B5EF4-FFF2-40B4-BE49-F238E27FC236}">
                <a16:creationId xmlns:a16="http://schemas.microsoft.com/office/drawing/2014/main" id="{7650ACED-EE3B-77E2-3388-8B28EC891C83}"/>
              </a:ext>
            </a:extLst>
          </p:cNvPr>
          <p:cNvSpPr>
            <a:spLocks noGrp="1"/>
          </p:cNvSpPr>
          <p:nvPr>
            <p:ph type="sldNum" sz="quarter" idx="12"/>
          </p:nvPr>
        </p:nvSpPr>
        <p:spPr/>
        <p:txBody>
          <a:bodyPr/>
          <a:lstStyle/>
          <a:p>
            <a:fld id="{51845F5A-061D-4825-9AE9-D7794091C6CF}" type="slidenum">
              <a:rPr lang="en-US" smtClean="0"/>
              <a:t>18</a:t>
            </a:fld>
            <a:endParaRPr lang="en-US" dirty="0"/>
          </a:p>
        </p:txBody>
      </p:sp>
      <p:pic>
        <p:nvPicPr>
          <p:cNvPr id="5" name="Content Placeholder 4" descr="Block image">
            <a:extLst>
              <a:ext uri="{FF2B5EF4-FFF2-40B4-BE49-F238E27FC236}">
                <a16:creationId xmlns:a16="http://schemas.microsoft.com/office/drawing/2014/main" id="{3AC034DA-618E-2309-CFAA-6F23DAA8CC3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85474" y="705977"/>
            <a:ext cx="7533829" cy="5650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815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7CE5C-70D2-4CB6-BD7C-8E354DC0B54D}"/>
              </a:ext>
            </a:extLst>
          </p:cNvPr>
          <p:cNvSpPr>
            <a:spLocks noGrp="1"/>
          </p:cNvSpPr>
          <p:nvPr>
            <p:ph type="title"/>
          </p:nvPr>
        </p:nvSpPr>
        <p:spPr/>
        <p:txBody>
          <a:bodyPr/>
          <a:lstStyle/>
          <a:p>
            <a:r>
              <a:rPr lang="en-US" dirty="0"/>
              <a:t>Bipolar Disorder</a:t>
            </a:r>
          </a:p>
        </p:txBody>
      </p:sp>
      <p:pic>
        <p:nvPicPr>
          <p:cNvPr id="4" name="Online Media 3" descr="Video for Bipolar disorder (depression &amp; mania) - causes, symptoms, treatment &amp; pathology">
            <a:hlinkClick r:id="" action="ppaction://media"/>
            <a:extLst>
              <a:ext uri="{FF2B5EF4-FFF2-40B4-BE49-F238E27FC236}">
                <a16:creationId xmlns:a16="http://schemas.microsoft.com/office/drawing/2014/main" id="{F067A2EE-6D32-4780-ABED-465CE9E974A9}"/>
              </a:ext>
            </a:extLst>
          </p:cNvPr>
          <p:cNvPicPr>
            <a:picLocks noGrp="1" noRot="1" noChangeAspect="1"/>
          </p:cNvPicPr>
          <p:nvPr>
            <p:ph idx="1"/>
            <a:videoFile r:link="rId1"/>
          </p:nvPr>
        </p:nvPicPr>
        <p:blipFill>
          <a:blip r:embed="rId4"/>
          <a:stretch>
            <a:fillRect/>
          </a:stretch>
        </p:blipFill>
        <p:spPr>
          <a:xfrm>
            <a:off x="816118" y="1343682"/>
            <a:ext cx="8871090" cy="5012668"/>
          </a:xfrm>
          <a:prstGeom prst="rect">
            <a:avLst/>
          </a:prstGeom>
        </p:spPr>
      </p:pic>
      <p:sp>
        <p:nvSpPr>
          <p:cNvPr id="3" name="Slide Number Placeholder 2">
            <a:extLst>
              <a:ext uri="{FF2B5EF4-FFF2-40B4-BE49-F238E27FC236}">
                <a16:creationId xmlns:a16="http://schemas.microsoft.com/office/drawing/2014/main" id="{93EC3184-FD84-146A-96B9-163A30E706C5}"/>
              </a:ext>
            </a:extLst>
          </p:cNvPr>
          <p:cNvSpPr>
            <a:spLocks noGrp="1"/>
          </p:cNvSpPr>
          <p:nvPr>
            <p:ph type="sldNum" sz="quarter" idx="12"/>
          </p:nvPr>
        </p:nvSpPr>
        <p:spPr/>
        <p:txBody>
          <a:bodyPr/>
          <a:lstStyle/>
          <a:p>
            <a:fld id="{51845F5A-061D-4825-9AE9-D7794091C6CF}" type="slidenum">
              <a:rPr lang="en-US" smtClean="0"/>
              <a:t>19</a:t>
            </a:fld>
            <a:endParaRPr lang="en-US" dirty="0"/>
          </a:p>
        </p:txBody>
      </p:sp>
      <p:sp>
        <p:nvSpPr>
          <p:cNvPr id="5" name="TextBox 4">
            <a:extLst>
              <a:ext uri="{FF2B5EF4-FFF2-40B4-BE49-F238E27FC236}">
                <a16:creationId xmlns:a16="http://schemas.microsoft.com/office/drawing/2014/main" id="{7895D1E5-4A8E-B8B3-251C-AE73C31A9F3E}"/>
              </a:ext>
            </a:extLst>
          </p:cNvPr>
          <p:cNvSpPr txBox="1"/>
          <p:nvPr/>
        </p:nvSpPr>
        <p:spPr>
          <a:xfrm>
            <a:off x="6096000" y="6385023"/>
            <a:ext cx="5006499" cy="307777"/>
          </a:xfrm>
          <a:prstGeom prst="rect">
            <a:avLst/>
          </a:prstGeom>
          <a:noFill/>
        </p:spPr>
        <p:txBody>
          <a:bodyPr wrap="none" rtlCol="0">
            <a:spAutoFit/>
          </a:bodyPr>
          <a:lstStyle/>
          <a:p>
            <a:r>
              <a:rPr lang="en-US" sz="1400" dirty="0"/>
              <a:t>https://www.youtube.com/watch?v=KSvk8LLBo2g&amp;t=2s</a:t>
            </a:r>
          </a:p>
        </p:txBody>
      </p:sp>
    </p:spTree>
    <p:extLst>
      <p:ext uri="{BB962C8B-B14F-4D97-AF65-F5344CB8AC3E}">
        <p14:creationId xmlns:p14="http://schemas.microsoft.com/office/powerpoint/2010/main" val="150193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27ACB-484D-4A01-BFC7-A93872513745}"/>
              </a:ext>
            </a:extLst>
          </p:cNvPr>
          <p:cNvSpPr>
            <a:spLocks noGrp="1"/>
          </p:cNvSpPr>
          <p:nvPr>
            <p:ph type="title"/>
          </p:nvPr>
        </p:nvSpPr>
        <p:spPr/>
        <p:txBody>
          <a:bodyPr/>
          <a:lstStyle/>
          <a:p>
            <a:r>
              <a:rPr lang="en-US" dirty="0"/>
              <a:t>Schizophrenia</a:t>
            </a:r>
          </a:p>
        </p:txBody>
      </p:sp>
      <p:pic>
        <p:nvPicPr>
          <p:cNvPr id="4" name="Online Media 3" title="What is Schizophrenia?">
            <a:hlinkClick r:id="" action="ppaction://media"/>
            <a:extLst>
              <a:ext uri="{FF2B5EF4-FFF2-40B4-BE49-F238E27FC236}">
                <a16:creationId xmlns:a16="http://schemas.microsoft.com/office/drawing/2014/main" id="{6600F68B-431A-4FDD-9F61-1015DBEA255D}"/>
              </a:ext>
            </a:extLst>
          </p:cNvPr>
          <p:cNvPicPr>
            <a:picLocks noGrp="1" noRot="1" noChangeAspect="1"/>
          </p:cNvPicPr>
          <p:nvPr>
            <p:ph idx="1"/>
            <a:videoFile r:link="rId1"/>
          </p:nvPr>
        </p:nvPicPr>
        <p:blipFill>
          <a:blip r:embed="rId4"/>
          <a:stretch>
            <a:fillRect/>
          </a:stretch>
        </p:blipFill>
        <p:spPr>
          <a:xfrm>
            <a:off x="1541463" y="1418755"/>
            <a:ext cx="8738231" cy="4937595"/>
          </a:xfrm>
          <a:prstGeom prst="rect">
            <a:avLst/>
          </a:prstGeom>
        </p:spPr>
      </p:pic>
      <p:sp>
        <p:nvSpPr>
          <p:cNvPr id="3" name="Slide Number Placeholder 2">
            <a:extLst>
              <a:ext uri="{FF2B5EF4-FFF2-40B4-BE49-F238E27FC236}">
                <a16:creationId xmlns:a16="http://schemas.microsoft.com/office/drawing/2014/main" id="{80C7B7D9-EE31-3600-C217-A05BF0D0EC51}"/>
              </a:ext>
            </a:extLst>
          </p:cNvPr>
          <p:cNvSpPr>
            <a:spLocks noGrp="1"/>
          </p:cNvSpPr>
          <p:nvPr>
            <p:ph type="sldNum" sz="quarter" idx="12"/>
          </p:nvPr>
        </p:nvSpPr>
        <p:spPr/>
        <p:txBody>
          <a:bodyPr/>
          <a:lstStyle/>
          <a:p>
            <a:fld id="{51845F5A-061D-4825-9AE9-D7794091C6CF}" type="slidenum">
              <a:rPr lang="en-US" smtClean="0"/>
              <a:t>20</a:t>
            </a:fld>
            <a:endParaRPr lang="en-US" dirty="0"/>
          </a:p>
        </p:txBody>
      </p:sp>
      <p:sp>
        <p:nvSpPr>
          <p:cNvPr id="5" name="TextBox 4">
            <a:extLst>
              <a:ext uri="{FF2B5EF4-FFF2-40B4-BE49-F238E27FC236}">
                <a16:creationId xmlns:a16="http://schemas.microsoft.com/office/drawing/2014/main" id="{47C13D67-FD8E-7BE5-F951-06B9839B643B}"/>
              </a:ext>
            </a:extLst>
          </p:cNvPr>
          <p:cNvSpPr txBox="1"/>
          <p:nvPr/>
        </p:nvSpPr>
        <p:spPr>
          <a:xfrm>
            <a:off x="1973655" y="6385024"/>
            <a:ext cx="8993168" cy="307777"/>
          </a:xfrm>
          <a:prstGeom prst="rect">
            <a:avLst/>
          </a:prstGeom>
          <a:noFill/>
        </p:spPr>
        <p:txBody>
          <a:bodyPr wrap="none" rtlCol="0">
            <a:spAutoFit/>
          </a:bodyPr>
          <a:lstStyle/>
          <a:p>
            <a:r>
              <a:rPr lang="en-US" sz="1400" dirty="0"/>
              <a:t>https://www.youtube.com/watch?v=k3WP0vT0Pv4&amp;list=PLDgFtG7YA9Y5b_E2282_izNmYqLt0rvFW&amp;t=1s</a:t>
            </a:r>
          </a:p>
        </p:txBody>
      </p:sp>
    </p:spTree>
    <p:extLst>
      <p:ext uri="{BB962C8B-B14F-4D97-AF65-F5344CB8AC3E}">
        <p14:creationId xmlns:p14="http://schemas.microsoft.com/office/powerpoint/2010/main" val="311693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A0B2-38DF-460C-8572-BB5C7C0842B0}"/>
              </a:ext>
            </a:extLst>
          </p:cNvPr>
          <p:cNvSpPr>
            <a:spLocks noGrp="1"/>
          </p:cNvSpPr>
          <p:nvPr>
            <p:ph type="title"/>
          </p:nvPr>
        </p:nvSpPr>
        <p:spPr>
          <a:xfrm>
            <a:off x="652481" y="1382486"/>
            <a:ext cx="3547581" cy="4093028"/>
          </a:xfrm>
        </p:spPr>
        <p:txBody>
          <a:bodyPr anchor="ctr">
            <a:normAutofit/>
          </a:bodyPr>
          <a:lstStyle/>
          <a:p>
            <a:r>
              <a:rPr lang="en-US" sz="4400" dirty="0"/>
              <a:t>Dissociative Disorders</a:t>
            </a:r>
          </a:p>
        </p:txBody>
      </p:sp>
      <p:graphicFrame>
        <p:nvGraphicFramePr>
          <p:cNvPr id="5" name="Content Placeholder 2">
            <a:extLst>
              <a:ext uri="{FF2B5EF4-FFF2-40B4-BE49-F238E27FC236}">
                <a16:creationId xmlns:a16="http://schemas.microsoft.com/office/drawing/2014/main" id="{900CCA61-5AD8-41C5-9447-D83C9AC9AAA1}"/>
              </a:ext>
            </a:extLst>
          </p:cNvPr>
          <p:cNvGraphicFramePr>
            <a:graphicFrameLocks noGrp="1"/>
          </p:cNvGraphicFramePr>
          <p:nvPr>
            <p:ph idx="1"/>
            <p:extLst>
              <p:ext uri="{D42A27DB-BD31-4B8C-83A1-F6EECF244321}">
                <p14:modId xmlns:p14="http://schemas.microsoft.com/office/powerpoint/2010/main" val="1975995146"/>
              </p:ext>
            </p:extLst>
          </p:nvPr>
        </p:nvGraphicFramePr>
        <p:xfrm>
          <a:off x="4852543" y="944564"/>
          <a:ext cx="6692814"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F467B52-C1B2-78C4-4AFE-1E4FDD127D49}"/>
              </a:ext>
            </a:extLst>
          </p:cNvPr>
          <p:cNvSpPr>
            <a:spLocks noGrp="1"/>
          </p:cNvSpPr>
          <p:nvPr>
            <p:ph type="sldNum" sz="quarter" idx="12"/>
          </p:nvPr>
        </p:nvSpPr>
        <p:spPr/>
        <p:txBody>
          <a:bodyPr/>
          <a:lstStyle/>
          <a:p>
            <a:fld id="{51845F5A-061D-4825-9AE9-D7794091C6CF}" type="slidenum">
              <a:rPr lang="en-US" smtClean="0"/>
              <a:t>21</a:t>
            </a:fld>
            <a:endParaRPr lang="en-US" dirty="0"/>
          </a:p>
        </p:txBody>
      </p:sp>
    </p:spTree>
    <p:extLst>
      <p:ext uri="{BB962C8B-B14F-4D97-AF65-F5344CB8AC3E}">
        <p14:creationId xmlns:p14="http://schemas.microsoft.com/office/powerpoint/2010/main" val="227127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CC78A-9DC1-7246-0087-5FE4125406D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37C8EB-31B0-BF3F-2AE4-1BB68E9E50ED}"/>
              </a:ext>
            </a:extLst>
          </p:cNvPr>
          <p:cNvSpPr>
            <a:spLocks noGrp="1"/>
          </p:cNvSpPr>
          <p:nvPr>
            <p:ph type="title"/>
          </p:nvPr>
        </p:nvSpPr>
        <p:spPr>
          <a:xfrm>
            <a:off x="261481" y="2274048"/>
            <a:ext cx="9045481" cy="3136392"/>
          </a:xfrm>
        </p:spPr>
        <p:txBody>
          <a:bodyPr/>
          <a:lstStyle/>
          <a:p>
            <a:r>
              <a:rPr lang="en-US" dirty="0"/>
              <a:t>Disorders in Childhood – Neurodevelopmental Disorders </a:t>
            </a:r>
          </a:p>
        </p:txBody>
      </p:sp>
      <p:sp>
        <p:nvSpPr>
          <p:cNvPr id="4" name="Slide Number Placeholder 3">
            <a:extLst>
              <a:ext uri="{FF2B5EF4-FFF2-40B4-BE49-F238E27FC236}">
                <a16:creationId xmlns:a16="http://schemas.microsoft.com/office/drawing/2014/main" id="{97211074-30DC-DF9A-2452-F450D15F6656}"/>
              </a:ext>
            </a:extLst>
          </p:cNvPr>
          <p:cNvSpPr>
            <a:spLocks noGrp="1"/>
          </p:cNvSpPr>
          <p:nvPr>
            <p:ph type="sldNum" sz="quarter" idx="12"/>
          </p:nvPr>
        </p:nvSpPr>
        <p:spPr/>
        <p:txBody>
          <a:bodyPr/>
          <a:lstStyle/>
          <a:p>
            <a:fld id="{51845F5A-061D-4825-9AE9-D7794091C6CF}" type="slidenum">
              <a:rPr lang="en-US" smtClean="0"/>
              <a:t>22</a:t>
            </a:fld>
            <a:endParaRPr lang="en-US" dirty="0"/>
          </a:p>
        </p:txBody>
      </p:sp>
    </p:spTree>
    <p:extLst>
      <p:ext uri="{BB962C8B-B14F-4D97-AF65-F5344CB8AC3E}">
        <p14:creationId xmlns:p14="http://schemas.microsoft.com/office/powerpoint/2010/main" val="4200034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3221-E146-4102-8A23-97AD91FEC971}"/>
              </a:ext>
            </a:extLst>
          </p:cNvPr>
          <p:cNvSpPr>
            <a:spLocks noGrp="1"/>
          </p:cNvSpPr>
          <p:nvPr>
            <p:ph type="title"/>
          </p:nvPr>
        </p:nvSpPr>
        <p:spPr>
          <a:xfrm>
            <a:off x="609601" y="4385066"/>
            <a:ext cx="10923638" cy="1317643"/>
          </a:xfrm>
        </p:spPr>
        <p:txBody>
          <a:bodyPr vert="horz" lIns="91440" tIns="45720" rIns="91440" bIns="45720" rtlCol="0" anchor="b">
            <a:normAutofit/>
          </a:bodyPr>
          <a:lstStyle/>
          <a:p>
            <a:pPr>
              <a:lnSpc>
                <a:spcPct val="90000"/>
              </a:lnSpc>
            </a:pPr>
            <a:r>
              <a:rPr lang="en-US" sz="4600"/>
              <a:t>Attention Deficit/ Hyperactivity Disorder</a:t>
            </a:r>
          </a:p>
        </p:txBody>
      </p:sp>
      <p:pic>
        <p:nvPicPr>
          <p:cNvPr id="5124" name="Picture 4" descr="A text-based infographic titled &quot;ADHD by the Numbers&quot; presents key statistics about ADHD prevalence and treatment. It highlights that 6.1 million American children have ADHD, 5 in 10 children with ADHD exhibit behavior or conduct problems, 62% of children with ADHD take medication, and 4.4% of American adults have ADHD.">
            <a:extLst>
              <a:ext uri="{FF2B5EF4-FFF2-40B4-BE49-F238E27FC236}">
                <a16:creationId xmlns:a16="http://schemas.microsoft.com/office/drawing/2014/main" id="{10154476-26D1-45D3-9644-314FD994A2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122" r="11616" b="-2"/>
          <a:stretch/>
        </p:blipFill>
        <p:spPr bwMode="auto">
          <a:xfrm>
            <a:off x="609600" y="412250"/>
            <a:ext cx="5440679" cy="367942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llustration depicting ADHD signs and symptoms in children with labeled cartoon characters representing forgetfulness, carelessness, risky behavior, difficulties sitting still, trouble getting along, daydreaming, excessive talking, and disorganization. Each symptom is shown with a distinct visual element, such as a child upside down for difficulties sitting still and scattered toys for disorganization, against a blue background.&#10;">
            <a:extLst>
              <a:ext uri="{FF2B5EF4-FFF2-40B4-BE49-F238E27FC236}">
                <a16:creationId xmlns:a16="http://schemas.microsoft.com/office/drawing/2014/main" id="{9039E4E5-0E36-4B61-A284-3439D91C812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1119" r="195" b="-1"/>
          <a:stretch/>
        </p:blipFill>
        <p:spPr bwMode="auto">
          <a:xfrm>
            <a:off x="6141723" y="412248"/>
            <a:ext cx="5439793" cy="367942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D6496CB-AF11-9CFD-C0C4-D63B41636609}"/>
              </a:ext>
            </a:extLst>
          </p:cNvPr>
          <p:cNvSpPr>
            <a:spLocks noGrp="1"/>
          </p:cNvSpPr>
          <p:nvPr>
            <p:ph type="sldNum" sz="quarter" idx="12"/>
          </p:nvPr>
        </p:nvSpPr>
        <p:spPr/>
        <p:txBody>
          <a:bodyPr/>
          <a:lstStyle/>
          <a:p>
            <a:fld id="{51845F5A-061D-4825-9AE9-D7794091C6CF}" type="slidenum">
              <a:rPr lang="en-US" smtClean="0"/>
              <a:t>23</a:t>
            </a:fld>
            <a:endParaRPr lang="en-US" dirty="0"/>
          </a:p>
        </p:txBody>
      </p:sp>
    </p:spTree>
    <p:extLst>
      <p:ext uri="{BB962C8B-B14F-4D97-AF65-F5344CB8AC3E}">
        <p14:creationId xmlns:p14="http://schemas.microsoft.com/office/powerpoint/2010/main" val="2513396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C113-9F1C-47DB-A237-2AB683FC3DB1}"/>
              </a:ext>
            </a:extLst>
          </p:cNvPr>
          <p:cNvSpPr>
            <a:spLocks noGrp="1"/>
          </p:cNvSpPr>
          <p:nvPr>
            <p:ph type="title"/>
          </p:nvPr>
        </p:nvSpPr>
        <p:spPr/>
        <p:txBody>
          <a:bodyPr/>
          <a:lstStyle/>
          <a:p>
            <a:r>
              <a:rPr lang="en-US" dirty="0"/>
              <a:t>Autism Spectrum Disorder (ASD)</a:t>
            </a:r>
          </a:p>
        </p:txBody>
      </p:sp>
      <p:sp>
        <p:nvSpPr>
          <p:cNvPr id="3" name="Slide Number Placeholder 2">
            <a:extLst>
              <a:ext uri="{FF2B5EF4-FFF2-40B4-BE49-F238E27FC236}">
                <a16:creationId xmlns:a16="http://schemas.microsoft.com/office/drawing/2014/main" id="{E3208075-29F1-7723-2B49-DCCD45DC0720}"/>
              </a:ext>
            </a:extLst>
          </p:cNvPr>
          <p:cNvSpPr>
            <a:spLocks noGrp="1"/>
          </p:cNvSpPr>
          <p:nvPr>
            <p:ph type="sldNum" sz="quarter" idx="12"/>
          </p:nvPr>
        </p:nvSpPr>
        <p:spPr/>
        <p:txBody>
          <a:bodyPr/>
          <a:lstStyle/>
          <a:p>
            <a:fld id="{51845F5A-061D-4825-9AE9-D7794091C6CF}" type="slidenum">
              <a:rPr lang="en-US" smtClean="0"/>
              <a:t>24</a:t>
            </a:fld>
            <a:endParaRPr lang="en-US" dirty="0"/>
          </a:p>
        </p:txBody>
      </p:sp>
      <p:pic>
        <p:nvPicPr>
          <p:cNvPr id="8" name="Content Placeholder 7" descr="Diagram explaining autism spectrum as non-linear, using a horizontal color gradient bar from red (less autistic) to pink (very autistic) and two circular charts illustrating varied traits. Color-coded segments represent social differences, interests, repetitions, sensory sensitivities, emotional regulation, perception, executive functioning, and other factors, emphasizing that terms like &quot;high functioning&quot; and &quot;low functioning&quot; are harmful and outdated.&#10;&#10;AI-generated content may be incorrect.">
            <a:extLst>
              <a:ext uri="{FF2B5EF4-FFF2-40B4-BE49-F238E27FC236}">
                <a16:creationId xmlns:a16="http://schemas.microsoft.com/office/drawing/2014/main" id="{9B4F8DA7-0E64-FBCD-2E05-77CC7E59A4DE}"/>
              </a:ext>
            </a:extLst>
          </p:cNvPr>
          <p:cNvPicPr>
            <a:picLocks noGrp="1" noChangeAspect="1"/>
          </p:cNvPicPr>
          <p:nvPr>
            <p:ph idx="1"/>
          </p:nvPr>
        </p:nvPicPr>
        <p:blipFill>
          <a:blip r:embed="rId3"/>
          <a:stretch>
            <a:fillRect/>
          </a:stretch>
        </p:blipFill>
        <p:spPr>
          <a:xfrm>
            <a:off x="3355065" y="1287101"/>
            <a:ext cx="6006218" cy="5069249"/>
          </a:xfrm>
          <a:prstGeom prst="rect">
            <a:avLst/>
          </a:prstGeom>
        </p:spPr>
      </p:pic>
    </p:spTree>
    <p:extLst>
      <p:ext uri="{BB962C8B-B14F-4D97-AF65-F5344CB8AC3E}">
        <p14:creationId xmlns:p14="http://schemas.microsoft.com/office/powerpoint/2010/main" val="1198744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9505-30FA-41A3-AEED-F51D419FE1F0}"/>
              </a:ext>
            </a:extLst>
          </p:cNvPr>
          <p:cNvSpPr>
            <a:spLocks noGrp="1"/>
          </p:cNvSpPr>
          <p:nvPr>
            <p:ph type="title"/>
          </p:nvPr>
        </p:nvSpPr>
        <p:spPr>
          <a:xfrm>
            <a:off x="985969" y="4473227"/>
            <a:ext cx="8288032" cy="1096648"/>
          </a:xfrm>
        </p:spPr>
        <p:txBody>
          <a:bodyPr vert="horz" lIns="91440" tIns="45720" rIns="91440" bIns="45720" rtlCol="0" anchor="b">
            <a:normAutofit/>
          </a:bodyPr>
          <a:lstStyle/>
          <a:p>
            <a:r>
              <a:rPr lang="en-US" sz="4800"/>
              <a:t>Vaccines and ASD</a:t>
            </a:r>
          </a:p>
        </p:txBody>
      </p:sp>
      <p:pic>
        <p:nvPicPr>
          <p:cNvPr id="6146" name="Picture 2" descr="A graph has an x-axis labeled “total cumulative immunogens” and a y-axis with percentage numbers. For children aged 0–3 months, the data is approximately as follows: 0–25 immunogens are about 48% for ASD cases and 41% for controls, 26–50 immunogens are 5% for ASD cases and 6% for controls, and for 3000–3258 immunogens45% for ASD cases and 50% for controls. For children aged 0–7months, the data is approximately as follows: 26–50 immunogens are about 20% for ASD cases and 18% for controls, 51–75 immunogens are 25% for ASD cases and 22% for controls, 3000–3258 immunogens are 45% for ASD cases and 52% for controls, 6000–6258 immunogens are 10% for ASD cases and 8% for controls, and for 9000–9258 immunogens 33% for ASD cases and 40% for controls. For children aged 0–24 months, the data is approximately as follows: 151–175 immunogens are about 25% for ASD cases and 25% for controls, 176–200 immunogens are 18% for ASD cases and 13% for controls, 9000–9528 immunogens are 17% for ASD cases and 20% for controls, and for 12000–12258 immunogens 25% for ASD cases and25% for controls.">
            <a:extLst>
              <a:ext uri="{FF2B5EF4-FFF2-40B4-BE49-F238E27FC236}">
                <a16:creationId xmlns:a16="http://schemas.microsoft.com/office/drawing/2014/main" id="{F23E2D47-D3AE-4229-885C-1894B934181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4503" r="2" b="8938"/>
          <a:stretch/>
        </p:blipFill>
        <p:spPr bwMode="auto">
          <a:xfrm>
            <a:off x="2153049" y="1066150"/>
            <a:ext cx="8274669" cy="3635025"/>
          </a:xfrm>
          <a:custGeom>
            <a:avLst/>
            <a:gdLst/>
            <a:ahLst/>
            <a:cxnLst/>
            <a:rect l="l" t="t" r="r" b="b"/>
            <a:pathLst>
              <a:path w="8274669" h="3635025">
                <a:moveTo>
                  <a:pt x="540554" y="0"/>
                </a:moveTo>
                <a:lnTo>
                  <a:pt x="8274669" y="0"/>
                </a:lnTo>
                <a:lnTo>
                  <a:pt x="8274669" y="3635025"/>
                </a:lnTo>
                <a:lnTo>
                  <a:pt x="0" y="3635025"/>
                </a:lnTo>
                <a:close/>
              </a:path>
            </a:pathLst>
          </a:cu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26C1CA2-21A5-598F-1CDF-D3E3FEFDA65B}"/>
              </a:ext>
            </a:extLst>
          </p:cNvPr>
          <p:cNvSpPr>
            <a:spLocks noGrp="1"/>
          </p:cNvSpPr>
          <p:nvPr>
            <p:ph type="sldNum" sz="quarter" idx="12"/>
          </p:nvPr>
        </p:nvSpPr>
        <p:spPr/>
        <p:txBody>
          <a:bodyPr/>
          <a:lstStyle/>
          <a:p>
            <a:fld id="{51845F5A-061D-4825-9AE9-D7794091C6CF}" type="slidenum">
              <a:rPr lang="en-US" smtClean="0"/>
              <a:t>25</a:t>
            </a:fld>
            <a:endParaRPr lang="en-US" dirty="0"/>
          </a:p>
        </p:txBody>
      </p:sp>
    </p:spTree>
    <p:extLst>
      <p:ext uri="{BB962C8B-B14F-4D97-AF65-F5344CB8AC3E}">
        <p14:creationId xmlns:p14="http://schemas.microsoft.com/office/powerpoint/2010/main" val="1987855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E659-856E-D109-88DF-1DC1B3E538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DB605C-FA8B-E12A-C6D0-E47E3529B160}"/>
              </a:ext>
            </a:extLst>
          </p:cNvPr>
          <p:cNvSpPr>
            <a:spLocks noGrp="1"/>
          </p:cNvSpPr>
          <p:nvPr>
            <p:ph type="title"/>
          </p:nvPr>
        </p:nvSpPr>
        <p:spPr>
          <a:xfrm>
            <a:off x="261481" y="2274048"/>
            <a:ext cx="9045481" cy="2397540"/>
          </a:xfrm>
        </p:spPr>
        <p:txBody>
          <a:bodyPr/>
          <a:lstStyle/>
          <a:p>
            <a:r>
              <a:rPr lang="en-US" dirty="0"/>
              <a:t>Personality Disorders </a:t>
            </a:r>
          </a:p>
        </p:txBody>
      </p:sp>
      <p:sp>
        <p:nvSpPr>
          <p:cNvPr id="4" name="Slide Number Placeholder 3">
            <a:extLst>
              <a:ext uri="{FF2B5EF4-FFF2-40B4-BE49-F238E27FC236}">
                <a16:creationId xmlns:a16="http://schemas.microsoft.com/office/drawing/2014/main" id="{339F3D1B-CB17-AC09-D374-37241804FE83}"/>
              </a:ext>
            </a:extLst>
          </p:cNvPr>
          <p:cNvSpPr>
            <a:spLocks noGrp="1"/>
          </p:cNvSpPr>
          <p:nvPr>
            <p:ph type="sldNum" sz="quarter" idx="12"/>
          </p:nvPr>
        </p:nvSpPr>
        <p:spPr/>
        <p:txBody>
          <a:bodyPr/>
          <a:lstStyle/>
          <a:p>
            <a:fld id="{51845F5A-061D-4825-9AE9-D7794091C6CF}" type="slidenum">
              <a:rPr lang="en-US" smtClean="0"/>
              <a:t>26</a:t>
            </a:fld>
            <a:endParaRPr lang="en-US" dirty="0"/>
          </a:p>
        </p:txBody>
      </p:sp>
    </p:spTree>
    <p:extLst>
      <p:ext uri="{BB962C8B-B14F-4D97-AF65-F5344CB8AC3E}">
        <p14:creationId xmlns:p14="http://schemas.microsoft.com/office/powerpoint/2010/main" val="865822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BDDC-452C-4490-AECE-CFA9213B522D}"/>
              </a:ext>
            </a:extLst>
          </p:cNvPr>
          <p:cNvSpPr>
            <a:spLocks noGrp="1"/>
          </p:cNvSpPr>
          <p:nvPr>
            <p:ph type="title"/>
          </p:nvPr>
        </p:nvSpPr>
        <p:spPr/>
        <p:txBody>
          <a:bodyPr/>
          <a:lstStyle/>
          <a:p>
            <a:r>
              <a:rPr lang="en-US" dirty="0"/>
              <a:t>Personality Disorder Clusters</a:t>
            </a:r>
          </a:p>
        </p:txBody>
      </p:sp>
      <p:pic>
        <p:nvPicPr>
          <p:cNvPr id="7170" name="Picture 2" descr="Root and Seed. The Bottom of It All | by Katie Richardson | Medium">
            <a:extLst>
              <a:ext uri="{FF2B5EF4-FFF2-40B4-BE49-F238E27FC236}">
                <a16:creationId xmlns:a16="http://schemas.microsoft.com/office/drawing/2014/main" id="{ACCD7B6C-D96B-4A07-98C4-C1764C8AC70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32565" y="2160588"/>
            <a:ext cx="6886907" cy="388143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742EF49-EDDE-F28D-9A2F-A140515C7BF8}"/>
              </a:ext>
            </a:extLst>
          </p:cNvPr>
          <p:cNvSpPr>
            <a:spLocks noGrp="1"/>
          </p:cNvSpPr>
          <p:nvPr>
            <p:ph type="sldNum" sz="quarter" idx="12"/>
          </p:nvPr>
        </p:nvSpPr>
        <p:spPr/>
        <p:txBody>
          <a:bodyPr/>
          <a:lstStyle/>
          <a:p>
            <a:fld id="{51845F5A-061D-4825-9AE9-D7794091C6CF}" type="slidenum">
              <a:rPr lang="en-US" smtClean="0"/>
              <a:t>27</a:t>
            </a:fld>
            <a:endParaRPr lang="en-US" dirty="0"/>
          </a:p>
        </p:txBody>
      </p:sp>
    </p:spTree>
    <p:extLst>
      <p:ext uri="{BB962C8B-B14F-4D97-AF65-F5344CB8AC3E}">
        <p14:creationId xmlns:p14="http://schemas.microsoft.com/office/powerpoint/2010/main" val="1337135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184B-083A-45FF-A3F2-A30FDA73C70C}"/>
              </a:ext>
            </a:extLst>
          </p:cNvPr>
          <p:cNvSpPr>
            <a:spLocks noGrp="1"/>
          </p:cNvSpPr>
          <p:nvPr>
            <p:ph type="title"/>
          </p:nvPr>
        </p:nvSpPr>
        <p:spPr>
          <a:xfrm>
            <a:off x="652481" y="1382486"/>
            <a:ext cx="3547581" cy="4093028"/>
          </a:xfrm>
        </p:spPr>
        <p:txBody>
          <a:bodyPr anchor="ctr">
            <a:normAutofit/>
          </a:bodyPr>
          <a:lstStyle/>
          <a:p>
            <a:r>
              <a:rPr lang="en-US" sz="4400" dirty="0"/>
              <a:t>Antisocial Personality Disorder</a:t>
            </a:r>
          </a:p>
        </p:txBody>
      </p:sp>
      <p:graphicFrame>
        <p:nvGraphicFramePr>
          <p:cNvPr id="5" name="Content Placeholder 2">
            <a:extLst>
              <a:ext uri="{FF2B5EF4-FFF2-40B4-BE49-F238E27FC236}">
                <a16:creationId xmlns:a16="http://schemas.microsoft.com/office/drawing/2014/main" id="{0970B2A2-223E-47CA-BB00-3335FC987E06}"/>
              </a:ext>
            </a:extLst>
          </p:cNvPr>
          <p:cNvGraphicFramePr>
            <a:graphicFrameLocks noGrp="1"/>
          </p:cNvGraphicFramePr>
          <p:nvPr>
            <p:ph idx="1"/>
            <p:extLst>
              <p:ext uri="{D42A27DB-BD31-4B8C-83A1-F6EECF244321}">
                <p14:modId xmlns:p14="http://schemas.microsoft.com/office/powerpoint/2010/main" val="1612129050"/>
              </p:ext>
            </p:extLst>
          </p:nvPr>
        </p:nvGraphicFramePr>
        <p:xfrm>
          <a:off x="4852543" y="944564"/>
          <a:ext cx="6692814"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CA6DF645-22E0-C357-0933-A623C2EFCE72}"/>
              </a:ext>
            </a:extLst>
          </p:cNvPr>
          <p:cNvSpPr>
            <a:spLocks noGrp="1"/>
          </p:cNvSpPr>
          <p:nvPr>
            <p:ph type="sldNum" sz="quarter" idx="12"/>
          </p:nvPr>
        </p:nvSpPr>
        <p:spPr/>
        <p:txBody>
          <a:bodyPr/>
          <a:lstStyle/>
          <a:p>
            <a:fld id="{51845F5A-061D-4825-9AE9-D7794091C6CF}" type="slidenum">
              <a:rPr lang="en-US" smtClean="0"/>
              <a:t>28</a:t>
            </a:fld>
            <a:endParaRPr lang="en-US" dirty="0"/>
          </a:p>
        </p:txBody>
      </p:sp>
    </p:spTree>
    <p:extLst>
      <p:ext uri="{BB962C8B-B14F-4D97-AF65-F5344CB8AC3E}">
        <p14:creationId xmlns:p14="http://schemas.microsoft.com/office/powerpoint/2010/main" val="751435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308F-95AF-394F-1CDA-31381C402E6B}"/>
              </a:ext>
            </a:extLst>
          </p:cNvPr>
          <p:cNvSpPr>
            <a:spLocks noGrp="1"/>
          </p:cNvSpPr>
          <p:nvPr>
            <p:ph type="title"/>
          </p:nvPr>
        </p:nvSpPr>
        <p:spPr/>
        <p:txBody>
          <a:bodyPr/>
          <a:lstStyle/>
          <a:p>
            <a:r>
              <a:rPr lang="en-US" dirty="0"/>
              <a:t>(Some) Categories of Disorder</a:t>
            </a:r>
          </a:p>
        </p:txBody>
      </p:sp>
      <p:sp>
        <p:nvSpPr>
          <p:cNvPr id="3" name="Content Placeholder 2">
            <a:extLst>
              <a:ext uri="{FF2B5EF4-FFF2-40B4-BE49-F238E27FC236}">
                <a16:creationId xmlns:a16="http://schemas.microsoft.com/office/drawing/2014/main" id="{AA8A2BCB-F31B-9CCA-984C-889F6CF7DE91}"/>
              </a:ext>
            </a:extLst>
          </p:cNvPr>
          <p:cNvSpPr>
            <a:spLocks noGrp="1"/>
          </p:cNvSpPr>
          <p:nvPr>
            <p:ph idx="1"/>
          </p:nvPr>
        </p:nvSpPr>
        <p:spPr>
          <a:xfrm>
            <a:off x="838200" y="1594884"/>
            <a:ext cx="10515600" cy="4577316"/>
          </a:xfrm>
        </p:spPr>
        <p:txBody>
          <a:bodyPr>
            <a:normAutofit lnSpcReduction="10000"/>
          </a:bodyPr>
          <a:lstStyle/>
          <a:p>
            <a:r>
              <a:rPr lang="en-US" dirty="0"/>
              <a:t>Learning disorders</a:t>
            </a:r>
          </a:p>
          <a:p>
            <a:pPr lvl="1"/>
            <a:r>
              <a:rPr lang="en-US" dirty="0"/>
              <a:t>Ex: dyslexia and dyscalculia </a:t>
            </a:r>
          </a:p>
          <a:p>
            <a:r>
              <a:rPr lang="en-US" dirty="0"/>
              <a:t>Neurodevelopmental disorders</a:t>
            </a:r>
          </a:p>
          <a:p>
            <a:pPr lvl="1"/>
            <a:r>
              <a:rPr lang="en-US" dirty="0"/>
              <a:t>Ex: ADHD and autism</a:t>
            </a:r>
          </a:p>
          <a:p>
            <a:r>
              <a:rPr lang="en-US" dirty="0"/>
              <a:t>Anxiety disorders</a:t>
            </a:r>
          </a:p>
          <a:p>
            <a:pPr lvl="1"/>
            <a:r>
              <a:rPr lang="en-US" dirty="0"/>
              <a:t>Ex: generalized anxiety disorder</a:t>
            </a:r>
          </a:p>
          <a:p>
            <a:r>
              <a:rPr lang="en-US" dirty="0"/>
              <a:t>Obsessive-compulsive related disorders</a:t>
            </a:r>
          </a:p>
          <a:p>
            <a:pPr lvl="1"/>
            <a:r>
              <a:rPr lang="en-US" dirty="0"/>
              <a:t>Ex: obsessive-compulsive disorder &amp; hoarding disorder </a:t>
            </a:r>
          </a:p>
          <a:p>
            <a:r>
              <a:rPr lang="en-US" dirty="0"/>
              <a:t>Dissociative disorders</a:t>
            </a:r>
          </a:p>
          <a:p>
            <a:pPr lvl="1"/>
            <a:r>
              <a:rPr lang="en-US" dirty="0"/>
              <a:t>Ex: dissociative identify disorder</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19555C98-0ABD-0D56-8C2F-0D3DE6327B31}"/>
              </a:ext>
            </a:extLst>
          </p:cNvPr>
          <p:cNvSpPr>
            <a:spLocks noGrp="1"/>
          </p:cNvSpPr>
          <p:nvPr>
            <p:ph type="sldNum" sz="quarter" idx="12"/>
          </p:nvPr>
        </p:nvSpPr>
        <p:spPr/>
        <p:txBody>
          <a:bodyPr/>
          <a:lstStyle/>
          <a:p>
            <a:fld id="{51845F5A-061D-4825-9AE9-D7794091C6CF}" type="slidenum">
              <a:rPr lang="en-US" smtClean="0"/>
              <a:t>29</a:t>
            </a:fld>
            <a:endParaRPr lang="en-US" dirty="0"/>
          </a:p>
        </p:txBody>
      </p:sp>
    </p:spTree>
    <p:extLst>
      <p:ext uri="{BB962C8B-B14F-4D97-AF65-F5344CB8AC3E}">
        <p14:creationId xmlns:p14="http://schemas.microsoft.com/office/powerpoint/2010/main" val="1741505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780C-8A0C-38B0-05BD-49B8A37B7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9BB1E-F4F9-230E-AF27-912975057EE3}"/>
              </a:ext>
            </a:extLst>
          </p:cNvPr>
          <p:cNvSpPr>
            <a:spLocks noGrp="1"/>
          </p:cNvSpPr>
          <p:nvPr>
            <p:ph type="title"/>
          </p:nvPr>
        </p:nvSpPr>
        <p:spPr/>
        <p:txBody>
          <a:bodyPr/>
          <a:lstStyle/>
          <a:p>
            <a:r>
              <a:rPr lang="en-US" dirty="0"/>
              <a:t>(Some) Categories of Disorder</a:t>
            </a:r>
          </a:p>
        </p:txBody>
      </p:sp>
      <p:sp>
        <p:nvSpPr>
          <p:cNvPr id="3" name="Content Placeholder 2">
            <a:extLst>
              <a:ext uri="{FF2B5EF4-FFF2-40B4-BE49-F238E27FC236}">
                <a16:creationId xmlns:a16="http://schemas.microsoft.com/office/drawing/2014/main" id="{1B9A5512-AF7E-1C51-389D-53BCFB0EF0C9}"/>
              </a:ext>
            </a:extLst>
          </p:cNvPr>
          <p:cNvSpPr>
            <a:spLocks noGrp="1"/>
          </p:cNvSpPr>
          <p:nvPr>
            <p:ph idx="1"/>
          </p:nvPr>
        </p:nvSpPr>
        <p:spPr>
          <a:xfrm>
            <a:off x="838200" y="1605515"/>
            <a:ext cx="10515600" cy="4976037"/>
          </a:xfrm>
        </p:spPr>
        <p:txBody>
          <a:bodyPr>
            <a:normAutofit fontScale="92500" lnSpcReduction="20000"/>
          </a:bodyPr>
          <a:lstStyle/>
          <a:p>
            <a:r>
              <a:rPr lang="en-US" dirty="0"/>
              <a:t>Mood disorders</a:t>
            </a:r>
          </a:p>
          <a:p>
            <a:pPr lvl="1"/>
            <a:r>
              <a:rPr lang="en-US" dirty="0"/>
              <a:t>Ex: bipolar disorders</a:t>
            </a:r>
          </a:p>
          <a:p>
            <a:pPr lvl="2"/>
            <a:r>
              <a:rPr lang="en-US" dirty="0"/>
              <a:t>Ex: Bipolar Type I</a:t>
            </a:r>
          </a:p>
          <a:p>
            <a:pPr lvl="1"/>
            <a:r>
              <a:rPr lang="en-US" dirty="0"/>
              <a:t>Ex: depression disorders</a:t>
            </a:r>
          </a:p>
          <a:p>
            <a:pPr lvl="2"/>
            <a:r>
              <a:rPr lang="en-US" dirty="0"/>
              <a:t>Ex: Major depressive disorder</a:t>
            </a:r>
          </a:p>
          <a:p>
            <a:r>
              <a:rPr lang="en-US" dirty="0"/>
              <a:t>Psychotic disorders</a:t>
            </a:r>
          </a:p>
          <a:p>
            <a:pPr lvl="1"/>
            <a:r>
              <a:rPr lang="en-US" dirty="0"/>
              <a:t>Ex: schizophrenia and schizotypal personality disorder**</a:t>
            </a:r>
          </a:p>
          <a:p>
            <a:r>
              <a:rPr lang="en-US" dirty="0"/>
              <a:t>Personality disorders</a:t>
            </a:r>
          </a:p>
          <a:p>
            <a:pPr lvl="1"/>
            <a:r>
              <a:rPr lang="en-US" dirty="0"/>
              <a:t>Cluster A disorders</a:t>
            </a:r>
          </a:p>
          <a:p>
            <a:pPr lvl="2"/>
            <a:r>
              <a:rPr lang="en-US" dirty="0"/>
              <a:t>Ex: Schizotypal personality disorder**</a:t>
            </a:r>
          </a:p>
          <a:p>
            <a:pPr lvl="1"/>
            <a:r>
              <a:rPr lang="en-US" dirty="0"/>
              <a:t>Cluster B disorders</a:t>
            </a:r>
          </a:p>
          <a:p>
            <a:pPr lvl="2"/>
            <a:r>
              <a:rPr lang="en-US" dirty="0"/>
              <a:t>Ex: Borderline personality disorder</a:t>
            </a:r>
          </a:p>
          <a:p>
            <a:pPr lvl="1"/>
            <a:r>
              <a:rPr lang="en-US" dirty="0"/>
              <a:t>Cluster C disorders</a:t>
            </a:r>
          </a:p>
          <a:p>
            <a:pPr lvl="2"/>
            <a:r>
              <a:rPr lang="en-US" dirty="0"/>
              <a:t>Ex: Obsessive-compulsive personality disorder</a:t>
            </a:r>
          </a:p>
          <a:p>
            <a:endParaRPr lang="en-US" dirty="0"/>
          </a:p>
        </p:txBody>
      </p:sp>
      <p:sp>
        <p:nvSpPr>
          <p:cNvPr id="4" name="Slide Number Placeholder 3">
            <a:extLst>
              <a:ext uri="{FF2B5EF4-FFF2-40B4-BE49-F238E27FC236}">
                <a16:creationId xmlns:a16="http://schemas.microsoft.com/office/drawing/2014/main" id="{A0555DC9-2FCE-0A1A-2003-27B481C41E23}"/>
              </a:ext>
            </a:extLst>
          </p:cNvPr>
          <p:cNvSpPr>
            <a:spLocks noGrp="1"/>
          </p:cNvSpPr>
          <p:nvPr>
            <p:ph type="sldNum" sz="quarter" idx="12"/>
          </p:nvPr>
        </p:nvSpPr>
        <p:spPr/>
        <p:txBody>
          <a:bodyPr/>
          <a:lstStyle/>
          <a:p>
            <a:fld id="{51845F5A-061D-4825-9AE9-D7794091C6CF}" type="slidenum">
              <a:rPr lang="en-US" smtClean="0"/>
              <a:t>30</a:t>
            </a:fld>
            <a:endParaRPr lang="en-US" dirty="0"/>
          </a:p>
        </p:txBody>
      </p:sp>
    </p:spTree>
    <p:extLst>
      <p:ext uri="{BB962C8B-B14F-4D97-AF65-F5344CB8AC3E}">
        <p14:creationId xmlns:p14="http://schemas.microsoft.com/office/powerpoint/2010/main" val="3652761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AAC0-FD4F-48BF-BD26-02315DC9484D}"/>
              </a:ext>
            </a:extLst>
          </p:cNvPr>
          <p:cNvSpPr>
            <a:spLocks noGrp="1"/>
          </p:cNvSpPr>
          <p:nvPr>
            <p:ph type="title"/>
          </p:nvPr>
        </p:nvSpPr>
        <p:spPr>
          <a:xfrm>
            <a:off x="838200" y="501967"/>
            <a:ext cx="10515600" cy="1325563"/>
          </a:xfrm>
        </p:spPr>
        <p:txBody>
          <a:bodyPr/>
          <a:lstStyle/>
          <a:p>
            <a:r>
              <a:rPr lang="en-US" dirty="0"/>
              <a:t>Class Activity: Questions for Step </a:t>
            </a:r>
            <a:r>
              <a:rPr lang="en-US" sz="4800" dirty="0"/>
              <a:t>2</a:t>
            </a:r>
            <a:endParaRPr lang="en-US" dirty="0"/>
          </a:p>
        </p:txBody>
      </p:sp>
      <p:sp>
        <p:nvSpPr>
          <p:cNvPr id="3" name="Content Placeholder 2">
            <a:extLst>
              <a:ext uri="{FF2B5EF4-FFF2-40B4-BE49-F238E27FC236}">
                <a16:creationId xmlns:a16="http://schemas.microsoft.com/office/drawing/2014/main" id="{2479BC8A-2243-4BC2-BB3B-279FF96A588F}"/>
              </a:ext>
            </a:extLst>
          </p:cNvPr>
          <p:cNvSpPr>
            <a:spLocks noGrp="1"/>
          </p:cNvSpPr>
          <p:nvPr>
            <p:ph idx="1"/>
          </p:nvPr>
        </p:nvSpPr>
        <p:spPr>
          <a:xfrm>
            <a:off x="838200" y="1827530"/>
            <a:ext cx="10515600" cy="4344670"/>
          </a:xfrm>
        </p:spPr>
        <p:txBody>
          <a:bodyPr>
            <a:normAutofit fontScale="92500" lnSpcReduction="10000"/>
          </a:bodyPr>
          <a:lstStyle/>
          <a:p>
            <a:pPr marL="0" indent="0">
              <a:buNone/>
            </a:pPr>
            <a:r>
              <a:rPr lang="en-US" dirty="0"/>
              <a:t>Note: Must answer AT LEAST THREE of these questions:</a:t>
            </a:r>
          </a:p>
          <a:p>
            <a:r>
              <a:rPr lang="en-US" dirty="0"/>
              <a:t>What is the definition of this disorder?</a:t>
            </a:r>
          </a:p>
          <a:p>
            <a:r>
              <a:rPr lang="en-US" dirty="0"/>
              <a:t>What are the symptoms?</a:t>
            </a:r>
          </a:p>
          <a:p>
            <a:r>
              <a:rPr lang="en-US" dirty="0"/>
              <a:t>At what age can it be diagnosed?</a:t>
            </a:r>
          </a:p>
          <a:p>
            <a:r>
              <a:rPr lang="en-US" dirty="0"/>
              <a:t>Are there any trends or risk factors for who has this disorder (more females than males, genetic components, etc.)?</a:t>
            </a:r>
          </a:p>
          <a:p>
            <a:r>
              <a:rPr lang="en-US" dirty="0"/>
              <a:t>What percentage of the population have this disorder?</a:t>
            </a:r>
          </a:p>
          <a:p>
            <a:r>
              <a:rPr lang="en-US" dirty="0"/>
              <a:t>How is this disorder treated/ managed?</a:t>
            </a:r>
          </a:p>
          <a:p>
            <a:r>
              <a:rPr lang="en-US" dirty="0"/>
              <a:t>Are there typical comorbidities for this disorder?</a:t>
            </a:r>
          </a:p>
          <a:p>
            <a:endParaRPr lang="en-US" dirty="0"/>
          </a:p>
          <a:p>
            <a:endParaRPr lang="en-US" dirty="0"/>
          </a:p>
        </p:txBody>
      </p:sp>
      <p:sp>
        <p:nvSpPr>
          <p:cNvPr id="4" name="Slide Number Placeholder 3">
            <a:extLst>
              <a:ext uri="{FF2B5EF4-FFF2-40B4-BE49-F238E27FC236}">
                <a16:creationId xmlns:a16="http://schemas.microsoft.com/office/drawing/2014/main" id="{90BC41F9-3AAF-0D5F-3C16-474D404C7E3E}"/>
              </a:ext>
            </a:extLst>
          </p:cNvPr>
          <p:cNvSpPr>
            <a:spLocks noGrp="1"/>
          </p:cNvSpPr>
          <p:nvPr>
            <p:ph type="sldNum" sz="quarter" idx="12"/>
          </p:nvPr>
        </p:nvSpPr>
        <p:spPr/>
        <p:txBody>
          <a:bodyPr/>
          <a:lstStyle/>
          <a:p>
            <a:fld id="{51845F5A-061D-4825-9AE9-D7794091C6CF}" type="slidenum">
              <a:rPr lang="en-US" smtClean="0"/>
              <a:t>31</a:t>
            </a:fld>
            <a:endParaRPr lang="en-US" dirty="0"/>
          </a:p>
        </p:txBody>
      </p:sp>
    </p:spTree>
    <p:extLst>
      <p:ext uri="{BB962C8B-B14F-4D97-AF65-F5344CB8AC3E}">
        <p14:creationId xmlns:p14="http://schemas.microsoft.com/office/powerpoint/2010/main" val="2514793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EF60D8-5909-700B-C971-490F5961B276}"/>
              </a:ext>
            </a:extLst>
          </p:cNvPr>
          <p:cNvSpPr>
            <a:spLocks noGrp="1"/>
          </p:cNvSpPr>
          <p:nvPr>
            <p:ph type="title"/>
          </p:nvPr>
        </p:nvSpPr>
        <p:spPr/>
        <p:txBody>
          <a:bodyPr/>
          <a:lstStyle/>
          <a:p>
            <a:r>
              <a:rPr lang="en-US" dirty="0">
                <a:latin typeface="Constantia" panose="02030602050306030303" pitchFamily="18" charset="0"/>
              </a:rPr>
              <a:t>Next time on PSY 203…</a:t>
            </a:r>
          </a:p>
        </p:txBody>
      </p:sp>
      <p:sp>
        <p:nvSpPr>
          <p:cNvPr id="6" name="Text Placeholder 5">
            <a:extLst>
              <a:ext uri="{FF2B5EF4-FFF2-40B4-BE49-F238E27FC236}">
                <a16:creationId xmlns:a16="http://schemas.microsoft.com/office/drawing/2014/main" id="{702B8E05-273B-DC86-27E7-90258A740309}"/>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CCE1FC58-900D-705F-5675-DBB0D6E46BA9}"/>
              </a:ext>
            </a:extLst>
          </p:cNvPr>
          <p:cNvSpPr>
            <a:spLocks noGrp="1"/>
          </p:cNvSpPr>
          <p:nvPr>
            <p:ph sz="half" idx="2"/>
          </p:nvPr>
        </p:nvSpPr>
        <p:spPr/>
        <p:txBody>
          <a:bodyPr>
            <a:normAutofit fontScale="92500"/>
          </a:bodyPr>
          <a:lstStyle/>
          <a:p>
            <a:r>
              <a:rPr lang="en-US" dirty="0"/>
              <a:t>Complete homework assignment</a:t>
            </a:r>
          </a:p>
          <a:p>
            <a:pPr lvl="1"/>
            <a:r>
              <a:rPr lang="en-US" dirty="0"/>
              <a:t>Due next Tuesday at 11:59pm</a:t>
            </a:r>
          </a:p>
          <a:p>
            <a:pPr lvl="1"/>
            <a:r>
              <a:rPr lang="en-US" dirty="0"/>
              <a:t>Email me ASAP if you have questions</a:t>
            </a:r>
          </a:p>
          <a:p>
            <a:r>
              <a:rPr lang="en-US" dirty="0"/>
              <a:t>Read Chapter 16</a:t>
            </a:r>
          </a:p>
          <a:p>
            <a:r>
              <a:rPr lang="en-US" dirty="0"/>
              <a:t>Research points (due 4/30)</a:t>
            </a:r>
          </a:p>
        </p:txBody>
      </p:sp>
      <p:sp>
        <p:nvSpPr>
          <p:cNvPr id="8" name="Text Placeholder 7">
            <a:extLst>
              <a:ext uri="{FF2B5EF4-FFF2-40B4-BE49-F238E27FC236}">
                <a16:creationId xmlns:a16="http://schemas.microsoft.com/office/drawing/2014/main" id="{816777B8-FBCE-35BB-3108-AFFFE83D5F94}"/>
              </a:ext>
            </a:extLst>
          </p:cNvPr>
          <p:cNvSpPr>
            <a:spLocks noGrp="1"/>
          </p:cNvSpPr>
          <p:nvPr>
            <p:ph type="body" sz="quarter" idx="3"/>
          </p:nvPr>
        </p:nvSpPr>
        <p:spPr/>
        <p:txBody>
          <a:bodyPr/>
          <a:lstStyle/>
          <a:p>
            <a:r>
              <a:rPr lang="en-US" dirty="0"/>
              <a:t>NEXT CLASS:</a:t>
            </a:r>
          </a:p>
        </p:txBody>
      </p:sp>
      <p:sp>
        <p:nvSpPr>
          <p:cNvPr id="9" name="Content Placeholder 8">
            <a:extLst>
              <a:ext uri="{FF2B5EF4-FFF2-40B4-BE49-F238E27FC236}">
                <a16:creationId xmlns:a16="http://schemas.microsoft.com/office/drawing/2014/main" id="{204E9B5D-D43B-16D8-C996-08F047122481}"/>
              </a:ext>
            </a:extLst>
          </p:cNvPr>
          <p:cNvSpPr>
            <a:spLocks noGrp="1"/>
          </p:cNvSpPr>
          <p:nvPr>
            <p:ph sz="quarter" idx="4"/>
          </p:nvPr>
        </p:nvSpPr>
        <p:spPr/>
        <p:txBody>
          <a:bodyPr>
            <a:normAutofit fontScale="92500"/>
          </a:bodyPr>
          <a:lstStyle/>
          <a:p>
            <a:r>
              <a:rPr lang="en-US" dirty="0"/>
              <a:t>Chapter 16 – Therapy and Treatment</a:t>
            </a:r>
          </a:p>
        </p:txBody>
      </p:sp>
      <p:sp>
        <p:nvSpPr>
          <p:cNvPr id="4" name="Slide Number Placeholder 3">
            <a:extLst>
              <a:ext uri="{FF2B5EF4-FFF2-40B4-BE49-F238E27FC236}">
                <a16:creationId xmlns:a16="http://schemas.microsoft.com/office/drawing/2014/main" id="{B2D64CDD-7DEC-B99B-8D9C-8BD6C327FA70}"/>
              </a:ext>
            </a:extLst>
          </p:cNvPr>
          <p:cNvSpPr>
            <a:spLocks noGrp="1"/>
          </p:cNvSpPr>
          <p:nvPr>
            <p:ph type="sldNum" sz="quarter" idx="12"/>
          </p:nvPr>
        </p:nvSpPr>
        <p:spPr/>
        <p:txBody>
          <a:bodyPr/>
          <a:lstStyle/>
          <a:p>
            <a:fld id="{51845F5A-061D-4825-9AE9-D7794091C6CF}" type="slidenum">
              <a:rPr lang="en-US" smtClean="0"/>
              <a:t>32</a:t>
            </a:fld>
            <a:endParaRPr lang="en-US"/>
          </a:p>
        </p:txBody>
      </p:sp>
    </p:spTree>
    <p:extLst>
      <p:ext uri="{BB962C8B-B14F-4D97-AF65-F5344CB8AC3E}">
        <p14:creationId xmlns:p14="http://schemas.microsoft.com/office/powerpoint/2010/main" val="4268346957"/>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517</TotalTime>
  <Words>740</Words>
  <Application>Microsoft Office PowerPoint</Application>
  <PresentationFormat>Widescreen</PresentationFormat>
  <Paragraphs>148</Paragraphs>
  <Slides>32</Slides>
  <Notes>32</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Century Gothic</vt:lpstr>
      <vt:lpstr>Constantia</vt:lpstr>
      <vt:lpstr>BrushVTI</vt:lpstr>
      <vt:lpstr>Psychological Disorders</vt:lpstr>
      <vt:lpstr>Agenda</vt:lpstr>
      <vt:lpstr>What is a psychological disorder?</vt:lpstr>
      <vt:lpstr>Medical Student Disease</vt:lpstr>
      <vt:lpstr>What makes a behavior atypical?</vt:lpstr>
      <vt:lpstr>American Psychiatric Association</vt:lpstr>
      <vt:lpstr>Classification Systems</vt:lpstr>
      <vt:lpstr>Comorbidity – An Important Aspect of Diagnostics </vt:lpstr>
      <vt:lpstr>Perspectives of Psychological Disorders</vt:lpstr>
      <vt:lpstr>Anxiety Disorders</vt:lpstr>
      <vt:lpstr>Obsessive Disorders</vt:lpstr>
      <vt:lpstr>Obsessive-Compulsive Disorder (OCD)</vt:lpstr>
      <vt:lpstr>Body Dysmorphic Disorder</vt:lpstr>
      <vt:lpstr>Hoarding Disorder</vt:lpstr>
      <vt:lpstr>Stress and Mood Disorders</vt:lpstr>
      <vt:lpstr>Posttraumatic Stress Disorder (PTSD)</vt:lpstr>
      <vt:lpstr>Depression</vt:lpstr>
      <vt:lpstr>Suicide</vt:lpstr>
      <vt:lpstr>Bipolar Disorder</vt:lpstr>
      <vt:lpstr>Schizophrenia</vt:lpstr>
      <vt:lpstr>Dissociative Disorders</vt:lpstr>
      <vt:lpstr>Disorders in Childhood – Neurodevelopmental Disorders </vt:lpstr>
      <vt:lpstr>Attention Deficit/ Hyperactivity Disorder</vt:lpstr>
      <vt:lpstr>Autism Spectrum Disorder (ASD)</vt:lpstr>
      <vt:lpstr>Vaccines and ASD</vt:lpstr>
      <vt:lpstr>Personality Disorders </vt:lpstr>
      <vt:lpstr>Personality Disorder Clusters</vt:lpstr>
      <vt:lpstr>Antisocial Personality Disorder</vt:lpstr>
      <vt:lpstr>(Some) Categories of Disorder</vt:lpstr>
      <vt:lpstr>(Some) Categories of Disorder</vt:lpstr>
      <vt:lpstr>Class Activity: Questions for Step 2</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14</cp:revision>
  <dcterms:created xsi:type="dcterms:W3CDTF">2025-11-11T11:11:12Z</dcterms:created>
  <dcterms:modified xsi:type="dcterms:W3CDTF">2026-04-09T15:57:33Z</dcterms:modified>
</cp:coreProperties>
</file>