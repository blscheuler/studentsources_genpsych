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26"/>
  </p:notesMasterIdLst>
  <p:handoutMasterIdLst>
    <p:handoutMasterId r:id="rId27"/>
  </p:handoutMasterIdLst>
  <p:sldIdLst>
    <p:sldId id="338" r:id="rId5"/>
    <p:sldId id="339" r:id="rId6"/>
    <p:sldId id="257" r:id="rId7"/>
    <p:sldId id="365" r:id="rId8"/>
    <p:sldId id="367" r:id="rId9"/>
    <p:sldId id="366" r:id="rId10"/>
    <p:sldId id="368" r:id="rId11"/>
    <p:sldId id="259" r:id="rId12"/>
    <p:sldId id="369" r:id="rId13"/>
    <p:sldId id="265" r:id="rId14"/>
    <p:sldId id="370" r:id="rId15"/>
    <p:sldId id="266" r:id="rId16"/>
    <p:sldId id="371" r:id="rId17"/>
    <p:sldId id="267" r:id="rId18"/>
    <p:sldId id="269" r:id="rId19"/>
    <p:sldId id="268" r:id="rId20"/>
    <p:sldId id="270" r:id="rId21"/>
    <p:sldId id="271" r:id="rId22"/>
    <p:sldId id="372" r:id="rId23"/>
    <p:sldId id="272" r:id="rId24"/>
    <p:sldId id="344"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85135"/>
    <a:srgbClr val="BDA07D"/>
    <a:srgbClr val="F5F9F9"/>
    <a:srgbClr val="627272"/>
    <a:srgbClr val="93A5A8"/>
    <a:srgbClr val="3E7090"/>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17292A2E-F333-43FB-9621-5CBBE7FDCDCB}">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994" autoAdjust="0"/>
    <p:restoredTop sz="85903" autoAdjust="0"/>
  </p:normalViewPr>
  <p:slideViewPr>
    <p:cSldViewPr snapToGrid="0">
      <p:cViewPr varScale="1">
        <p:scale>
          <a:sx n="93" d="100"/>
          <a:sy n="93" d="100"/>
        </p:scale>
        <p:origin x="2682" y="78"/>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notesViewPr>
    <p:cSldViewPr snapToGrid="0">
      <p:cViewPr varScale="1">
        <p:scale>
          <a:sx n="65" d="100"/>
          <a:sy n="65" d="100"/>
        </p:scale>
        <p:origin x="3154" y="43"/>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handoutMaster" Target="handoutMasters/handoutMaster1.xml"/><Relationship Id="rId30" Type="http://schemas.openxmlformats.org/officeDocument/2006/relationships/theme" Target="theme/theme1.xml"/></Relationships>
</file>

<file path=ppt/diagrams/_rels/data2.xml.rels><?xml version="1.0" encoding="UTF-8" standalone="yes"?>
<Relationships xmlns="http://schemas.openxmlformats.org/package/2006/relationships"><Relationship Id="rId1" Type="http://schemas.openxmlformats.org/officeDocument/2006/relationships/image" Target="../media/image21.jpeg"/></Relationships>
</file>

<file path=ppt/diagrams/_rels/data3.xml.rels><?xml version="1.0" encoding="UTF-8" standalone="yes"?>
<Relationships xmlns="http://schemas.openxmlformats.org/package/2006/relationships"><Relationship Id="rId8" Type="http://schemas.openxmlformats.org/officeDocument/2006/relationships/image" Target="../media/image30.svg"/><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image" Target="../media/image24.svg"/><Relationship Id="rId1" Type="http://schemas.openxmlformats.org/officeDocument/2006/relationships/image" Target="../media/image23.png"/><Relationship Id="rId6" Type="http://schemas.openxmlformats.org/officeDocument/2006/relationships/image" Target="../media/image28.svg"/><Relationship Id="rId5" Type="http://schemas.openxmlformats.org/officeDocument/2006/relationships/image" Target="../media/image27.png"/><Relationship Id="rId4" Type="http://schemas.openxmlformats.org/officeDocument/2006/relationships/image" Target="../media/image26.svg"/></Relationships>
</file>

<file path=ppt/diagrams/_rels/drawing2.xml.rels><?xml version="1.0" encoding="UTF-8" standalone="yes"?>
<Relationships xmlns="http://schemas.openxmlformats.org/package/2006/relationships"><Relationship Id="rId1" Type="http://schemas.openxmlformats.org/officeDocument/2006/relationships/image" Target="../media/image21.jpeg"/></Relationships>
</file>

<file path=ppt/diagrams/_rels/drawing3.xml.rels><?xml version="1.0" encoding="UTF-8" standalone="yes"?>
<Relationships xmlns="http://schemas.openxmlformats.org/package/2006/relationships"><Relationship Id="rId8" Type="http://schemas.openxmlformats.org/officeDocument/2006/relationships/image" Target="../media/image30.svg"/><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image" Target="../media/image24.svg"/><Relationship Id="rId1" Type="http://schemas.openxmlformats.org/officeDocument/2006/relationships/image" Target="../media/image23.png"/><Relationship Id="rId6" Type="http://schemas.openxmlformats.org/officeDocument/2006/relationships/image" Target="../media/image28.svg"/><Relationship Id="rId5" Type="http://schemas.openxmlformats.org/officeDocument/2006/relationships/image" Target="../media/image27.png"/><Relationship Id="rId4" Type="http://schemas.openxmlformats.org/officeDocument/2006/relationships/image" Target="../media/image26.svg"/></Relationships>
</file>

<file path=ppt/diagrams/colors1.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68A279F-983A-4E4D-B572-3203166271DB}" type="doc">
      <dgm:prSet loTypeId="urn:microsoft.com/office/officeart/2005/8/layout/vList5" loCatId="list" qsTypeId="urn:microsoft.com/office/officeart/2005/8/quickstyle/simple4" qsCatId="simple" csTypeId="urn:microsoft.com/office/officeart/2005/8/colors/accent3_2" csCatId="accent3" phldr="1"/>
      <dgm:spPr/>
      <dgm:t>
        <a:bodyPr/>
        <a:lstStyle/>
        <a:p>
          <a:endParaRPr lang="en-US"/>
        </a:p>
      </dgm:t>
    </dgm:pt>
    <dgm:pt modelId="{07657154-BF1C-41DA-8E47-AA1DDF75C04C}">
      <dgm:prSet/>
      <dgm:spPr/>
      <dgm:t>
        <a:bodyPr/>
        <a:lstStyle/>
        <a:p>
          <a:r>
            <a:rPr lang="en-US"/>
            <a:t>Industrial psychology</a:t>
          </a:r>
        </a:p>
      </dgm:t>
    </dgm:pt>
    <dgm:pt modelId="{53579E2B-2B1C-48BB-BDBB-24C8E9845911}" type="parTrans" cxnId="{78F44CFC-401A-4510-BAAB-5C1F73E81009}">
      <dgm:prSet/>
      <dgm:spPr/>
      <dgm:t>
        <a:bodyPr/>
        <a:lstStyle/>
        <a:p>
          <a:endParaRPr lang="en-US"/>
        </a:p>
      </dgm:t>
    </dgm:pt>
    <dgm:pt modelId="{AA8C506B-9379-44F4-96F8-6C5CC517AECC}" type="sibTrans" cxnId="{78F44CFC-401A-4510-BAAB-5C1F73E81009}">
      <dgm:prSet/>
      <dgm:spPr/>
      <dgm:t>
        <a:bodyPr/>
        <a:lstStyle/>
        <a:p>
          <a:endParaRPr lang="en-US"/>
        </a:p>
      </dgm:t>
    </dgm:pt>
    <dgm:pt modelId="{02BD46AB-7288-4DC1-9715-252EF0549154}">
      <dgm:prSet/>
      <dgm:spPr/>
      <dgm:t>
        <a:bodyPr/>
        <a:lstStyle/>
        <a:p>
          <a:r>
            <a:rPr lang="en-US"/>
            <a:t>Hiring and training for a job</a:t>
          </a:r>
        </a:p>
      </dgm:t>
    </dgm:pt>
    <dgm:pt modelId="{E5A1A37A-830B-4FC6-A851-AA1169E3EEE3}" type="parTrans" cxnId="{446A2E15-3C8A-4A8F-8C98-7A0EBD1D1E1C}">
      <dgm:prSet/>
      <dgm:spPr/>
      <dgm:t>
        <a:bodyPr/>
        <a:lstStyle/>
        <a:p>
          <a:endParaRPr lang="en-US"/>
        </a:p>
      </dgm:t>
    </dgm:pt>
    <dgm:pt modelId="{B3CB2DBE-078C-4FC6-A44D-C7D04A909B05}" type="sibTrans" cxnId="{446A2E15-3C8A-4A8F-8C98-7A0EBD1D1E1C}">
      <dgm:prSet/>
      <dgm:spPr/>
      <dgm:t>
        <a:bodyPr/>
        <a:lstStyle/>
        <a:p>
          <a:endParaRPr lang="en-US"/>
        </a:p>
      </dgm:t>
    </dgm:pt>
    <dgm:pt modelId="{CC33A4CC-4D13-4F13-B422-D4CFAA85A7F1}">
      <dgm:prSet/>
      <dgm:spPr/>
      <dgm:t>
        <a:bodyPr/>
        <a:lstStyle/>
        <a:p>
          <a:r>
            <a:rPr lang="en-US"/>
            <a:t>Organizational psychology</a:t>
          </a:r>
        </a:p>
      </dgm:t>
    </dgm:pt>
    <dgm:pt modelId="{0AC44694-6609-45EC-9E87-9663075514AE}" type="parTrans" cxnId="{9C54A9C6-375A-4813-9AE6-B6BBFFFBA00C}">
      <dgm:prSet/>
      <dgm:spPr/>
      <dgm:t>
        <a:bodyPr/>
        <a:lstStyle/>
        <a:p>
          <a:endParaRPr lang="en-US"/>
        </a:p>
      </dgm:t>
    </dgm:pt>
    <dgm:pt modelId="{E4822971-AA54-479C-A72B-B9CFC19DFC94}" type="sibTrans" cxnId="{9C54A9C6-375A-4813-9AE6-B6BBFFFBA00C}">
      <dgm:prSet/>
      <dgm:spPr/>
      <dgm:t>
        <a:bodyPr/>
        <a:lstStyle/>
        <a:p>
          <a:endParaRPr lang="en-US"/>
        </a:p>
      </dgm:t>
    </dgm:pt>
    <dgm:pt modelId="{2E111980-1374-4459-852A-EA9FA4E0EB6D}">
      <dgm:prSet/>
      <dgm:spPr/>
      <dgm:t>
        <a:bodyPr/>
        <a:lstStyle/>
        <a:p>
          <a:r>
            <a:rPr lang="en-US"/>
            <a:t>Social climate of the workplace</a:t>
          </a:r>
        </a:p>
      </dgm:t>
    </dgm:pt>
    <dgm:pt modelId="{ADC38133-41DD-4AFF-94A4-EE8ABBE72857}" type="parTrans" cxnId="{10FC1AD0-2364-4758-8055-6019879CE138}">
      <dgm:prSet/>
      <dgm:spPr/>
      <dgm:t>
        <a:bodyPr/>
        <a:lstStyle/>
        <a:p>
          <a:endParaRPr lang="en-US"/>
        </a:p>
      </dgm:t>
    </dgm:pt>
    <dgm:pt modelId="{2887F8F1-4550-4E9C-A28F-496326391AB5}" type="sibTrans" cxnId="{10FC1AD0-2364-4758-8055-6019879CE138}">
      <dgm:prSet/>
      <dgm:spPr/>
      <dgm:t>
        <a:bodyPr/>
        <a:lstStyle/>
        <a:p>
          <a:endParaRPr lang="en-US"/>
        </a:p>
      </dgm:t>
    </dgm:pt>
    <dgm:pt modelId="{E2571C50-A7C9-46DC-B761-0A3F9F9D2F6A}">
      <dgm:prSet/>
      <dgm:spPr/>
      <dgm:t>
        <a:bodyPr/>
        <a:lstStyle/>
        <a:p>
          <a:r>
            <a:rPr lang="en-US"/>
            <a:t>Human factors psychology</a:t>
          </a:r>
        </a:p>
      </dgm:t>
    </dgm:pt>
    <dgm:pt modelId="{1952D59B-34EB-4BD3-BB29-5AEF4127E75E}" type="parTrans" cxnId="{7C9C0C6A-64BF-40FF-ADB7-C688F49634F8}">
      <dgm:prSet/>
      <dgm:spPr/>
      <dgm:t>
        <a:bodyPr/>
        <a:lstStyle/>
        <a:p>
          <a:endParaRPr lang="en-US"/>
        </a:p>
      </dgm:t>
    </dgm:pt>
    <dgm:pt modelId="{375D3D48-8361-44A7-9211-B7510085CB9C}" type="sibTrans" cxnId="{7C9C0C6A-64BF-40FF-ADB7-C688F49634F8}">
      <dgm:prSet/>
      <dgm:spPr/>
      <dgm:t>
        <a:bodyPr/>
        <a:lstStyle/>
        <a:p>
          <a:endParaRPr lang="en-US"/>
        </a:p>
      </dgm:t>
    </dgm:pt>
    <dgm:pt modelId="{51D3C513-EEA5-4298-B71D-3968FEA50BBC}">
      <dgm:prSet/>
      <dgm:spPr/>
      <dgm:t>
        <a:bodyPr/>
        <a:lstStyle/>
        <a:p>
          <a:r>
            <a:rPr lang="en-US" dirty="0"/>
            <a:t>Optimizing tools/systems for use in the workplace</a:t>
          </a:r>
        </a:p>
      </dgm:t>
    </dgm:pt>
    <dgm:pt modelId="{5327DA58-3E91-41BB-8CD4-F69002CD9AE8}" type="parTrans" cxnId="{31AD856B-137E-46EF-A99B-2772B01E4036}">
      <dgm:prSet/>
      <dgm:spPr/>
      <dgm:t>
        <a:bodyPr/>
        <a:lstStyle/>
        <a:p>
          <a:endParaRPr lang="en-US"/>
        </a:p>
      </dgm:t>
    </dgm:pt>
    <dgm:pt modelId="{B69A1554-3951-4D29-BA62-3A286A869FBB}" type="sibTrans" cxnId="{31AD856B-137E-46EF-A99B-2772B01E4036}">
      <dgm:prSet/>
      <dgm:spPr/>
      <dgm:t>
        <a:bodyPr/>
        <a:lstStyle/>
        <a:p>
          <a:endParaRPr lang="en-US"/>
        </a:p>
      </dgm:t>
    </dgm:pt>
    <dgm:pt modelId="{5428C264-FD89-4472-98EE-C35633DEDF83}" type="pres">
      <dgm:prSet presAssocID="{D68A279F-983A-4E4D-B572-3203166271DB}" presName="Name0" presStyleCnt="0">
        <dgm:presLayoutVars>
          <dgm:dir/>
          <dgm:animLvl val="lvl"/>
          <dgm:resizeHandles val="exact"/>
        </dgm:presLayoutVars>
      </dgm:prSet>
      <dgm:spPr/>
    </dgm:pt>
    <dgm:pt modelId="{4A07973B-AF9D-4791-AE46-7188687206D2}" type="pres">
      <dgm:prSet presAssocID="{07657154-BF1C-41DA-8E47-AA1DDF75C04C}" presName="linNode" presStyleCnt="0"/>
      <dgm:spPr/>
    </dgm:pt>
    <dgm:pt modelId="{6531DEC3-54C2-4DB1-8145-0D40B9AD3C32}" type="pres">
      <dgm:prSet presAssocID="{07657154-BF1C-41DA-8E47-AA1DDF75C04C}" presName="parentText" presStyleLbl="node1" presStyleIdx="0" presStyleCnt="3">
        <dgm:presLayoutVars>
          <dgm:chMax val="1"/>
          <dgm:bulletEnabled val="1"/>
        </dgm:presLayoutVars>
      </dgm:prSet>
      <dgm:spPr/>
    </dgm:pt>
    <dgm:pt modelId="{BC042615-CA99-4A89-A72B-A6E394A97F3F}" type="pres">
      <dgm:prSet presAssocID="{07657154-BF1C-41DA-8E47-AA1DDF75C04C}" presName="descendantText" presStyleLbl="alignAccFollowNode1" presStyleIdx="0" presStyleCnt="3">
        <dgm:presLayoutVars>
          <dgm:bulletEnabled val="1"/>
        </dgm:presLayoutVars>
      </dgm:prSet>
      <dgm:spPr/>
    </dgm:pt>
    <dgm:pt modelId="{BF5B2200-B481-4950-8C6E-BD9A330DA7CE}" type="pres">
      <dgm:prSet presAssocID="{AA8C506B-9379-44F4-96F8-6C5CC517AECC}" presName="sp" presStyleCnt="0"/>
      <dgm:spPr/>
    </dgm:pt>
    <dgm:pt modelId="{98D087BD-1DF2-44D2-9627-8C4E6C5F055C}" type="pres">
      <dgm:prSet presAssocID="{CC33A4CC-4D13-4F13-B422-D4CFAA85A7F1}" presName="linNode" presStyleCnt="0"/>
      <dgm:spPr/>
    </dgm:pt>
    <dgm:pt modelId="{D069A2DB-0965-4F7D-9A08-28FCCB3DD95F}" type="pres">
      <dgm:prSet presAssocID="{CC33A4CC-4D13-4F13-B422-D4CFAA85A7F1}" presName="parentText" presStyleLbl="node1" presStyleIdx="1" presStyleCnt="3">
        <dgm:presLayoutVars>
          <dgm:chMax val="1"/>
          <dgm:bulletEnabled val="1"/>
        </dgm:presLayoutVars>
      </dgm:prSet>
      <dgm:spPr/>
    </dgm:pt>
    <dgm:pt modelId="{293AF239-B5FE-4C33-9978-83C1E5388C25}" type="pres">
      <dgm:prSet presAssocID="{CC33A4CC-4D13-4F13-B422-D4CFAA85A7F1}" presName="descendantText" presStyleLbl="alignAccFollowNode1" presStyleIdx="1" presStyleCnt="3">
        <dgm:presLayoutVars>
          <dgm:bulletEnabled val="1"/>
        </dgm:presLayoutVars>
      </dgm:prSet>
      <dgm:spPr/>
    </dgm:pt>
    <dgm:pt modelId="{04E304DE-BCE6-4728-AD9C-3B68B7A68387}" type="pres">
      <dgm:prSet presAssocID="{E4822971-AA54-479C-A72B-B9CFC19DFC94}" presName="sp" presStyleCnt="0"/>
      <dgm:spPr/>
    </dgm:pt>
    <dgm:pt modelId="{72AD2350-A8E9-445A-9C91-DBD0C5825879}" type="pres">
      <dgm:prSet presAssocID="{E2571C50-A7C9-46DC-B761-0A3F9F9D2F6A}" presName="linNode" presStyleCnt="0"/>
      <dgm:spPr/>
    </dgm:pt>
    <dgm:pt modelId="{4FC54425-E543-49AC-83AE-47979A72A6C5}" type="pres">
      <dgm:prSet presAssocID="{E2571C50-A7C9-46DC-B761-0A3F9F9D2F6A}" presName="parentText" presStyleLbl="node1" presStyleIdx="2" presStyleCnt="3">
        <dgm:presLayoutVars>
          <dgm:chMax val="1"/>
          <dgm:bulletEnabled val="1"/>
        </dgm:presLayoutVars>
      </dgm:prSet>
      <dgm:spPr/>
    </dgm:pt>
    <dgm:pt modelId="{E0AAFDB6-05DF-4D14-A64C-8A1A8D318C37}" type="pres">
      <dgm:prSet presAssocID="{E2571C50-A7C9-46DC-B761-0A3F9F9D2F6A}" presName="descendantText" presStyleLbl="alignAccFollowNode1" presStyleIdx="2" presStyleCnt="3">
        <dgm:presLayoutVars>
          <dgm:bulletEnabled val="1"/>
        </dgm:presLayoutVars>
      </dgm:prSet>
      <dgm:spPr/>
    </dgm:pt>
  </dgm:ptLst>
  <dgm:cxnLst>
    <dgm:cxn modelId="{446A2E15-3C8A-4A8F-8C98-7A0EBD1D1E1C}" srcId="{07657154-BF1C-41DA-8E47-AA1DDF75C04C}" destId="{02BD46AB-7288-4DC1-9715-252EF0549154}" srcOrd="0" destOrd="0" parTransId="{E5A1A37A-830B-4FC6-A851-AA1169E3EEE3}" sibTransId="{B3CB2DBE-078C-4FC6-A44D-C7D04A909B05}"/>
    <dgm:cxn modelId="{C1C94115-6790-45C2-B437-04AF45E06AFA}" type="presOf" srcId="{51D3C513-EEA5-4298-B71D-3968FEA50BBC}" destId="{E0AAFDB6-05DF-4D14-A64C-8A1A8D318C37}" srcOrd="0" destOrd="0" presId="urn:microsoft.com/office/officeart/2005/8/layout/vList5"/>
    <dgm:cxn modelId="{12A2A019-31FD-415F-ACDC-35BB2141B1D5}" type="presOf" srcId="{D68A279F-983A-4E4D-B572-3203166271DB}" destId="{5428C264-FD89-4472-98EE-C35633DEDF83}" srcOrd="0" destOrd="0" presId="urn:microsoft.com/office/officeart/2005/8/layout/vList5"/>
    <dgm:cxn modelId="{75A0E92E-78BF-499A-89F1-6E79ACD3E2D3}" type="presOf" srcId="{07657154-BF1C-41DA-8E47-AA1DDF75C04C}" destId="{6531DEC3-54C2-4DB1-8145-0D40B9AD3C32}" srcOrd="0" destOrd="0" presId="urn:microsoft.com/office/officeart/2005/8/layout/vList5"/>
    <dgm:cxn modelId="{84A0D443-D3E5-49B9-A6B9-C7112B60F938}" type="presOf" srcId="{2E111980-1374-4459-852A-EA9FA4E0EB6D}" destId="{293AF239-B5FE-4C33-9978-83C1E5388C25}" srcOrd="0" destOrd="0" presId="urn:microsoft.com/office/officeart/2005/8/layout/vList5"/>
    <dgm:cxn modelId="{7C9C0C6A-64BF-40FF-ADB7-C688F49634F8}" srcId="{D68A279F-983A-4E4D-B572-3203166271DB}" destId="{E2571C50-A7C9-46DC-B761-0A3F9F9D2F6A}" srcOrd="2" destOrd="0" parTransId="{1952D59B-34EB-4BD3-BB29-5AEF4127E75E}" sibTransId="{375D3D48-8361-44A7-9211-B7510085CB9C}"/>
    <dgm:cxn modelId="{31AD856B-137E-46EF-A99B-2772B01E4036}" srcId="{E2571C50-A7C9-46DC-B761-0A3F9F9D2F6A}" destId="{51D3C513-EEA5-4298-B71D-3968FEA50BBC}" srcOrd="0" destOrd="0" parTransId="{5327DA58-3E91-41BB-8CD4-F69002CD9AE8}" sibTransId="{B69A1554-3951-4D29-BA62-3A286A869FBB}"/>
    <dgm:cxn modelId="{1C4280B8-38B4-41BA-9DD8-E2AD0AB58888}" type="presOf" srcId="{CC33A4CC-4D13-4F13-B422-D4CFAA85A7F1}" destId="{D069A2DB-0965-4F7D-9A08-28FCCB3DD95F}" srcOrd="0" destOrd="0" presId="urn:microsoft.com/office/officeart/2005/8/layout/vList5"/>
    <dgm:cxn modelId="{9C54A9C6-375A-4813-9AE6-B6BBFFFBA00C}" srcId="{D68A279F-983A-4E4D-B572-3203166271DB}" destId="{CC33A4CC-4D13-4F13-B422-D4CFAA85A7F1}" srcOrd="1" destOrd="0" parTransId="{0AC44694-6609-45EC-9E87-9663075514AE}" sibTransId="{E4822971-AA54-479C-A72B-B9CFC19DFC94}"/>
    <dgm:cxn modelId="{10FC1AD0-2364-4758-8055-6019879CE138}" srcId="{CC33A4CC-4D13-4F13-B422-D4CFAA85A7F1}" destId="{2E111980-1374-4459-852A-EA9FA4E0EB6D}" srcOrd="0" destOrd="0" parTransId="{ADC38133-41DD-4AFF-94A4-EE8ABBE72857}" sibTransId="{2887F8F1-4550-4E9C-A28F-496326391AB5}"/>
    <dgm:cxn modelId="{23AB8DD5-7AA3-4968-9218-5537F2A8653C}" type="presOf" srcId="{E2571C50-A7C9-46DC-B761-0A3F9F9D2F6A}" destId="{4FC54425-E543-49AC-83AE-47979A72A6C5}" srcOrd="0" destOrd="0" presId="urn:microsoft.com/office/officeart/2005/8/layout/vList5"/>
    <dgm:cxn modelId="{B0E34FF8-0485-4B0F-85F9-943E61F74D29}" type="presOf" srcId="{02BD46AB-7288-4DC1-9715-252EF0549154}" destId="{BC042615-CA99-4A89-A72B-A6E394A97F3F}" srcOrd="0" destOrd="0" presId="urn:microsoft.com/office/officeart/2005/8/layout/vList5"/>
    <dgm:cxn modelId="{78F44CFC-401A-4510-BAAB-5C1F73E81009}" srcId="{D68A279F-983A-4E4D-B572-3203166271DB}" destId="{07657154-BF1C-41DA-8E47-AA1DDF75C04C}" srcOrd="0" destOrd="0" parTransId="{53579E2B-2B1C-48BB-BDBB-24C8E9845911}" sibTransId="{AA8C506B-9379-44F4-96F8-6C5CC517AECC}"/>
    <dgm:cxn modelId="{EC16F4C2-BBA2-4261-9B96-2079CD1FC388}" type="presParOf" srcId="{5428C264-FD89-4472-98EE-C35633DEDF83}" destId="{4A07973B-AF9D-4791-AE46-7188687206D2}" srcOrd="0" destOrd="0" presId="urn:microsoft.com/office/officeart/2005/8/layout/vList5"/>
    <dgm:cxn modelId="{6A1233C9-6B61-4F20-A5E4-6F34B1C64640}" type="presParOf" srcId="{4A07973B-AF9D-4791-AE46-7188687206D2}" destId="{6531DEC3-54C2-4DB1-8145-0D40B9AD3C32}" srcOrd="0" destOrd="0" presId="urn:microsoft.com/office/officeart/2005/8/layout/vList5"/>
    <dgm:cxn modelId="{EC66048B-F9CA-4568-85D0-A19F9D5A338E}" type="presParOf" srcId="{4A07973B-AF9D-4791-AE46-7188687206D2}" destId="{BC042615-CA99-4A89-A72B-A6E394A97F3F}" srcOrd="1" destOrd="0" presId="urn:microsoft.com/office/officeart/2005/8/layout/vList5"/>
    <dgm:cxn modelId="{F2DE6EA7-6363-4A1A-8DEA-E9F5E18E6FB7}" type="presParOf" srcId="{5428C264-FD89-4472-98EE-C35633DEDF83}" destId="{BF5B2200-B481-4950-8C6E-BD9A330DA7CE}" srcOrd="1" destOrd="0" presId="urn:microsoft.com/office/officeart/2005/8/layout/vList5"/>
    <dgm:cxn modelId="{83C3E579-86C0-49E6-BB3C-1FBF472A9D77}" type="presParOf" srcId="{5428C264-FD89-4472-98EE-C35633DEDF83}" destId="{98D087BD-1DF2-44D2-9627-8C4E6C5F055C}" srcOrd="2" destOrd="0" presId="urn:microsoft.com/office/officeart/2005/8/layout/vList5"/>
    <dgm:cxn modelId="{58B83551-8C11-4036-83A3-F31EA5914559}" type="presParOf" srcId="{98D087BD-1DF2-44D2-9627-8C4E6C5F055C}" destId="{D069A2DB-0965-4F7D-9A08-28FCCB3DD95F}" srcOrd="0" destOrd="0" presId="urn:microsoft.com/office/officeart/2005/8/layout/vList5"/>
    <dgm:cxn modelId="{10E350E7-0D5A-4DD8-991F-AC82DDF33E64}" type="presParOf" srcId="{98D087BD-1DF2-44D2-9627-8C4E6C5F055C}" destId="{293AF239-B5FE-4C33-9978-83C1E5388C25}" srcOrd="1" destOrd="0" presId="urn:microsoft.com/office/officeart/2005/8/layout/vList5"/>
    <dgm:cxn modelId="{2B3DEF7A-957B-4E97-BCE7-9CD08041A802}" type="presParOf" srcId="{5428C264-FD89-4472-98EE-C35633DEDF83}" destId="{04E304DE-BCE6-4728-AD9C-3B68B7A68387}" srcOrd="3" destOrd="0" presId="urn:microsoft.com/office/officeart/2005/8/layout/vList5"/>
    <dgm:cxn modelId="{CB98B9DB-B227-416A-9D6E-DC6969F0455F}" type="presParOf" srcId="{5428C264-FD89-4472-98EE-C35633DEDF83}" destId="{72AD2350-A8E9-445A-9C91-DBD0C5825879}" srcOrd="4" destOrd="0" presId="urn:microsoft.com/office/officeart/2005/8/layout/vList5"/>
    <dgm:cxn modelId="{6E788CE1-5E1C-4422-8525-9789D8671966}" type="presParOf" srcId="{72AD2350-A8E9-445A-9C91-DBD0C5825879}" destId="{4FC54425-E543-49AC-83AE-47979A72A6C5}" srcOrd="0" destOrd="0" presId="urn:microsoft.com/office/officeart/2005/8/layout/vList5"/>
    <dgm:cxn modelId="{3F577EFB-1702-4766-86D2-3CDCEA8319C0}" type="presParOf" srcId="{72AD2350-A8E9-445A-9C91-DBD0C5825879}" destId="{E0AAFDB6-05DF-4D14-A64C-8A1A8D318C37}" srcOrd="1" destOrd="0" presId="urn:microsoft.com/office/officeart/2005/8/layout/vList5"/>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6DABDF7-9BE1-432E-9DC1-E563C403E8DD}" type="doc">
      <dgm:prSet loTypeId="urn:microsoft.com/office/officeart/2017/3/layout/DropPinTimeline" loCatId="process" qsTypeId="urn:microsoft.com/office/officeart/2005/8/quickstyle/simple4" qsCatId="simple" csTypeId="urn:microsoft.com/office/officeart/2005/8/colors/colorful1" csCatId="colorful" phldr="1"/>
      <dgm:spPr/>
      <dgm:t>
        <a:bodyPr/>
        <a:lstStyle/>
        <a:p>
          <a:endParaRPr lang="en-US"/>
        </a:p>
      </dgm:t>
    </dgm:pt>
    <dgm:pt modelId="{6ADC3400-FDA4-493C-980E-D3E8DCB7B092}">
      <dgm:prSet/>
      <dgm:spPr/>
      <dgm:t>
        <a:bodyPr/>
        <a:lstStyle/>
        <a:p>
          <a:pPr>
            <a:defRPr b="1"/>
          </a:pPr>
          <a:r>
            <a:rPr lang="en-US"/>
            <a:t>1903</a:t>
          </a:r>
        </a:p>
      </dgm:t>
    </dgm:pt>
    <dgm:pt modelId="{C2DC7F23-70C5-4CC6-8FC4-63A1BAE4A129}" type="parTrans" cxnId="{02C13DA2-F932-40FA-BB84-A15F830AA2EE}">
      <dgm:prSet/>
      <dgm:spPr/>
      <dgm:t>
        <a:bodyPr/>
        <a:lstStyle/>
        <a:p>
          <a:endParaRPr lang="en-US"/>
        </a:p>
      </dgm:t>
    </dgm:pt>
    <dgm:pt modelId="{7F7D15AC-AF2F-42E5-A581-142B66316E0B}" type="sibTrans" cxnId="{02C13DA2-F932-40FA-BB84-A15F830AA2EE}">
      <dgm:prSet/>
      <dgm:spPr/>
      <dgm:t>
        <a:bodyPr/>
        <a:lstStyle/>
        <a:p>
          <a:endParaRPr lang="en-US"/>
        </a:p>
      </dgm:t>
    </dgm:pt>
    <dgm:pt modelId="{18CC6758-94FC-43C3-B616-605C84F1AC6F}">
      <dgm:prSet/>
      <dgm:spPr/>
      <dgm:t>
        <a:bodyPr/>
        <a:lstStyle/>
        <a:p>
          <a:r>
            <a:rPr lang="en-US"/>
            <a:t>Walter Dill Scott published The Theory of Advertising and Psychology of Advertising</a:t>
          </a:r>
        </a:p>
      </dgm:t>
    </dgm:pt>
    <dgm:pt modelId="{ADC6BA06-6232-4B24-8190-61044A1F9329}" type="parTrans" cxnId="{9A5A0044-3701-47CE-A55B-3B20E7B1D43A}">
      <dgm:prSet/>
      <dgm:spPr/>
      <dgm:t>
        <a:bodyPr/>
        <a:lstStyle/>
        <a:p>
          <a:endParaRPr lang="en-US"/>
        </a:p>
      </dgm:t>
    </dgm:pt>
    <dgm:pt modelId="{D8FF456E-0FCD-4D60-8E91-A8E0ACE71403}" type="sibTrans" cxnId="{9A5A0044-3701-47CE-A55B-3B20E7B1D43A}">
      <dgm:prSet/>
      <dgm:spPr/>
      <dgm:t>
        <a:bodyPr/>
        <a:lstStyle/>
        <a:p>
          <a:endParaRPr lang="en-US"/>
        </a:p>
      </dgm:t>
    </dgm:pt>
    <dgm:pt modelId="{974DC560-227B-4902-8122-0BF15E0D538F}">
      <dgm:prSet/>
      <dgm:spPr/>
      <dgm:t>
        <a:bodyPr/>
        <a:lstStyle/>
        <a:p>
          <a:pPr>
            <a:defRPr b="1"/>
          </a:pPr>
          <a:r>
            <a:rPr lang="en-US"/>
            <a:t>1911</a:t>
          </a:r>
        </a:p>
      </dgm:t>
    </dgm:pt>
    <dgm:pt modelId="{97878B7B-A0E7-4E67-8A9A-F47FBFC85CFA}" type="parTrans" cxnId="{A294F0E2-508D-48CC-8488-9F57790D17DF}">
      <dgm:prSet/>
      <dgm:spPr/>
      <dgm:t>
        <a:bodyPr/>
        <a:lstStyle/>
        <a:p>
          <a:endParaRPr lang="en-US"/>
        </a:p>
      </dgm:t>
    </dgm:pt>
    <dgm:pt modelId="{E29510DB-EAF4-4CAC-BCE9-79D9E22848F5}" type="sibTrans" cxnId="{A294F0E2-508D-48CC-8488-9F57790D17DF}">
      <dgm:prSet/>
      <dgm:spPr/>
      <dgm:t>
        <a:bodyPr/>
        <a:lstStyle/>
        <a:p>
          <a:endParaRPr lang="en-US"/>
        </a:p>
      </dgm:t>
    </dgm:pt>
    <dgm:pt modelId="{A5F8DD07-5D88-47D3-8426-A02A2BC2B98A}">
      <dgm:prSet/>
      <dgm:spPr/>
      <dgm:t>
        <a:bodyPr/>
        <a:lstStyle/>
        <a:p>
          <a:r>
            <a:rPr lang="en-US"/>
            <a:t>Scott published Influencing Men in Business and Increasing Human Efficiency in Business</a:t>
          </a:r>
        </a:p>
      </dgm:t>
    </dgm:pt>
    <dgm:pt modelId="{94F0CF6D-39D3-48B0-9517-0F0B5D64F055}" type="parTrans" cxnId="{3C4651BC-F2F0-48AA-8DC7-5D3867353476}">
      <dgm:prSet/>
      <dgm:spPr/>
      <dgm:t>
        <a:bodyPr/>
        <a:lstStyle/>
        <a:p>
          <a:endParaRPr lang="en-US"/>
        </a:p>
      </dgm:t>
    </dgm:pt>
    <dgm:pt modelId="{3330B721-FA16-4373-82EF-B366BF9C76D7}" type="sibTrans" cxnId="{3C4651BC-F2F0-48AA-8DC7-5D3867353476}">
      <dgm:prSet/>
      <dgm:spPr/>
      <dgm:t>
        <a:bodyPr/>
        <a:lstStyle/>
        <a:p>
          <a:endParaRPr lang="en-US"/>
        </a:p>
      </dgm:t>
    </dgm:pt>
    <dgm:pt modelId="{8BBE0764-49E4-4BA0-9C09-198479BFBA16}">
      <dgm:prSet/>
      <dgm:spPr/>
      <dgm:t>
        <a:bodyPr/>
        <a:lstStyle/>
        <a:p>
          <a:pPr>
            <a:defRPr b="1"/>
          </a:pPr>
          <a:r>
            <a:rPr lang="en-US" dirty="0"/>
            <a:t>1911</a:t>
          </a:r>
        </a:p>
      </dgm:t>
    </dgm:pt>
    <dgm:pt modelId="{4F31249D-BC7D-46D5-8417-30A5793E6925}" type="parTrans" cxnId="{13E8EE03-BC65-459B-969E-9F668DEC0A84}">
      <dgm:prSet/>
      <dgm:spPr/>
      <dgm:t>
        <a:bodyPr/>
        <a:lstStyle/>
        <a:p>
          <a:endParaRPr lang="en-US"/>
        </a:p>
      </dgm:t>
    </dgm:pt>
    <dgm:pt modelId="{42CD424A-9215-4D47-8BEB-B2D255615F6E}" type="sibTrans" cxnId="{13E8EE03-BC65-459B-969E-9F668DEC0A84}">
      <dgm:prSet/>
      <dgm:spPr/>
      <dgm:t>
        <a:bodyPr/>
        <a:lstStyle/>
        <a:p>
          <a:endParaRPr lang="en-US"/>
        </a:p>
      </dgm:t>
    </dgm:pt>
    <dgm:pt modelId="{10A72771-99C2-4CB8-9A03-58AC2D151AC2}">
      <dgm:prSet/>
      <dgm:spPr/>
      <dgm:t>
        <a:bodyPr/>
        <a:lstStyle/>
        <a:p>
          <a:r>
            <a:rPr lang="en-US"/>
            <a:t>Hugo Münsterberg published Psychology and Industrial Efficiency</a:t>
          </a:r>
        </a:p>
      </dgm:t>
    </dgm:pt>
    <dgm:pt modelId="{C730DEA1-5970-4681-ADC8-12357870809A}" type="parTrans" cxnId="{844EA55F-E0F9-45C1-8007-7B1BB7FC788E}">
      <dgm:prSet/>
      <dgm:spPr/>
      <dgm:t>
        <a:bodyPr/>
        <a:lstStyle/>
        <a:p>
          <a:endParaRPr lang="en-US"/>
        </a:p>
      </dgm:t>
    </dgm:pt>
    <dgm:pt modelId="{7CE6A887-7766-49D8-BEE7-D354DA8EFF20}" type="sibTrans" cxnId="{844EA55F-E0F9-45C1-8007-7B1BB7FC788E}">
      <dgm:prSet/>
      <dgm:spPr/>
      <dgm:t>
        <a:bodyPr/>
        <a:lstStyle/>
        <a:p>
          <a:endParaRPr lang="en-US"/>
        </a:p>
      </dgm:t>
    </dgm:pt>
    <dgm:pt modelId="{A88413C2-203A-4E19-888A-E4498090F878}">
      <dgm:prSet/>
      <dgm:spPr/>
      <dgm:t>
        <a:bodyPr/>
        <a:lstStyle/>
        <a:p>
          <a:pPr>
            <a:defRPr b="1"/>
          </a:pPr>
          <a:r>
            <a:rPr lang="en-US"/>
            <a:t>1916</a:t>
          </a:r>
        </a:p>
      </dgm:t>
    </dgm:pt>
    <dgm:pt modelId="{0158DD88-66EE-4B53-AF5B-EC12138FE2F3}" type="parTrans" cxnId="{07D7D4BC-0855-4B3D-8A35-DDCD140223D1}">
      <dgm:prSet/>
      <dgm:spPr/>
      <dgm:t>
        <a:bodyPr/>
        <a:lstStyle/>
        <a:p>
          <a:endParaRPr lang="en-US"/>
        </a:p>
      </dgm:t>
    </dgm:pt>
    <dgm:pt modelId="{232A89E7-A8DF-4F5F-A1A0-1F9EFE6B4F77}" type="sibTrans" cxnId="{07D7D4BC-0855-4B3D-8A35-DDCD140223D1}">
      <dgm:prSet/>
      <dgm:spPr/>
      <dgm:t>
        <a:bodyPr/>
        <a:lstStyle/>
        <a:p>
          <a:endParaRPr lang="en-US"/>
        </a:p>
      </dgm:t>
    </dgm:pt>
    <dgm:pt modelId="{DAC85EBC-C9F7-4332-81E9-26CD62993C46}">
      <dgm:prSet/>
      <dgm:spPr/>
      <dgm:t>
        <a:bodyPr/>
        <a:lstStyle/>
        <a:p>
          <a:r>
            <a:rPr lang="en-US"/>
            <a:t>Carnegie Institute of Technology hired Scott to help with employee selection</a:t>
          </a:r>
        </a:p>
      </dgm:t>
    </dgm:pt>
    <dgm:pt modelId="{989B246D-D48C-46AB-8F64-A2FABDF903CB}" type="parTrans" cxnId="{C907FF4D-9981-4002-B8CA-295113374F23}">
      <dgm:prSet/>
      <dgm:spPr/>
      <dgm:t>
        <a:bodyPr/>
        <a:lstStyle/>
        <a:p>
          <a:endParaRPr lang="en-US"/>
        </a:p>
      </dgm:t>
    </dgm:pt>
    <dgm:pt modelId="{7AF18E14-6DBD-48FC-9C9B-FD807F66C5AC}" type="sibTrans" cxnId="{C907FF4D-9981-4002-B8CA-295113374F23}">
      <dgm:prSet/>
      <dgm:spPr/>
      <dgm:t>
        <a:bodyPr/>
        <a:lstStyle/>
        <a:p>
          <a:endParaRPr lang="en-US"/>
        </a:p>
      </dgm:t>
    </dgm:pt>
    <dgm:pt modelId="{8948DD11-4A24-4FA7-AB57-60192B373DBD}">
      <dgm:prSet/>
      <dgm:spPr/>
      <dgm:t>
        <a:bodyPr/>
        <a:lstStyle/>
        <a:p>
          <a:pPr>
            <a:defRPr b="1"/>
          </a:pPr>
          <a:r>
            <a:rPr lang="en-US"/>
            <a:t>1917</a:t>
          </a:r>
        </a:p>
      </dgm:t>
    </dgm:pt>
    <dgm:pt modelId="{DFE9F973-DDE7-4B80-9E70-265295C1C781}" type="parTrans" cxnId="{8ECEE336-77FF-4B03-9E6E-22FA5D58AE96}">
      <dgm:prSet/>
      <dgm:spPr/>
      <dgm:t>
        <a:bodyPr/>
        <a:lstStyle/>
        <a:p>
          <a:endParaRPr lang="en-US"/>
        </a:p>
      </dgm:t>
    </dgm:pt>
    <dgm:pt modelId="{ACB20C87-85D4-437C-9BDE-050B5239BC57}" type="sibTrans" cxnId="{8ECEE336-77FF-4B03-9E6E-22FA5D58AE96}">
      <dgm:prSet/>
      <dgm:spPr/>
      <dgm:t>
        <a:bodyPr/>
        <a:lstStyle/>
        <a:p>
          <a:endParaRPr lang="en-US"/>
        </a:p>
      </dgm:t>
    </dgm:pt>
    <dgm:pt modelId="{22960B20-D30C-473E-8AE3-FAFBEC70D10F}">
      <dgm:prSet/>
      <dgm:spPr/>
      <dgm:t>
        <a:bodyPr/>
        <a:lstStyle/>
        <a:p>
          <a:r>
            <a:rPr lang="en-US" dirty="0"/>
            <a:t>Creation of the Army Alpha and Beta tests</a:t>
          </a:r>
        </a:p>
      </dgm:t>
    </dgm:pt>
    <dgm:pt modelId="{3D4B40F4-F383-4639-8800-3DB49AFC91E6}" type="parTrans" cxnId="{546527E0-419F-45B8-8541-1BBDF7016D8C}">
      <dgm:prSet/>
      <dgm:spPr/>
      <dgm:t>
        <a:bodyPr/>
        <a:lstStyle/>
        <a:p>
          <a:endParaRPr lang="en-US"/>
        </a:p>
      </dgm:t>
    </dgm:pt>
    <dgm:pt modelId="{97ECA01A-0277-49DA-8B6C-D8B436ED86D5}" type="sibTrans" cxnId="{546527E0-419F-45B8-8541-1BBDF7016D8C}">
      <dgm:prSet/>
      <dgm:spPr/>
      <dgm:t>
        <a:bodyPr/>
        <a:lstStyle/>
        <a:p>
          <a:endParaRPr lang="en-US"/>
        </a:p>
      </dgm:t>
    </dgm:pt>
    <dgm:pt modelId="{CA0AE642-F498-4982-B7B3-CE4312AFE2B4}">
      <dgm:prSet/>
      <dgm:spPr/>
      <dgm:t>
        <a:bodyPr/>
        <a:lstStyle/>
        <a:p>
          <a:pPr>
            <a:defRPr b="1"/>
          </a:pPr>
          <a:r>
            <a:rPr lang="en-US" dirty="0"/>
            <a:t>1929–1932</a:t>
          </a:r>
        </a:p>
      </dgm:t>
    </dgm:pt>
    <dgm:pt modelId="{8D9974AB-6083-456A-B01A-85A3E44AFD49}" type="parTrans" cxnId="{DADBAC57-0960-4929-8381-3386116B4C90}">
      <dgm:prSet/>
      <dgm:spPr/>
      <dgm:t>
        <a:bodyPr/>
        <a:lstStyle/>
        <a:p>
          <a:endParaRPr lang="en-US"/>
        </a:p>
      </dgm:t>
    </dgm:pt>
    <dgm:pt modelId="{70B17265-C490-4177-8A45-41749D8A7D7D}" type="sibTrans" cxnId="{DADBAC57-0960-4929-8381-3386116B4C90}">
      <dgm:prSet/>
      <dgm:spPr/>
      <dgm:t>
        <a:bodyPr/>
        <a:lstStyle/>
        <a:p>
          <a:endParaRPr lang="en-US"/>
        </a:p>
      </dgm:t>
    </dgm:pt>
    <dgm:pt modelId="{36192D05-EED9-45B8-A0F8-5E10C4FEC02C}">
      <dgm:prSet/>
      <dgm:spPr/>
      <dgm:t>
        <a:bodyPr/>
        <a:lstStyle/>
        <a:p>
          <a:r>
            <a:rPr lang="en-US" dirty="0"/>
            <a:t>Elton Mayo began project on workplace dynamics; led to findings of Hawthorne effect</a:t>
          </a:r>
        </a:p>
      </dgm:t>
    </dgm:pt>
    <dgm:pt modelId="{5B0A2DB3-CE3C-4CA6-88B0-C7158EFE158D}" type="parTrans" cxnId="{8216774A-33E1-467B-B301-020FD666CA95}">
      <dgm:prSet/>
      <dgm:spPr/>
      <dgm:t>
        <a:bodyPr/>
        <a:lstStyle/>
        <a:p>
          <a:endParaRPr lang="en-US"/>
        </a:p>
      </dgm:t>
    </dgm:pt>
    <dgm:pt modelId="{F268477E-F00E-4972-B1CE-0BFF35A0EDD4}" type="sibTrans" cxnId="{8216774A-33E1-467B-B301-020FD666CA95}">
      <dgm:prSet/>
      <dgm:spPr/>
      <dgm:t>
        <a:bodyPr/>
        <a:lstStyle/>
        <a:p>
          <a:endParaRPr lang="en-US"/>
        </a:p>
      </dgm:t>
    </dgm:pt>
    <dgm:pt modelId="{4E965063-A4A8-490D-A4B2-BE3D19961087}">
      <dgm:prSet/>
      <dgm:spPr/>
      <dgm:t>
        <a:bodyPr/>
        <a:lstStyle/>
        <a:p>
          <a:pPr>
            <a:defRPr b="1"/>
          </a:pPr>
          <a:r>
            <a:rPr lang="en-US"/>
            <a:t>1913</a:t>
          </a:r>
          <a:endParaRPr lang="en-US" dirty="0"/>
        </a:p>
      </dgm:t>
    </dgm:pt>
    <dgm:pt modelId="{BAD42E3E-BCDE-4F19-B9A1-80F6A9530629}" type="parTrans" cxnId="{D4E5F777-A92B-47E7-BC79-94BEFB15B85C}">
      <dgm:prSet/>
      <dgm:spPr/>
      <dgm:t>
        <a:bodyPr/>
        <a:lstStyle/>
        <a:p>
          <a:endParaRPr lang="en-US"/>
        </a:p>
      </dgm:t>
    </dgm:pt>
    <dgm:pt modelId="{37DD59AF-F9A4-48C5-A7C1-B24F921571CD}" type="sibTrans" cxnId="{D4E5F777-A92B-47E7-BC79-94BEFB15B85C}">
      <dgm:prSet/>
      <dgm:spPr/>
      <dgm:t>
        <a:bodyPr/>
        <a:lstStyle/>
        <a:p>
          <a:endParaRPr lang="en-US"/>
        </a:p>
      </dgm:t>
    </dgm:pt>
    <dgm:pt modelId="{5436ECF2-38D3-4284-970E-3981A19791F3}">
      <dgm:prSet/>
      <dgm:spPr/>
      <dgm:t>
        <a:bodyPr/>
        <a:lstStyle/>
        <a:p>
          <a:r>
            <a:rPr lang="en-US" dirty="0"/>
            <a:t>Frederick Taylor illustrated people were more efficient when allowed rest</a:t>
          </a:r>
        </a:p>
      </dgm:t>
    </dgm:pt>
    <dgm:pt modelId="{8369E566-93CB-42A4-8E75-0A38045DF172}" type="parTrans" cxnId="{A5E407C0-F618-46AF-B2CE-1CD50B3B662B}">
      <dgm:prSet/>
      <dgm:spPr/>
      <dgm:t>
        <a:bodyPr/>
        <a:lstStyle/>
        <a:p>
          <a:endParaRPr lang="en-US"/>
        </a:p>
      </dgm:t>
    </dgm:pt>
    <dgm:pt modelId="{88E6E99E-31DE-4DB3-BCC2-AFF695D9F506}" type="sibTrans" cxnId="{A5E407C0-F618-46AF-B2CE-1CD50B3B662B}">
      <dgm:prSet/>
      <dgm:spPr/>
      <dgm:t>
        <a:bodyPr/>
        <a:lstStyle/>
        <a:p>
          <a:endParaRPr lang="en-US"/>
        </a:p>
      </dgm:t>
    </dgm:pt>
    <dgm:pt modelId="{D2964188-017F-4689-B399-ABF80B8C311F}" type="pres">
      <dgm:prSet presAssocID="{A6DABDF7-9BE1-432E-9DC1-E563C403E8DD}" presName="root" presStyleCnt="0">
        <dgm:presLayoutVars>
          <dgm:chMax/>
          <dgm:chPref/>
          <dgm:animLvl val="lvl"/>
        </dgm:presLayoutVars>
      </dgm:prSet>
      <dgm:spPr/>
    </dgm:pt>
    <dgm:pt modelId="{2B7296F0-3B1E-41D2-B8B2-0F1361CF8759}" type="pres">
      <dgm:prSet presAssocID="{A6DABDF7-9BE1-432E-9DC1-E563C403E8DD}" presName="divider" presStyleLbl="fgAcc1" presStyleIdx="0" presStyleCnt="8"/>
      <dgm:spPr>
        <a:solidFill>
          <a:schemeClr val="lt1">
            <a:alpha val="90000"/>
            <a:hueOff val="0"/>
            <a:satOff val="0"/>
            <a:lumOff val="0"/>
            <a:alphaOff val="0"/>
          </a:schemeClr>
        </a:solidFill>
        <a:ln w="19050" cap="rnd" cmpd="sng" algn="ctr">
          <a:solidFill>
            <a:schemeClr val="accent2">
              <a:hueOff val="0"/>
              <a:satOff val="0"/>
              <a:lumOff val="0"/>
              <a:alphaOff val="0"/>
            </a:schemeClr>
          </a:solidFill>
          <a:prstDash val="solid"/>
          <a:tailEnd type="triangle" w="lg" len="lg"/>
        </a:ln>
        <a:effectLst/>
      </dgm:spPr>
    </dgm:pt>
    <dgm:pt modelId="{605421EC-8AAD-4CD7-BB62-4C1018449087}" type="pres">
      <dgm:prSet presAssocID="{A6DABDF7-9BE1-432E-9DC1-E563C403E8DD}" presName="nodes" presStyleCnt="0">
        <dgm:presLayoutVars>
          <dgm:chMax/>
          <dgm:chPref/>
          <dgm:animLvl val="lvl"/>
        </dgm:presLayoutVars>
      </dgm:prSet>
      <dgm:spPr/>
    </dgm:pt>
    <dgm:pt modelId="{3052BAA8-67A4-4FAF-86BB-A2A807C73E43}" type="pres">
      <dgm:prSet presAssocID="{6ADC3400-FDA4-493C-980E-D3E8DCB7B092}" presName="composite" presStyleCnt="0"/>
      <dgm:spPr/>
    </dgm:pt>
    <dgm:pt modelId="{DBA15E5A-6F5D-4103-B633-770B8B529016}" type="pres">
      <dgm:prSet presAssocID="{6ADC3400-FDA4-493C-980E-D3E8DCB7B092}" presName="ConnectorPoint" presStyleLbl="lnNode1" presStyleIdx="0" presStyleCnt="7"/>
      <dgm:spPr>
        <a:blipFill rotWithShape="0">
          <a:blip xmlns:r="http://schemas.openxmlformats.org/officeDocument/2006/relationships" r:embed="rId1">
            <a:duotone>
              <a:schemeClr val="accent2">
                <a:hueOff val="0"/>
                <a:satOff val="0"/>
                <a:lumOff val="0"/>
                <a:alphaOff val="0"/>
                <a:shade val="20000"/>
                <a:satMod val="200000"/>
              </a:schemeClr>
              <a:schemeClr val="accent2">
                <a:hueOff val="0"/>
                <a:satOff val="0"/>
                <a:lumOff val="0"/>
                <a:alphaOff val="0"/>
                <a:tint val="12000"/>
                <a:satMod val="190000"/>
              </a:schemeClr>
            </a:duotone>
          </a:blip>
          <a:tile tx="0" ty="0" sx="100000" sy="100000" flip="none" algn="tl"/>
        </a:blipFill>
        <a:ln w="6350" cap="rnd" cmpd="sng" algn="ctr">
          <a:solidFill>
            <a:schemeClr val="lt1">
              <a:hueOff val="0"/>
              <a:satOff val="0"/>
              <a:lumOff val="0"/>
              <a:alphaOff val="0"/>
            </a:schemeClr>
          </a:solidFill>
          <a:prstDash val="solid"/>
        </a:ln>
        <a:effectLst/>
      </dgm:spPr>
    </dgm:pt>
    <dgm:pt modelId="{850DDA08-9684-462E-8423-473E5677215A}" type="pres">
      <dgm:prSet presAssocID="{6ADC3400-FDA4-493C-980E-D3E8DCB7B092}" presName="DropPinPlaceHolder" presStyleCnt="0"/>
      <dgm:spPr/>
    </dgm:pt>
    <dgm:pt modelId="{6310454B-0E44-4BF2-94ED-3770FA8A6D9C}" type="pres">
      <dgm:prSet presAssocID="{6ADC3400-FDA4-493C-980E-D3E8DCB7B092}" presName="DropPin" presStyleLbl="alignNode1" presStyleIdx="0" presStyleCnt="7"/>
      <dgm:spPr/>
    </dgm:pt>
    <dgm:pt modelId="{4F1A1CDA-897A-485A-9063-70284C9E22A3}" type="pres">
      <dgm:prSet presAssocID="{6ADC3400-FDA4-493C-980E-D3E8DCB7B092}" presName="Ellipse" presStyleLbl="fgAcc1" presStyleIdx="1" presStyleCnt="8"/>
      <dgm:spPr>
        <a:solidFill>
          <a:schemeClr val="lt1">
            <a:alpha val="90000"/>
            <a:hueOff val="0"/>
            <a:satOff val="0"/>
            <a:lumOff val="0"/>
            <a:alphaOff val="0"/>
          </a:schemeClr>
        </a:solidFill>
        <a:ln w="9525" cap="rnd" cmpd="sng" algn="ctr">
          <a:noFill/>
          <a:prstDash val="solid"/>
        </a:ln>
        <a:effectLst/>
      </dgm:spPr>
    </dgm:pt>
    <dgm:pt modelId="{0F3C70A4-C384-4DC4-8187-EB8DFB692A08}" type="pres">
      <dgm:prSet presAssocID="{6ADC3400-FDA4-493C-980E-D3E8DCB7B092}" presName="L2TextContainer" presStyleLbl="revTx" presStyleIdx="0" presStyleCnt="14">
        <dgm:presLayoutVars>
          <dgm:bulletEnabled val="1"/>
        </dgm:presLayoutVars>
      </dgm:prSet>
      <dgm:spPr/>
    </dgm:pt>
    <dgm:pt modelId="{0D3FDEF1-F0D2-4997-B558-6E28B85F5394}" type="pres">
      <dgm:prSet presAssocID="{6ADC3400-FDA4-493C-980E-D3E8DCB7B092}" presName="L1TextContainer" presStyleLbl="revTx" presStyleIdx="1" presStyleCnt="14">
        <dgm:presLayoutVars>
          <dgm:chMax val="1"/>
          <dgm:chPref val="1"/>
          <dgm:bulletEnabled val="1"/>
        </dgm:presLayoutVars>
      </dgm:prSet>
      <dgm:spPr/>
    </dgm:pt>
    <dgm:pt modelId="{ECB0A617-3069-483D-AA49-6E3A09CDDFDC}" type="pres">
      <dgm:prSet presAssocID="{6ADC3400-FDA4-493C-980E-D3E8DCB7B092}" presName="ConnectLine" presStyleLbl="sibTrans1D1" presStyleIdx="0" presStyleCnt="7"/>
      <dgm:spPr>
        <a:noFill/>
        <a:ln w="12700" cap="rnd" cmpd="sng" algn="ctr">
          <a:solidFill>
            <a:schemeClr val="accent2">
              <a:hueOff val="0"/>
              <a:satOff val="0"/>
              <a:lumOff val="0"/>
              <a:alphaOff val="0"/>
            </a:schemeClr>
          </a:solidFill>
          <a:prstDash val="dash"/>
        </a:ln>
        <a:effectLst/>
      </dgm:spPr>
    </dgm:pt>
    <dgm:pt modelId="{4E74CCC7-DE24-405C-8418-54EE8753525C}" type="pres">
      <dgm:prSet presAssocID="{6ADC3400-FDA4-493C-980E-D3E8DCB7B092}" presName="EmptyPlaceHolder" presStyleCnt="0"/>
      <dgm:spPr/>
    </dgm:pt>
    <dgm:pt modelId="{8568F616-C2BA-4885-B54E-C7BAB598B532}" type="pres">
      <dgm:prSet presAssocID="{7F7D15AC-AF2F-42E5-A581-142B66316E0B}" presName="spaceBetweenRectangles" presStyleCnt="0"/>
      <dgm:spPr/>
    </dgm:pt>
    <dgm:pt modelId="{F76E7EC2-FE9F-49B4-A6E2-7F44BCA40A37}" type="pres">
      <dgm:prSet presAssocID="{974DC560-227B-4902-8122-0BF15E0D538F}" presName="composite" presStyleCnt="0"/>
      <dgm:spPr/>
    </dgm:pt>
    <dgm:pt modelId="{7F43EAC3-1EA5-47A8-81BE-39AE01D9F6CE}" type="pres">
      <dgm:prSet presAssocID="{974DC560-227B-4902-8122-0BF15E0D538F}" presName="ConnectorPoint" presStyleLbl="lnNode1" presStyleIdx="1" presStyleCnt="7"/>
      <dgm:spPr>
        <a:blipFill rotWithShape="0">
          <a:blip xmlns:r="http://schemas.openxmlformats.org/officeDocument/2006/relationships" r:embed="rId1">
            <a:duotone>
              <a:schemeClr val="accent3">
                <a:hueOff val="0"/>
                <a:satOff val="0"/>
                <a:lumOff val="0"/>
                <a:alphaOff val="0"/>
                <a:shade val="20000"/>
                <a:satMod val="200000"/>
              </a:schemeClr>
              <a:schemeClr val="accent3">
                <a:hueOff val="0"/>
                <a:satOff val="0"/>
                <a:lumOff val="0"/>
                <a:alphaOff val="0"/>
                <a:tint val="12000"/>
                <a:satMod val="190000"/>
              </a:schemeClr>
            </a:duotone>
          </a:blip>
          <a:tile tx="0" ty="0" sx="100000" sy="100000" flip="none" algn="tl"/>
        </a:blipFill>
        <a:ln w="6350" cap="rnd" cmpd="sng" algn="ctr">
          <a:solidFill>
            <a:schemeClr val="lt1">
              <a:hueOff val="0"/>
              <a:satOff val="0"/>
              <a:lumOff val="0"/>
              <a:alphaOff val="0"/>
            </a:schemeClr>
          </a:solidFill>
          <a:prstDash val="solid"/>
        </a:ln>
        <a:effectLst/>
      </dgm:spPr>
    </dgm:pt>
    <dgm:pt modelId="{9E02EEDD-4D4D-485F-8D12-7994CFD5ED0A}" type="pres">
      <dgm:prSet presAssocID="{974DC560-227B-4902-8122-0BF15E0D538F}" presName="DropPinPlaceHolder" presStyleCnt="0"/>
      <dgm:spPr/>
    </dgm:pt>
    <dgm:pt modelId="{0F80E441-9A39-4E0A-8CEC-4F157F56F720}" type="pres">
      <dgm:prSet presAssocID="{974DC560-227B-4902-8122-0BF15E0D538F}" presName="DropPin" presStyleLbl="alignNode1" presStyleIdx="1" presStyleCnt="7"/>
      <dgm:spPr/>
    </dgm:pt>
    <dgm:pt modelId="{E118E670-3B5B-4F78-9117-019C7115C447}" type="pres">
      <dgm:prSet presAssocID="{974DC560-227B-4902-8122-0BF15E0D538F}" presName="Ellipse" presStyleLbl="fgAcc1" presStyleIdx="2" presStyleCnt="8"/>
      <dgm:spPr>
        <a:solidFill>
          <a:schemeClr val="lt1">
            <a:alpha val="90000"/>
            <a:hueOff val="0"/>
            <a:satOff val="0"/>
            <a:lumOff val="0"/>
            <a:alphaOff val="0"/>
          </a:schemeClr>
        </a:solidFill>
        <a:ln w="9525" cap="rnd" cmpd="sng" algn="ctr">
          <a:noFill/>
          <a:prstDash val="solid"/>
        </a:ln>
        <a:effectLst/>
      </dgm:spPr>
    </dgm:pt>
    <dgm:pt modelId="{DC39DC8D-384F-4B62-ABA4-95BB7B2F3010}" type="pres">
      <dgm:prSet presAssocID="{974DC560-227B-4902-8122-0BF15E0D538F}" presName="L2TextContainer" presStyleLbl="revTx" presStyleIdx="2" presStyleCnt="14">
        <dgm:presLayoutVars>
          <dgm:bulletEnabled val="1"/>
        </dgm:presLayoutVars>
      </dgm:prSet>
      <dgm:spPr/>
    </dgm:pt>
    <dgm:pt modelId="{49106A8A-DE28-4FF7-B0D1-8FDE8531D97A}" type="pres">
      <dgm:prSet presAssocID="{974DC560-227B-4902-8122-0BF15E0D538F}" presName="L1TextContainer" presStyleLbl="revTx" presStyleIdx="3" presStyleCnt="14">
        <dgm:presLayoutVars>
          <dgm:chMax val="1"/>
          <dgm:chPref val="1"/>
          <dgm:bulletEnabled val="1"/>
        </dgm:presLayoutVars>
      </dgm:prSet>
      <dgm:spPr/>
    </dgm:pt>
    <dgm:pt modelId="{3AF6358E-E702-4112-AC7F-26294F500E6E}" type="pres">
      <dgm:prSet presAssocID="{974DC560-227B-4902-8122-0BF15E0D538F}" presName="ConnectLine" presStyleLbl="sibTrans1D1" presStyleIdx="1" presStyleCnt="7"/>
      <dgm:spPr>
        <a:noFill/>
        <a:ln w="12700" cap="rnd" cmpd="sng" algn="ctr">
          <a:solidFill>
            <a:schemeClr val="accent3">
              <a:hueOff val="0"/>
              <a:satOff val="0"/>
              <a:lumOff val="0"/>
              <a:alphaOff val="0"/>
            </a:schemeClr>
          </a:solidFill>
          <a:prstDash val="dash"/>
        </a:ln>
        <a:effectLst/>
      </dgm:spPr>
    </dgm:pt>
    <dgm:pt modelId="{68AF9ED8-105F-4500-8F1A-00A912FB7CC6}" type="pres">
      <dgm:prSet presAssocID="{974DC560-227B-4902-8122-0BF15E0D538F}" presName="EmptyPlaceHolder" presStyleCnt="0"/>
      <dgm:spPr/>
    </dgm:pt>
    <dgm:pt modelId="{02947206-9D64-4898-9A9C-00F4DC9292F5}" type="pres">
      <dgm:prSet presAssocID="{E29510DB-EAF4-4CAC-BCE9-79D9E22848F5}" presName="spaceBetweenRectangles" presStyleCnt="0"/>
      <dgm:spPr/>
    </dgm:pt>
    <dgm:pt modelId="{B173712F-13B4-47DB-9D68-9E091E407EE2}" type="pres">
      <dgm:prSet presAssocID="{8BBE0764-49E4-4BA0-9C09-198479BFBA16}" presName="composite" presStyleCnt="0"/>
      <dgm:spPr/>
    </dgm:pt>
    <dgm:pt modelId="{6147A042-0C0C-43CE-81F5-D7CD1CE96B10}" type="pres">
      <dgm:prSet presAssocID="{8BBE0764-49E4-4BA0-9C09-198479BFBA16}" presName="ConnectorPoint" presStyleLbl="lnNode1" presStyleIdx="2" presStyleCnt="7"/>
      <dgm:spPr>
        <a:blipFill rotWithShape="0">
          <a:blip xmlns:r="http://schemas.openxmlformats.org/officeDocument/2006/relationships" r:embed="rId1">
            <a:duotone>
              <a:schemeClr val="accent4">
                <a:hueOff val="0"/>
                <a:satOff val="0"/>
                <a:lumOff val="0"/>
                <a:alphaOff val="0"/>
                <a:shade val="20000"/>
                <a:satMod val="200000"/>
              </a:schemeClr>
              <a:schemeClr val="accent4">
                <a:hueOff val="0"/>
                <a:satOff val="0"/>
                <a:lumOff val="0"/>
                <a:alphaOff val="0"/>
                <a:tint val="12000"/>
                <a:satMod val="190000"/>
              </a:schemeClr>
            </a:duotone>
          </a:blip>
          <a:tile tx="0" ty="0" sx="100000" sy="100000" flip="none" algn="tl"/>
        </a:blipFill>
        <a:ln w="6350" cap="rnd" cmpd="sng" algn="ctr">
          <a:solidFill>
            <a:schemeClr val="lt1">
              <a:hueOff val="0"/>
              <a:satOff val="0"/>
              <a:lumOff val="0"/>
              <a:alphaOff val="0"/>
            </a:schemeClr>
          </a:solidFill>
          <a:prstDash val="solid"/>
        </a:ln>
        <a:effectLst/>
      </dgm:spPr>
    </dgm:pt>
    <dgm:pt modelId="{01D4B500-EE2C-4761-AD7B-1FC44EF2C535}" type="pres">
      <dgm:prSet presAssocID="{8BBE0764-49E4-4BA0-9C09-198479BFBA16}" presName="DropPinPlaceHolder" presStyleCnt="0"/>
      <dgm:spPr/>
    </dgm:pt>
    <dgm:pt modelId="{EE6695E0-0451-4F88-9CCA-5E6BA78D79D4}" type="pres">
      <dgm:prSet presAssocID="{8BBE0764-49E4-4BA0-9C09-198479BFBA16}" presName="DropPin" presStyleLbl="alignNode1" presStyleIdx="2" presStyleCnt="7"/>
      <dgm:spPr/>
    </dgm:pt>
    <dgm:pt modelId="{1C719912-09EB-4FCA-A0FA-A80B1EBB7F1B}" type="pres">
      <dgm:prSet presAssocID="{8BBE0764-49E4-4BA0-9C09-198479BFBA16}" presName="Ellipse" presStyleLbl="fgAcc1" presStyleIdx="3" presStyleCnt="8"/>
      <dgm:spPr>
        <a:solidFill>
          <a:schemeClr val="lt1">
            <a:alpha val="90000"/>
            <a:hueOff val="0"/>
            <a:satOff val="0"/>
            <a:lumOff val="0"/>
            <a:alphaOff val="0"/>
          </a:schemeClr>
        </a:solidFill>
        <a:ln w="9525" cap="rnd" cmpd="sng" algn="ctr">
          <a:noFill/>
          <a:prstDash val="solid"/>
        </a:ln>
        <a:effectLst/>
      </dgm:spPr>
    </dgm:pt>
    <dgm:pt modelId="{2F9A2D2E-64D8-4F60-9270-B60829BBFDE9}" type="pres">
      <dgm:prSet presAssocID="{8BBE0764-49E4-4BA0-9C09-198479BFBA16}" presName="L2TextContainer" presStyleLbl="revTx" presStyleIdx="4" presStyleCnt="14">
        <dgm:presLayoutVars>
          <dgm:bulletEnabled val="1"/>
        </dgm:presLayoutVars>
      </dgm:prSet>
      <dgm:spPr/>
    </dgm:pt>
    <dgm:pt modelId="{6041E294-5711-4C74-9DCA-F96FB7560052}" type="pres">
      <dgm:prSet presAssocID="{8BBE0764-49E4-4BA0-9C09-198479BFBA16}" presName="L1TextContainer" presStyleLbl="revTx" presStyleIdx="5" presStyleCnt="14">
        <dgm:presLayoutVars>
          <dgm:chMax val="1"/>
          <dgm:chPref val="1"/>
          <dgm:bulletEnabled val="1"/>
        </dgm:presLayoutVars>
      </dgm:prSet>
      <dgm:spPr/>
    </dgm:pt>
    <dgm:pt modelId="{BFE0E63A-33D7-4A2E-BEFE-38BC7DD4E2F0}" type="pres">
      <dgm:prSet presAssocID="{8BBE0764-49E4-4BA0-9C09-198479BFBA16}" presName="ConnectLine" presStyleLbl="sibTrans1D1" presStyleIdx="2" presStyleCnt="7"/>
      <dgm:spPr>
        <a:noFill/>
        <a:ln w="12700" cap="rnd" cmpd="sng" algn="ctr">
          <a:solidFill>
            <a:schemeClr val="accent4">
              <a:hueOff val="0"/>
              <a:satOff val="0"/>
              <a:lumOff val="0"/>
              <a:alphaOff val="0"/>
            </a:schemeClr>
          </a:solidFill>
          <a:prstDash val="dash"/>
        </a:ln>
        <a:effectLst/>
      </dgm:spPr>
    </dgm:pt>
    <dgm:pt modelId="{1C33EE46-6BB3-49FF-BFEC-BE978C8B3CF5}" type="pres">
      <dgm:prSet presAssocID="{8BBE0764-49E4-4BA0-9C09-198479BFBA16}" presName="EmptyPlaceHolder" presStyleCnt="0"/>
      <dgm:spPr/>
    </dgm:pt>
    <dgm:pt modelId="{315AFC41-AFCF-4938-9F7D-C149FA856E4E}" type="pres">
      <dgm:prSet presAssocID="{42CD424A-9215-4D47-8BEB-B2D255615F6E}" presName="spaceBetweenRectangles" presStyleCnt="0"/>
      <dgm:spPr/>
    </dgm:pt>
    <dgm:pt modelId="{61774B37-E2E7-498F-83E8-3B8BCF5A522A}" type="pres">
      <dgm:prSet presAssocID="{4E965063-A4A8-490D-A4B2-BE3D19961087}" presName="composite" presStyleCnt="0"/>
      <dgm:spPr/>
    </dgm:pt>
    <dgm:pt modelId="{1CCB43F5-7BDA-4ED9-8615-E03F07E3AC3E}" type="pres">
      <dgm:prSet presAssocID="{4E965063-A4A8-490D-A4B2-BE3D19961087}" presName="ConnectorPoint" presStyleLbl="lnNode1" presStyleIdx="3" presStyleCnt="7"/>
      <dgm:spPr>
        <a:gradFill rotWithShape="0">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ln w="6350" cap="flat" cmpd="sng" algn="ctr">
          <a:solidFill>
            <a:schemeClr val="lt1">
              <a:hueOff val="0"/>
              <a:satOff val="0"/>
              <a:lumOff val="0"/>
              <a:alphaOff val="0"/>
            </a:schemeClr>
          </a:solidFill>
          <a:prstDash val="solid"/>
          <a:miter lim="800000"/>
        </a:ln>
        <a:effectLst/>
      </dgm:spPr>
    </dgm:pt>
    <dgm:pt modelId="{495E4E02-C5E7-4FA2-A6C6-02E7A06444E7}" type="pres">
      <dgm:prSet presAssocID="{4E965063-A4A8-490D-A4B2-BE3D19961087}" presName="DropPinPlaceHolder" presStyleCnt="0"/>
      <dgm:spPr/>
    </dgm:pt>
    <dgm:pt modelId="{242E88D5-BD1B-45AA-B76D-DE8E3541F4DB}" type="pres">
      <dgm:prSet presAssocID="{4E965063-A4A8-490D-A4B2-BE3D19961087}" presName="DropPin" presStyleLbl="alignNode1" presStyleIdx="3" presStyleCnt="7"/>
      <dgm:spPr/>
    </dgm:pt>
    <dgm:pt modelId="{2B96FA91-AFA2-4D02-9D0A-E19FC34E874F}" type="pres">
      <dgm:prSet presAssocID="{4E965063-A4A8-490D-A4B2-BE3D19961087}" presName="Ellipse" presStyleLbl="fgAcc1" presStyleIdx="4" presStyleCnt="8"/>
      <dgm:spPr>
        <a:solidFill>
          <a:schemeClr val="lt1">
            <a:alpha val="90000"/>
            <a:hueOff val="0"/>
            <a:satOff val="0"/>
            <a:lumOff val="0"/>
            <a:alphaOff val="0"/>
          </a:schemeClr>
        </a:solidFill>
        <a:ln w="6350" cap="flat" cmpd="sng" algn="ctr">
          <a:noFill/>
          <a:prstDash val="solid"/>
          <a:miter lim="800000"/>
        </a:ln>
        <a:effectLst/>
      </dgm:spPr>
    </dgm:pt>
    <dgm:pt modelId="{3CE44525-BB29-44A3-8FB0-7D5B23F58072}" type="pres">
      <dgm:prSet presAssocID="{4E965063-A4A8-490D-A4B2-BE3D19961087}" presName="L2TextContainer" presStyleLbl="revTx" presStyleIdx="6" presStyleCnt="14">
        <dgm:presLayoutVars>
          <dgm:bulletEnabled val="1"/>
        </dgm:presLayoutVars>
      </dgm:prSet>
      <dgm:spPr/>
    </dgm:pt>
    <dgm:pt modelId="{D3DB12E8-FFF2-4127-922F-0AE9A1A0DF02}" type="pres">
      <dgm:prSet presAssocID="{4E965063-A4A8-490D-A4B2-BE3D19961087}" presName="L1TextContainer" presStyleLbl="revTx" presStyleIdx="7" presStyleCnt="14">
        <dgm:presLayoutVars>
          <dgm:chMax val="1"/>
          <dgm:chPref val="1"/>
          <dgm:bulletEnabled val="1"/>
        </dgm:presLayoutVars>
      </dgm:prSet>
      <dgm:spPr/>
    </dgm:pt>
    <dgm:pt modelId="{D1C4EA62-B70B-45F1-9FB1-8CDC27C018DC}" type="pres">
      <dgm:prSet presAssocID="{4E965063-A4A8-490D-A4B2-BE3D19961087}" presName="ConnectLine" presStyleLbl="sibTrans1D1" presStyleIdx="3" presStyleCnt="7"/>
      <dgm:spPr>
        <a:noFill/>
        <a:ln w="12700" cap="flat" cmpd="sng" algn="ctr">
          <a:solidFill>
            <a:schemeClr val="accent5">
              <a:hueOff val="0"/>
              <a:satOff val="0"/>
              <a:lumOff val="0"/>
              <a:alphaOff val="0"/>
            </a:schemeClr>
          </a:solidFill>
          <a:prstDash val="dash"/>
          <a:miter lim="800000"/>
        </a:ln>
        <a:effectLst/>
      </dgm:spPr>
    </dgm:pt>
    <dgm:pt modelId="{2C5BBF58-5006-45D0-A316-0630A5CABC5F}" type="pres">
      <dgm:prSet presAssocID="{4E965063-A4A8-490D-A4B2-BE3D19961087}" presName="EmptyPlaceHolder" presStyleCnt="0"/>
      <dgm:spPr/>
    </dgm:pt>
    <dgm:pt modelId="{A695BE28-0901-41D0-AD27-CDF4207E9ACE}" type="pres">
      <dgm:prSet presAssocID="{37DD59AF-F9A4-48C5-A7C1-B24F921571CD}" presName="spaceBetweenRectangles" presStyleCnt="0"/>
      <dgm:spPr/>
    </dgm:pt>
    <dgm:pt modelId="{DF256B84-F2EB-4C15-B0B8-7DE182C0BB40}" type="pres">
      <dgm:prSet presAssocID="{A88413C2-203A-4E19-888A-E4498090F878}" presName="composite" presStyleCnt="0"/>
      <dgm:spPr/>
    </dgm:pt>
    <dgm:pt modelId="{9F17FA87-8B56-4B83-957C-70DEF685A62D}" type="pres">
      <dgm:prSet presAssocID="{A88413C2-203A-4E19-888A-E4498090F878}" presName="ConnectorPoint" presStyleLbl="lnNode1" presStyleIdx="4" presStyleCnt="7"/>
      <dgm:spPr>
        <a:blipFill rotWithShape="0">
          <a:blip xmlns:r="http://schemas.openxmlformats.org/officeDocument/2006/relationships" r:embed="rId1">
            <a:duotone>
              <a:schemeClr val="accent5">
                <a:hueOff val="0"/>
                <a:satOff val="0"/>
                <a:lumOff val="0"/>
                <a:alphaOff val="0"/>
                <a:shade val="20000"/>
                <a:satMod val="200000"/>
              </a:schemeClr>
              <a:schemeClr val="accent5">
                <a:hueOff val="0"/>
                <a:satOff val="0"/>
                <a:lumOff val="0"/>
                <a:alphaOff val="0"/>
                <a:tint val="12000"/>
                <a:satMod val="190000"/>
              </a:schemeClr>
            </a:duotone>
          </a:blip>
          <a:tile tx="0" ty="0" sx="100000" sy="100000" flip="none" algn="tl"/>
        </a:blipFill>
        <a:ln w="6350" cap="rnd" cmpd="sng" algn="ctr">
          <a:solidFill>
            <a:schemeClr val="lt1">
              <a:hueOff val="0"/>
              <a:satOff val="0"/>
              <a:lumOff val="0"/>
              <a:alphaOff val="0"/>
            </a:schemeClr>
          </a:solidFill>
          <a:prstDash val="solid"/>
        </a:ln>
        <a:effectLst/>
      </dgm:spPr>
    </dgm:pt>
    <dgm:pt modelId="{6B5B5F69-1005-44A9-B298-ADE4DC042459}" type="pres">
      <dgm:prSet presAssocID="{A88413C2-203A-4E19-888A-E4498090F878}" presName="DropPinPlaceHolder" presStyleCnt="0"/>
      <dgm:spPr/>
    </dgm:pt>
    <dgm:pt modelId="{38FE15CA-E641-42B5-8CE6-ADBE0A5C0A53}" type="pres">
      <dgm:prSet presAssocID="{A88413C2-203A-4E19-888A-E4498090F878}" presName="DropPin" presStyleLbl="alignNode1" presStyleIdx="4" presStyleCnt="7"/>
      <dgm:spPr/>
    </dgm:pt>
    <dgm:pt modelId="{6E74B6CE-F66C-489D-A0E2-998F476FCC52}" type="pres">
      <dgm:prSet presAssocID="{A88413C2-203A-4E19-888A-E4498090F878}" presName="Ellipse" presStyleLbl="fgAcc1" presStyleIdx="5" presStyleCnt="8"/>
      <dgm:spPr>
        <a:solidFill>
          <a:schemeClr val="lt1">
            <a:alpha val="90000"/>
            <a:hueOff val="0"/>
            <a:satOff val="0"/>
            <a:lumOff val="0"/>
            <a:alphaOff val="0"/>
          </a:schemeClr>
        </a:solidFill>
        <a:ln w="9525" cap="rnd" cmpd="sng" algn="ctr">
          <a:noFill/>
          <a:prstDash val="solid"/>
        </a:ln>
        <a:effectLst/>
      </dgm:spPr>
    </dgm:pt>
    <dgm:pt modelId="{2298CCFE-AA09-408D-AC28-AA638009B84F}" type="pres">
      <dgm:prSet presAssocID="{A88413C2-203A-4E19-888A-E4498090F878}" presName="L2TextContainer" presStyleLbl="revTx" presStyleIdx="8" presStyleCnt="14">
        <dgm:presLayoutVars>
          <dgm:bulletEnabled val="1"/>
        </dgm:presLayoutVars>
      </dgm:prSet>
      <dgm:spPr/>
    </dgm:pt>
    <dgm:pt modelId="{E72C286C-E746-44D5-8615-414559310748}" type="pres">
      <dgm:prSet presAssocID="{A88413C2-203A-4E19-888A-E4498090F878}" presName="L1TextContainer" presStyleLbl="revTx" presStyleIdx="9" presStyleCnt="14">
        <dgm:presLayoutVars>
          <dgm:chMax val="1"/>
          <dgm:chPref val="1"/>
          <dgm:bulletEnabled val="1"/>
        </dgm:presLayoutVars>
      </dgm:prSet>
      <dgm:spPr/>
    </dgm:pt>
    <dgm:pt modelId="{39925797-544E-422F-B786-271F0E1BDB43}" type="pres">
      <dgm:prSet presAssocID="{A88413C2-203A-4E19-888A-E4498090F878}" presName="ConnectLine" presStyleLbl="sibTrans1D1" presStyleIdx="4" presStyleCnt="7"/>
      <dgm:spPr>
        <a:noFill/>
        <a:ln w="12700" cap="rnd" cmpd="sng" algn="ctr">
          <a:solidFill>
            <a:schemeClr val="accent5">
              <a:hueOff val="0"/>
              <a:satOff val="0"/>
              <a:lumOff val="0"/>
              <a:alphaOff val="0"/>
            </a:schemeClr>
          </a:solidFill>
          <a:prstDash val="dash"/>
        </a:ln>
        <a:effectLst/>
      </dgm:spPr>
    </dgm:pt>
    <dgm:pt modelId="{E5ED1AE1-2937-4D2B-B91C-C9E67E5D64E4}" type="pres">
      <dgm:prSet presAssocID="{A88413C2-203A-4E19-888A-E4498090F878}" presName="EmptyPlaceHolder" presStyleCnt="0"/>
      <dgm:spPr/>
    </dgm:pt>
    <dgm:pt modelId="{199372B7-CE48-41C2-A295-DBE319941F4A}" type="pres">
      <dgm:prSet presAssocID="{232A89E7-A8DF-4F5F-A1A0-1F9EFE6B4F77}" presName="spaceBetweenRectangles" presStyleCnt="0"/>
      <dgm:spPr/>
    </dgm:pt>
    <dgm:pt modelId="{577F1953-4F47-4282-8A64-A0397A7BAAB5}" type="pres">
      <dgm:prSet presAssocID="{8948DD11-4A24-4FA7-AB57-60192B373DBD}" presName="composite" presStyleCnt="0"/>
      <dgm:spPr/>
    </dgm:pt>
    <dgm:pt modelId="{4FB81A3C-7387-4723-8851-921F05FBF92D}" type="pres">
      <dgm:prSet presAssocID="{8948DD11-4A24-4FA7-AB57-60192B373DBD}" presName="ConnectorPoint" presStyleLbl="lnNode1" presStyleIdx="5" presStyleCnt="7"/>
      <dgm:spPr>
        <a:blipFill rotWithShape="0">
          <a:blip xmlns:r="http://schemas.openxmlformats.org/officeDocument/2006/relationships" r:embed="rId1">
            <a:duotone>
              <a:schemeClr val="accent6">
                <a:hueOff val="0"/>
                <a:satOff val="0"/>
                <a:lumOff val="0"/>
                <a:alphaOff val="0"/>
                <a:shade val="20000"/>
                <a:satMod val="200000"/>
              </a:schemeClr>
              <a:schemeClr val="accent6">
                <a:hueOff val="0"/>
                <a:satOff val="0"/>
                <a:lumOff val="0"/>
                <a:alphaOff val="0"/>
                <a:tint val="12000"/>
                <a:satMod val="190000"/>
              </a:schemeClr>
            </a:duotone>
          </a:blip>
          <a:tile tx="0" ty="0" sx="100000" sy="100000" flip="none" algn="tl"/>
        </a:blipFill>
        <a:ln w="6350" cap="rnd" cmpd="sng" algn="ctr">
          <a:solidFill>
            <a:schemeClr val="lt1">
              <a:hueOff val="0"/>
              <a:satOff val="0"/>
              <a:lumOff val="0"/>
              <a:alphaOff val="0"/>
            </a:schemeClr>
          </a:solidFill>
          <a:prstDash val="solid"/>
        </a:ln>
        <a:effectLst/>
      </dgm:spPr>
    </dgm:pt>
    <dgm:pt modelId="{94CF1CCE-4FBD-45EF-8B73-14F1EE2BEB08}" type="pres">
      <dgm:prSet presAssocID="{8948DD11-4A24-4FA7-AB57-60192B373DBD}" presName="DropPinPlaceHolder" presStyleCnt="0"/>
      <dgm:spPr/>
    </dgm:pt>
    <dgm:pt modelId="{4CA58E8A-C4BA-43EC-9238-F95FBAABD3B4}" type="pres">
      <dgm:prSet presAssocID="{8948DD11-4A24-4FA7-AB57-60192B373DBD}" presName="DropPin" presStyleLbl="alignNode1" presStyleIdx="5" presStyleCnt="7"/>
      <dgm:spPr/>
    </dgm:pt>
    <dgm:pt modelId="{7CB56F92-1F7D-46E5-8FB1-90F586F434E9}" type="pres">
      <dgm:prSet presAssocID="{8948DD11-4A24-4FA7-AB57-60192B373DBD}" presName="Ellipse" presStyleLbl="fgAcc1" presStyleIdx="6" presStyleCnt="8"/>
      <dgm:spPr>
        <a:solidFill>
          <a:schemeClr val="lt1">
            <a:alpha val="90000"/>
            <a:hueOff val="0"/>
            <a:satOff val="0"/>
            <a:lumOff val="0"/>
            <a:alphaOff val="0"/>
          </a:schemeClr>
        </a:solidFill>
        <a:ln w="9525" cap="rnd" cmpd="sng" algn="ctr">
          <a:noFill/>
          <a:prstDash val="solid"/>
        </a:ln>
        <a:effectLst/>
      </dgm:spPr>
    </dgm:pt>
    <dgm:pt modelId="{A2B25B30-B157-4880-8DFE-F524756BE7C2}" type="pres">
      <dgm:prSet presAssocID="{8948DD11-4A24-4FA7-AB57-60192B373DBD}" presName="L2TextContainer" presStyleLbl="revTx" presStyleIdx="10" presStyleCnt="14">
        <dgm:presLayoutVars>
          <dgm:bulletEnabled val="1"/>
        </dgm:presLayoutVars>
      </dgm:prSet>
      <dgm:spPr/>
    </dgm:pt>
    <dgm:pt modelId="{B591668E-C2E4-46FD-9243-7DA611557234}" type="pres">
      <dgm:prSet presAssocID="{8948DD11-4A24-4FA7-AB57-60192B373DBD}" presName="L1TextContainer" presStyleLbl="revTx" presStyleIdx="11" presStyleCnt="14">
        <dgm:presLayoutVars>
          <dgm:chMax val="1"/>
          <dgm:chPref val="1"/>
          <dgm:bulletEnabled val="1"/>
        </dgm:presLayoutVars>
      </dgm:prSet>
      <dgm:spPr/>
    </dgm:pt>
    <dgm:pt modelId="{6F407CD2-0867-445B-BC1F-FE47CA580A87}" type="pres">
      <dgm:prSet presAssocID="{8948DD11-4A24-4FA7-AB57-60192B373DBD}" presName="ConnectLine" presStyleLbl="sibTrans1D1" presStyleIdx="5" presStyleCnt="7"/>
      <dgm:spPr>
        <a:noFill/>
        <a:ln w="12700" cap="rnd" cmpd="sng" algn="ctr">
          <a:solidFill>
            <a:schemeClr val="accent6">
              <a:hueOff val="0"/>
              <a:satOff val="0"/>
              <a:lumOff val="0"/>
              <a:alphaOff val="0"/>
            </a:schemeClr>
          </a:solidFill>
          <a:prstDash val="dash"/>
        </a:ln>
        <a:effectLst/>
      </dgm:spPr>
    </dgm:pt>
    <dgm:pt modelId="{83C1843B-418C-497E-A674-EF63EF961D93}" type="pres">
      <dgm:prSet presAssocID="{8948DD11-4A24-4FA7-AB57-60192B373DBD}" presName="EmptyPlaceHolder" presStyleCnt="0"/>
      <dgm:spPr/>
    </dgm:pt>
    <dgm:pt modelId="{D8C70FDE-0A4F-4FBD-8087-9CDE3CD775AF}" type="pres">
      <dgm:prSet presAssocID="{ACB20C87-85D4-437C-9BDE-050B5239BC57}" presName="spaceBetweenRectangles" presStyleCnt="0"/>
      <dgm:spPr/>
    </dgm:pt>
    <dgm:pt modelId="{E89858DF-F787-4375-ADD0-6554D25B4EED}" type="pres">
      <dgm:prSet presAssocID="{CA0AE642-F498-4982-B7B3-CE4312AFE2B4}" presName="composite" presStyleCnt="0"/>
      <dgm:spPr/>
    </dgm:pt>
    <dgm:pt modelId="{737C394D-5CCB-4021-B663-1AFE84CE4AE3}" type="pres">
      <dgm:prSet presAssocID="{CA0AE642-F498-4982-B7B3-CE4312AFE2B4}" presName="ConnectorPoint" presStyleLbl="lnNode1" presStyleIdx="6" presStyleCnt="7"/>
      <dgm:spPr>
        <a:blipFill rotWithShape="0">
          <a:blip xmlns:r="http://schemas.openxmlformats.org/officeDocument/2006/relationships" r:embed="rId1">
            <a:duotone>
              <a:schemeClr val="accent2">
                <a:hueOff val="0"/>
                <a:satOff val="0"/>
                <a:lumOff val="0"/>
                <a:alphaOff val="0"/>
                <a:shade val="20000"/>
                <a:satMod val="200000"/>
              </a:schemeClr>
              <a:schemeClr val="accent2">
                <a:hueOff val="0"/>
                <a:satOff val="0"/>
                <a:lumOff val="0"/>
                <a:alphaOff val="0"/>
                <a:tint val="12000"/>
                <a:satMod val="190000"/>
              </a:schemeClr>
            </a:duotone>
          </a:blip>
          <a:tile tx="0" ty="0" sx="100000" sy="100000" flip="none" algn="tl"/>
        </a:blipFill>
        <a:ln w="6350" cap="rnd" cmpd="sng" algn="ctr">
          <a:solidFill>
            <a:schemeClr val="lt1">
              <a:hueOff val="0"/>
              <a:satOff val="0"/>
              <a:lumOff val="0"/>
              <a:alphaOff val="0"/>
            </a:schemeClr>
          </a:solidFill>
          <a:prstDash val="solid"/>
        </a:ln>
        <a:effectLst/>
      </dgm:spPr>
    </dgm:pt>
    <dgm:pt modelId="{1B67CE26-8F8B-430C-A55F-41B7DBC127F0}" type="pres">
      <dgm:prSet presAssocID="{CA0AE642-F498-4982-B7B3-CE4312AFE2B4}" presName="DropPinPlaceHolder" presStyleCnt="0"/>
      <dgm:spPr/>
    </dgm:pt>
    <dgm:pt modelId="{FE246675-CD97-409C-8B46-86E10D1F89A1}" type="pres">
      <dgm:prSet presAssocID="{CA0AE642-F498-4982-B7B3-CE4312AFE2B4}" presName="DropPin" presStyleLbl="alignNode1" presStyleIdx="6" presStyleCnt="7"/>
      <dgm:spPr/>
    </dgm:pt>
    <dgm:pt modelId="{8B806E9B-9CD7-42EB-B072-A88E569DB188}" type="pres">
      <dgm:prSet presAssocID="{CA0AE642-F498-4982-B7B3-CE4312AFE2B4}" presName="Ellipse" presStyleLbl="fgAcc1" presStyleIdx="7" presStyleCnt="8"/>
      <dgm:spPr>
        <a:solidFill>
          <a:schemeClr val="lt1">
            <a:alpha val="90000"/>
            <a:hueOff val="0"/>
            <a:satOff val="0"/>
            <a:lumOff val="0"/>
            <a:alphaOff val="0"/>
          </a:schemeClr>
        </a:solidFill>
        <a:ln w="9525" cap="rnd" cmpd="sng" algn="ctr">
          <a:noFill/>
          <a:prstDash val="solid"/>
        </a:ln>
        <a:effectLst/>
      </dgm:spPr>
    </dgm:pt>
    <dgm:pt modelId="{643EC3DD-7D5F-4FCA-9940-EA635A9D7782}" type="pres">
      <dgm:prSet presAssocID="{CA0AE642-F498-4982-B7B3-CE4312AFE2B4}" presName="L2TextContainer" presStyleLbl="revTx" presStyleIdx="12" presStyleCnt="14">
        <dgm:presLayoutVars>
          <dgm:bulletEnabled val="1"/>
        </dgm:presLayoutVars>
      </dgm:prSet>
      <dgm:spPr/>
    </dgm:pt>
    <dgm:pt modelId="{695FFEDA-0651-4BDD-B9F8-48C57914FCE7}" type="pres">
      <dgm:prSet presAssocID="{CA0AE642-F498-4982-B7B3-CE4312AFE2B4}" presName="L1TextContainer" presStyleLbl="revTx" presStyleIdx="13" presStyleCnt="14">
        <dgm:presLayoutVars>
          <dgm:chMax val="1"/>
          <dgm:chPref val="1"/>
          <dgm:bulletEnabled val="1"/>
        </dgm:presLayoutVars>
      </dgm:prSet>
      <dgm:spPr/>
    </dgm:pt>
    <dgm:pt modelId="{7FA88C53-0EEF-4C90-A9E9-39BF711717D8}" type="pres">
      <dgm:prSet presAssocID="{CA0AE642-F498-4982-B7B3-CE4312AFE2B4}" presName="ConnectLine" presStyleLbl="sibTrans1D1" presStyleIdx="6" presStyleCnt="7"/>
      <dgm:spPr>
        <a:noFill/>
        <a:ln w="12700" cap="rnd" cmpd="sng" algn="ctr">
          <a:solidFill>
            <a:schemeClr val="accent2">
              <a:hueOff val="0"/>
              <a:satOff val="0"/>
              <a:lumOff val="0"/>
              <a:alphaOff val="0"/>
            </a:schemeClr>
          </a:solidFill>
          <a:prstDash val="dash"/>
        </a:ln>
        <a:effectLst/>
      </dgm:spPr>
    </dgm:pt>
    <dgm:pt modelId="{54DF3318-A535-40F8-8FAD-6FD515D676AE}" type="pres">
      <dgm:prSet presAssocID="{CA0AE642-F498-4982-B7B3-CE4312AFE2B4}" presName="EmptyPlaceHolder" presStyleCnt="0"/>
      <dgm:spPr/>
    </dgm:pt>
  </dgm:ptLst>
  <dgm:cxnLst>
    <dgm:cxn modelId="{AC8A4703-3F42-4140-9A92-83D33730799D}" type="presOf" srcId="{5436ECF2-38D3-4284-970E-3981A19791F3}" destId="{2F9A2D2E-64D8-4F60-9270-B60829BBFDE9}" srcOrd="0" destOrd="0" presId="urn:microsoft.com/office/officeart/2017/3/layout/DropPinTimeline"/>
    <dgm:cxn modelId="{13E8EE03-BC65-459B-969E-9F668DEC0A84}" srcId="{A6DABDF7-9BE1-432E-9DC1-E563C403E8DD}" destId="{8BBE0764-49E4-4BA0-9C09-198479BFBA16}" srcOrd="2" destOrd="0" parTransId="{4F31249D-BC7D-46D5-8417-30A5793E6925}" sibTransId="{42CD424A-9215-4D47-8BEB-B2D255615F6E}"/>
    <dgm:cxn modelId="{E0718C10-7541-490E-A4F9-D3203565FA90}" type="presOf" srcId="{8BBE0764-49E4-4BA0-9C09-198479BFBA16}" destId="{6041E294-5711-4C74-9DCA-F96FB7560052}" srcOrd="0" destOrd="0" presId="urn:microsoft.com/office/officeart/2017/3/layout/DropPinTimeline"/>
    <dgm:cxn modelId="{DAFAC419-D1CE-47F0-A52F-FB4071104969}" type="presOf" srcId="{10A72771-99C2-4CB8-9A03-58AC2D151AC2}" destId="{3CE44525-BB29-44A3-8FB0-7D5B23F58072}" srcOrd="0" destOrd="0" presId="urn:microsoft.com/office/officeart/2017/3/layout/DropPinTimeline"/>
    <dgm:cxn modelId="{8ECEE336-77FF-4B03-9E6E-22FA5D58AE96}" srcId="{A6DABDF7-9BE1-432E-9DC1-E563C403E8DD}" destId="{8948DD11-4A24-4FA7-AB57-60192B373DBD}" srcOrd="5" destOrd="0" parTransId="{DFE9F973-DDE7-4B80-9E70-265295C1C781}" sibTransId="{ACB20C87-85D4-437C-9BDE-050B5239BC57}"/>
    <dgm:cxn modelId="{D276A740-FEBC-4B26-B4F8-A94E629CAF42}" type="presOf" srcId="{A5F8DD07-5D88-47D3-8426-A02A2BC2B98A}" destId="{DC39DC8D-384F-4B62-ABA4-95BB7B2F3010}" srcOrd="0" destOrd="0" presId="urn:microsoft.com/office/officeart/2017/3/layout/DropPinTimeline"/>
    <dgm:cxn modelId="{2C3AE05E-D2E8-4599-993B-ADA2E67D89B7}" type="presOf" srcId="{22960B20-D30C-473E-8AE3-FAFBEC70D10F}" destId="{A2B25B30-B157-4880-8DFE-F524756BE7C2}" srcOrd="0" destOrd="0" presId="urn:microsoft.com/office/officeart/2017/3/layout/DropPinTimeline"/>
    <dgm:cxn modelId="{844EA55F-E0F9-45C1-8007-7B1BB7FC788E}" srcId="{4E965063-A4A8-490D-A4B2-BE3D19961087}" destId="{10A72771-99C2-4CB8-9A03-58AC2D151AC2}" srcOrd="0" destOrd="0" parTransId="{C730DEA1-5970-4681-ADC8-12357870809A}" sibTransId="{7CE6A887-7766-49D8-BEE7-D354DA8EFF20}"/>
    <dgm:cxn modelId="{6B072E62-BA45-4C7F-A176-53E44FFF8298}" type="presOf" srcId="{DAC85EBC-C9F7-4332-81E9-26CD62993C46}" destId="{2298CCFE-AA09-408D-AC28-AA638009B84F}" srcOrd="0" destOrd="0" presId="urn:microsoft.com/office/officeart/2017/3/layout/DropPinTimeline"/>
    <dgm:cxn modelId="{9A5A0044-3701-47CE-A55B-3B20E7B1D43A}" srcId="{6ADC3400-FDA4-493C-980E-D3E8DCB7B092}" destId="{18CC6758-94FC-43C3-B616-605C84F1AC6F}" srcOrd="0" destOrd="0" parTransId="{ADC6BA06-6232-4B24-8190-61044A1F9329}" sibTransId="{D8FF456E-0FCD-4D60-8E91-A8E0ACE71403}"/>
    <dgm:cxn modelId="{8216774A-33E1-467B-B301-020FD666CA95}" srcId="{CA0AE642-F498-4982-B7B3-CE4312AFE2B4}" destId="{36192D05-EED9-45B8-A0F8-5E10C4FEC02C}" srcOrd="0" destOrd="0" parTransId="{5B0A2DB3-CE3C-4CA6-88B0-C7158EFE158D}" sibTransId="{F268477E-F00E-4972-B1CE-0BFF35A0EDD4}"/>
    <dgm:cxn modelId="{C907FF4D-9981-4002-B8CA-295113374F23}" srcId="{A88413C2-203A-4E19-888A-E4498090F878}" destId="{DAC85EBC-C9F7-4332-81E9-26CD62993C46}" srcOrd="0" destOrd="0" parTransId="{989B246D-D48C-46AB-8F64-A2FABDF903CB}" sibTransId="{7AF18E14-6DBD-48FC-9C9B-FD807F66C5AC}"/>
    <dgm:cxn modelId="{DADBAC57-0960-4929-8381-3386116B4C90}" srcId="{A6DABDF7-9BE1-432E-9DC1-E563C403E8DD}" destId="{CA0AE642-F498-4982-B7B3-CE4312AFE2B4}" srcOrd="6" destOrd="0" parTransId="{8D9974AB-6083-456A-B01A-85A3E44AFD49}" sibTransId="{70B17265-C490-4177-8A45-41749D8A7D7D}"/>
    <dgm:cxn modelId="{D4E5F777-A92B-47E7-BC79-94BEFB15B85C}" srcId="{A6DABDF7-9BE1-432E-9DC1-E563C403E8DD}" destId="{4E965063-A4A8-490D-A4B2-BE3D19961087}" srcOrd="3" destOrd="0" parTransId="{BAD42E3E-BCDE-4F19-B9A1-80F6A9530629}" sibTransId="{37DD59AF-F9A4-48C5-A7C1-B24F921571CD}"/>
    <dgm:cxn modelId="{99767F8A-FC35-424F-9472-1604573D7620}" type="presOf" srcId="{CA0AE642-F498-4982-B7B3-CE4312AFE2B4}" destId="{695FFEDA-0651-4BDD-B9F8-48C57914FCE7}" srcOrd="0" destOrd="0" presId="urn:microsoft.com/office/officeart/2017/3/layout/DropPinTimeline"/>
    <dgm:cxn modelId="{05620B93-3B9A-49CA-B41B-7736642F4D12}" type="presOf" srcId="{A88413C2-203A-4E19-888A-E4498090F878}" destId="{E72C286C-E746-44D5-8615-414559310748}" srcOrd="0" destOrd="0" presId="urn:microsoft.com/office/officeart/2017/3/layout/DropPinTimeline"/>
    <dgm:cxn modelId="{EA62809D-A956-4831-8852-02C46322EAAE}" type="presOf" srcId="{18CC6758-94FC-43C3-B616-605C84F1AC6F}" destId="{0F3C70A4-C384-4DC4-8187-EB8DFB692A08}" srcOrd="0" destOrd="0" presId="urn:microsoft.com/office/officeart/2017/3/layout/DropPinTimeline"/>
    <dgm:cxn modelId="{02C13DA2-F932-40FA-BB84-A15F830AA2EE}" srcId="{A6DABDF7-9BE1-432E-9DC1-E563C403E8DD}" destId="{6ADC3400-FDA4-493C-980E-D3E8DCB7B092}" srcOrd="0" destOrd="0" parTransId="{C2DC7F23-70C5-4CC6-8FC4-63A1BAE4A129}" sibTransId="{7F7D15AC-AF2F-42E5-A581-142B66316E0B}"/>
    <dgm:cxn modelId="{F774EDA6-89DA-4B17-85BA-B9E5A0573EAB}" type="presOf" srcId="{974DC560-227B-4902-8122-0BF15E0D538F}" destId="{49106A8A-DE28-4FF7-B0D1-8FDE8531D97A}" srcOrd="0" destOrd="0" presId="urn:microsoft.com/office/officeart/2017/3/layout/DropPinTimeline"/>
    <dgm:cxn modelId="{EAD4BEB3-3F94-46AD-85DB-14A596F173C8}" type="presOf" srcId="{36192D05-EED9-45B8-A0F8-5E10C4FEC02C}" destId="{643EC3DD-7D5F-4FCA-9940-EA635A9D7782}" srcOrd="0" destOrd="0" presId="urn:microsoft.com/office/officeart/2017/3/layout/DropPinTimeline"/>
    <dgm:cxn modelId="{18F842BB-F378-433C-BB06-CE3A731A1CD4}" type="presOf" srcId="{4E965063-A4A8-490D-A4B2-BE3D19961087}" destId="{D3DB12E8-FFF2-4127-922F-0AE9A1A0DF02}" srcOrd="0" destOrd="0" presId="urn:microsoft.com/office/officeart/2017/3/layout/DropPinTimeline"/>
    <dgm:cxn modelId="{3C4651BC-F2F0-48AA-8DC7-5D3867353476}" srcId="{974DC560-227B-4902-8122-0BF15E0D538F}" destId="{A5F8DD07-5D88-47D3-8426-A02A2BC2B98A}" srcOrd="0" destOrd="0" parTransId="{94F0CF6D-39D3-48B0-9517-0F0B5D64F055}" sibTransId="{3330B721-FA16-4373-82EF-B366BF9C76D7}"/>
    <dgm:cxn modelId="{07D7D4BC-0855-4B3D-8A35-DDCD140223D1}" srcId="{A6DABDF7-9BE1-432E-9DC1-E563C403E8DD}" destId="{A88413C2-203A-4E19-888A-E4498090F878}" srcOrd="4" destOrd="0" parTransId="{0158DD88-66EE-4B53-AF5B-EC12138FE2F3}" sibTransId="{232A89E7-A8DF-4F5F-A1A0-1F9EFE6B4F77}"/>
    <dgm:cxn modelId="{A5E407C0-F618-46AF-B2CE-1CD50B3B662B}" srcId="{8BBE0764-49E4-4BA0-9C09-198479BFBA16}" destId="{5436ECF2-38D3-4284-970E-3981A19791F3}" srcOrd="0" destOrd="0" parTransId="{8369E566-93CB-42A4-8E75-0A38045DF172}" sibTransId="{88E6E99E-31DE-4DB3-BCC2-AFF695D9F506}"/>
    <dgm:cxn modelId="{546527E0-419F-45B8-8541-1BBDF7016D8C}" srcId="{8948DD11-4A24-4FA7-AB57-60192B373DBD}" destId="{22960B20-D30C-473E-8AE3-FAFBEC70D10F}" srcOrd="0" destOrd="0" parTransId="{3D4B40F4-F383-4639-8800-3DB49AFC91E6}" sibTransId="{97ECA01A-0277-49DA-8B6C-D8B436ED86D5}"/>
    <dgm:cxn modelId="{9DB5D1E1-EAE8-43F6-821D-13917EF6DEE0}" type="presOf" srcId="{8948DD11-4A24-4FA7-AB57-60192B373DBD}" destId="{B591668E-C2E4-46FD-9243-7DA611557234}" srcOrd="0" destOrd="0" presId="urn:microsoft.com/office/officeart/2017/3/layout/DropPinTimeline"/>
    <dgm:cxn modelId="{0A9BD2E1-9CCC-4CFC-A470-72E389B86CB1}" type="presOf" srcId="{A6DABDF7-9BE1-432E-9DC1-E563C403E8DD}" destId="{D2964188-017F-4689-B399-ABF80B8C311F}" srcOrd="0" destOrd="0" presId="urn:microsoft.com/office/officeart/2017/3/layout/DropPinTimeline"/>
    <dgm:cxn modelId="{A294F0E2-508D-48CC-8488-9F57790D17DF}" srcId="{A6DABDF7-9BE1-432E-9DC1-E563C403E8DD}" destId="{974DC560-227B-4902-8122-0BF15E0D538F}" srcOrd="1" destOrd="0" parTransId="{97878B7B-A0E7-4E67-8A9A-F47FBFC85CFA}" sibTransId="{E29510DB-EAF4-4CAC-BCE9-79D9E22848F5}"/>
    <dgm:cxn modelId="{3DC95EE9-D603-4FB6-8C17-FC0ABA2736B2}" type="presOf" srcId="{6ADC3400-FDA4-493C-980E-D3E8DCB7B092}" destId="{0D3FDEF1-F0D2-4997-B558-6E28B85F5394}" srcOrd="0" destOrd="0" presId="urn:microsoft.com/office/officeart/2017/3/layout/DropPinTimeline"/>
    <dgm:cxn modelId="{320D8662-4BBC-4156-B488-E28D9ACC3BB8}" type="presParOf" srcId="{D2964188-017F-4689-B399-ABF80B8C311F}" destId="{2B7296F0-3B1E-41D2-B8B2-0F1361CF8759}" srcOrd="0" destOrd="0" presId="urn:microsoft.com/office/officeart/2017/3/layout/DropPinTimeline"/>
    <dgm:cxn modelId="{8615CEB4-7439-47B7-946D-A629CB4526FF}" type="presParOf" srcId="{D2964188-017F-4689-B399-ABF80B8C311F}" destId="{605421EC-8AAD-4CD7-BB62-4C1018449087}" srcOrd="1" destOrd="0" presId="urn:microsoft.com/office/officeart/2017/3/layout/DropPinTimeline"/>
    <dgm:cxn modelId="{0CECEEFF-6D48-4C0C-B685-6A716B54EC68}" type="presParOf" srcId="{605421EC-8AAD-4CD7-BB62-4C1018449087}" destId="{3052BAA8-67A4-4FAF-86BB-A2A807C73E43}" srcOrd="0" destOrd="0" presId="urn:microsoft.com/office/officeart/2017/3/layout/DropPinTimeline"/>
    <dgm:cxn modelId="{90F23901-856B-45CD-9D26-42C318B4F32F}" type="presParOf" srcId="{3052BAA8-67A4-4FAF-86BB-A2A807C73E43}" destId="{DBA15E5A-6F5D-4103-B633-770B8B529016}" srcOrd="0" destOrd="0" presId="urn:microsoft.com/office/officeart/2017/3/layout/DropPinTimeline"/>
    <dgm:cxn modelId="{1B2856C5-51AA-431F-B2EE-42072052A27A}" type="presParOf" srcId="{3052BAA8-67A4-4FAF-86BB-A2A807C73E43}" destId="{850DDA08-9684-462E-8423-473E5677215A}" srcOrd="1" destOrd="0" presId="urn:microsoft.com/office/officeart/2017/3/layout/DropPinTimeline"/>
    <dgm:cxn modelId="{8BA31827-FABE-403B-8CAC-F6D1427AB2D1}" type="presParOf" srcId="{850DDA08-9684-462E-8423-473E5677215A}" destId="{6310454B-0E44-4BF2-94ED-3770FA8A6D9C}" srcOrd="0" destOrd="0" presId="urn:microsoft.com/office/officeart/2017/3/layout/DropPinTimeline"/>
    <dgm:cxn modelId="{CA2FE115-006D-445C-BFB2-ACD559540D8C}" type="presParOf" srcId="{850DDA08-9684-462E-8423-473E5677215A}" destId="{4F1A1CDA-897A-485A-9063-70284C9E22A3}" srcOrd="1" destOrd="0" presId="urn:microsoft.com/office/officeart/2017/3/layout/DropPinTimeline"/>
    <dgm:cxn modelId="{365FF39F-3B43-4BFE-9F8B-C0E2D912565C}" type="presParOf" srcId="{3052BAA8-67A4-4FAF-86BB-A2A807C73E43}" destId="{0F3C70A4-C384-4DC4-8187-EB8DFB692A08}" srcOrd="2" destOrd="0" presId="urn:microsoft.com/office/officeart/2017/3/layout/DropPinTimeline"/>
    <dgm:cxn modelId="{A14FA273-267F-4BE2-B6FB-33169549EBB5}" type="presParOf" srcId="{3052BAA8-67A4-4FAF-86BB-A2A807C73E43}" destId="{0D3FDEF1-F0D2-4997-B558-6E28B85F5394}" srcOrd="3" destOrd="0" presId="urn:microsoft.com/office/officeart/2017/3/layout/DropPinTimeline"/>
    <dgm:cxn modelId="{6858D0F6-4A01-4527-99EE-383FAD3AE543}" type="presParOf" srcId="{3052BAA8-67A4-4FAF-86BB-A2A807C73E43}" destId="{ECB0A617-3069-483D-AA49-6E3A09CDDFDC}" srcOrd="4" destOrd="0" presId="urn:microsoft.com/office/officeart/2017/3/layout/DropPinTimeline"/>
    <dgm:cxn modelId="{1BE062B0-4FE9-4306-A49F-F1F2F65B4036}" type="presParOf" srcId="{3052BAA8-67A4-4FAF-86BB-A2A807C73E43}" destId="{4E74CCC7-DE24-405C-8418-54EE8753525C}" srcOrd="5" destOrd="0" presId="urn:microsoft.com/office/officeart/2017/3/layout/DropPinTimeline"/>
    <dgm:cxn modelId="{3DE96F4F-5D8B-4AE7-B87B-E061B7153419}" type="presParOf" srcId="{605421EC-8AAD-4CD7-BB62-4C1018449087}" destId="{8568F616-C2BA-4885-B54E-C7BAB598B532}" srcOrd="1" destOrd="0" presId="urn:microsoft.com/office/officeart/2017/3/layout/DropPinTimeline"/>
    <dgm:cxn modelId="{B8EB3386-D728-4CF2-AD35-873054EBE314}" type="presParOf" srcId="{605421EC-8AAD-4CD7-BB62-4C1018449087}" destId="{F76E7EC2-FE9F-49B4-A6E2-7F44BCA40A37}" srcOrd="2" destOrd="0" presId="urn:microsoft.com/office/officeart/2017/3/layout/DropPinTimeline"/>
    <dgm:cxn modelId="{838DC18A-40E8-459D-BE48-BB80302DC9EE}" type="presParOf" srcId="{F76E7EC2-FE9F-49B4-A6E2-7F44BCA40A37}" destId="{7F43EAC3-1EA5-47A8-81BE-39AE01D9F6CE}" srcOrd="0" destOrd="0" presId="urn:microsoft.com/office/officeart/2017/3/layout/DropPinTimeline"/>
    <dgm:cxn modelId="{CF2D06F8-091D-4442-9F07-D209B1A63D21}" type="presParOf" srcId="{F76E7EC2-FE9F-49B4-A6E2-7F44BCA40A37}" destId="{9E02EEDD-4D4D-485F-8D12-7994CFD5ED0A}" srcOrd="1" destOrd="0" presId="urn:microsoft.com/office/officeart/2017/3/layout/DropPinTimeline"/>
    <dgm:cxn modelId="{69961229-C18F-412B-80E9-4CE11846C72B}" type="presParOf" srcId="{9E02EEDD-4D4D-485F-8D12-7994CFD5ED0A}" destId="{0F80E441-9A39-4E0A-8CEC-4F157F56F720}" srcOrd="0" destOrd="0" presId="urn:microsoft.com/office/officeart/2017/3/layout/DropPinTimeline"/>
    <dgm:cxn modelId="{FD7B3267-94C4-4AF6-AE28-5E43DCDC190F}" type="presParOf" srcId="{9E02EEDD-4D4D-485F-8D12-7994CFD5ED0A}" destId="{E118E670-3B5B-4F78-9117-019C7115C447}" srcOrd="1" destOrd="0" presId="urn:microsoft.com/office/officeart/2017/3/layout/DropPinTimeline"/>
    <dgm:cxn modelId="{F2AB450A-D3DE-4162-93D3-6491AD6DC13A}" type="presParOf" srcId="{F76E7EC2-FE9F-49B4-A6E2-7F44BCA40A37}" destId="{DC39DC8D-384F-4B62-ABA4-95BB7B2F3010}" srcOrd="2" destOrd="0" presId="urn:microsoft.com/office/officeart/2017/3/layout/DropPinTimeline"/>
    <dgm:cxn modelId="{458423DD-6E58-4457-BE92-CF577633B3CF}" type="presParOf" srcId="{F76E7EC2-FE9F-49B4-A6E2-7F44BCA40A37}" destId="{49106A8A-DE28-4FF7-B0D1-8FDE8531D97A}" srcOrd="3" destOrd="0" presId="urn:microsoft.com/office/officeart/2017/3/layout/DropPinTimeline"/>
    <dgm:cxn modelId="{7FB5CAC7-A941-4922-8A0D-E1172E877C5F}" type="presParOf" srcId="{F76E7EC2-FE9F-49B4-A6E2-7F44BCA40A37}" destId="{3AF6358E-E702-4112-AC7F-26294F500E6E}" srcOrd="4" destOrd="0" presId="urn:microsoft.com/office/officeart/2017/3/layout/DropPinTimeline"/>
    <dgm:cxn modelId="{2CFD1A2E-10AD-4051-90FB-6ECA65498F4F}" type="presParOf" srcId="{F76E7EC2-FE9F-49B4-A6E2-7F44BCA40A37}" destId="{68AF9ED8-105F-4500-8F1A-00A912FB7CC6}" srcOrd="5" destOrd="0" presId="urn:microsoft.com/office/officeart/2017/3/layout/DropPinTimeline"/>
    <dgm:cxn modelId="{9C0140B5-90D1-45B5-8A85-AD78DFE4CB6F}" type="presParOf" srcId="{605421EC-8AAD-4CD7-BB62-4C1018449087}" destId="{02947206-9D64-4898-9A9C-00F4DC9292F5}" srcOrd="3" destOrd="0" presId="urn:microsoft.com/office/officeart/2017/3/layout/DropPinTimeline"/>
    <dgm:cxn modelId="{C088C625-FFEA-499A-892D-F2A2E7597C83}" type="presParOf" srcId="{605421EC-8AAD-4CD7-BB62-4C1018449087}" destId="{B173712F-13B4-47DB-9D68-9E091E407EE2}" srcOrd="4" destOrd="0" presId="urn:microsoft.com/office/officeart/2017/3/layout/DropPinTimeline"/>
    <dgm:cxn modelId="{5192A3E6-B208-41AB-AD2A-EC6FD055AB91}" type="presParOf" srcId="{B173712F-13B4-47DB-9D68-9E091E407EE2}" destId="{6147A042-0C0C-43CE-81F5-D7CD1CE96B10}" srcOrd="0" destOrd="0" presId="urn:microsoft.com/office/officeart/2017/3/layout/DropPinTimeline"/>
    <dgm:cxn modelId="{3D27EF2D-0DCD-4492-B5A9-E3EC6EAE08D6}" type="presParOf" srcId="{B173712F-13B4-47DB-9D68-9E091E407EE2}" destId="{01D4B500-EE2C-4761-AD7B-1FC44EF2C535}" srcOrd="1" destOrd="0" presId="urn:microsoft.com/office/officeart/2017/3/layout/DropPinTimeline"/>
    <dgm:cxn modelId="{D8987F57-9C4E-4711-988B-6FDE5F4A2A40}" type="presParOf" srcId="{01D4B500-EE2C-4761-AD7B-1FC44EF2C535}" destId="{EE6695E0-0451-4F88-9CCA-5E6BA78D79D4}" srcOrd="0" destOrd="0" presId="urn:microsoft.com/office/officeart/2017/3/layout/DropPinTimeline"/>
    <dgm:cxn modelId="{B4827974-B102-4AA1-81A1-A990849F25B0}" type="presParOf" srcId="{01D4B500-EE2C-4761-AD7B-1FC44EF2C535}" destId="{1C719912-09EB-4FCA-A0FA-A80B1EBB7F1B}" srcOrd="1" destOrd="0" presId="urn:microsoft.com/office/officeart/2017/3/layout/DropPinTimeline"/>
    <dgm:cxn modelId="{DAE33B20-5D7A-469B-8DE8-8F9104855C3B}" type="presParOf" srcId="{B173712F-13B4-47DB-9D68-9E091E407EE2}" destId="{2F9A2D2E-64D8-4F60-9270-B60829BBFDE9}" srcOrd="2" destOrd="0" presId="urn:microsoft.com/office/officeart/2017/3/layout/DropPinTimeline"/>
    <dgm:cxn modelId="{48326D82-8E88-4552-A456-F94737BF38A0}" type="presParOf" srcId="{B173712F-13B4-47DB-9D68-9E091E407EE2}" destId="{6041E294-5711-4C74-9DCA-F96FB7560052}" srcOrd="3" destOrd="0" presId="urn:microsoft.com/office/officeart/2017/3/layout/DropPinTimeline"/>
    <dgm:cxn modelId="{0EFA279C-72CC-46D0-9D73-558318E65E59}" type="presParOf" srcId="{B173712F-13B4-47DB-9D68-9E091E407EE2}" destId="{BFE0E63A-33D7-4A2E-BEFE-38BC7DD4E2F0}" srcOrd="4" destOrd="0" presId="urn:microsoft.com/office/officeart/2017/3/layout/DropPinTimeline"/>
    <dgm:cxn modelId="{4BFC2100-8E18-48D3-AD3E-1E9B2626E36A}" type="presParOf" srcId="{B173712F-13B4-47DB-9D68-9E091E407EE2}" destId="{1C33EE46-6BB3-49FF-BFEC-BE978C8B3CF5}" srcOrd="5" destOrd="0" presId="urn:microsoft.com/office/officeart/2017/3/layout/DropPinTimeline"/>
    <dgm:cxn modelId="{1A00CFEF-0DB7-47C9-8BDF-58322C706C57}" type="presParOf" srcId="{605421EC-8AAD-4CD7-BB62-4C1018449087}" destId="{315AFC41-AFCF-4938-9F7D-C149FA856E4E}" srcOrd="5" destOrd="0" presId="urn:microsoft.com/office/officeart/2017/3/layout/DropPinTimeline"/>
    <dgm:cxn modelId="{52498B89-2FFA-4CCB-BFD2-C08861011BC4}" type="presParOf" srcId="{605421EC-8AAD-4CD7-BB62-4C1018449087}" destId="{61774B37-E2E7-498F-83E8-3B8BCF5A522A}" srcOrd="6" destOrd="0" presId="urn:microsoft.com/office/officeart/2017/3/layout/DropPinTimeline"/>
    <dgm:cxn modelId="{4C9C5A4D-A577-4A0B-8AFF-1B9B97A209D4}" type="presParOf" srcId="{61774B37-E2E7-498F-83E8-3B8BCF5A522A}" destId="{1CCB43F5-7BDA-4ED9-8615-E03F07E3AC3E}" srcOrd="0" destOrd="0" presId="urn:microsoft.com/office/officeart/2017/3/layout/DropPinTimeline"/>
    <dgm:cxn modelId="{9DF597A0-1AF2-401D-AF2B-E171354A42E6}" type="presParOf" srcId="{61774B37-E2E7-498F-83E8-3B8BCF5A522A}" destId="{495E4E02-C5E7-4FA2-A6C6-02E7A06444E7}" srcOrd="1" destOrd="0" presId="urn:microsoft.com/office/officeart/2017/3/layout/DropPinTimeline"/>
    <dgm:cxn modelId="{66F42504-2BA1-4474-A232-15CEEFD497DE}" type="presParOf" srcId="{495E4E02-C5E7-4FA2-A6C6-02E7A06444E7}" destId="{242E88D5-BD1B-45AA-B76D-DE8E3541F4DB}" srcOrd="0" destOrd="0" presId="urn:microsoft.com/office/officeart/2017/3/layout/DropPinTimeline"/>
    <dgm:cxn modelId="{3865D877-679E-4E45-A989-3AE8A6BD4208}" type="presParOf" srcId="{495E4E02-C5E7-4FA2-A6C6-02E7A06444E7}" destId="{2B96FA91-AFA2-4D02-9D0A-E19FC34E874F}" srcOrd="1" destOrd="0" presId="urn:microsoft.com/office/officeart/2017/3/layout/DropPinTimeline"/>
    <dgm:cxn modelId="{07125AB9-6A33-476E-BD47-39BA564E3E95}" type="presParOf" srcId="{61774B37-E2E7-498F-83E8-3B8BCF5A522A}" destId="{3CE44525-BB29-44A3-8FB0-7D5B23F58072}" srcOrd="2" destOrd="0" presId="urn:microsoft.com/office/officeart/2017/3/layout/DropPinTimeline"/>
    <dgm:cxn modelId="{0C4DA307-DA5A-428D-8E96-30AF65BB85CF}" type="presParOf" srcId="{61774B37-E2E7-498F-83E8-3B8BCF5A522A}" destId="{D3DB12E8-FFF2-4127-922F-0AE9A1A0DF02}" srcOrd="3" destOrd="0" presId="urn:microsoft.com/office/officeart/2017/3/layout/DropPinTimeline"/>
    <dgm:cxn modelId="{1D2A7580-5754-4953-9A1A-411873D70A50}" type="presParOf" srcId="{61774B37-E2E7-498F-83E8-3B8BCF5A522A}" destId="{D1C4EA62-B70B-45F1-9FB1-8CDC27C018DC}" srcOrd="4" destOrd="0" presId="urn:microsoft.com/office/officeart/2017/3/layout/DropPinTimeline"/>
    <dgm:cxn modelId="{9B2C275F-74DB-4657-9CB7-54165B354588}" type="presParOf" srcId="{61774B37-E2E7-498F-83E8-3B8BCF5A522A}" destId="{2C5BBF58-5006-45D0-A316-0630A5CABC5F}" srcOrd="5" destOrd="0" presId="urn:microsoft.com/office/officeart/2017/3/layout/DropPinTimeline"/>
    <dgm:cxn modelId="{8AC11867-4D88-4FEF-A3A1-BE203F44A33D}" type="presParOf" srcId="{605421EC-8AAD-4CD7-BB62-4C1018449087}" destId="{A695BE28-0901-41D0-AD27-CDF4207E9ACE}" srcOrd="7" destOrd="0" presId="urn:microsoft.com/office/officeart/2017/3/layout/DropPinTimeline"/>
    <dgm:cxn modelId="{58A1D174-4BFD-494A-BD9F-FAFDD9231F25}" type="presParOf" srcId="{605421EC-8AAD-4CD7-BB62-4C1018449087}" destId="{DF256B84-F2EB-4C15-B0B8-7DE182C0BB40}" srcOrd="8" destOrd="0" presId="urn:microsoft.com/office/officeart/2017/3/layout/DropPinTimeline"/>
    <dgm:cxn modelId="{1554FF47-F3C9-4EAB-8592-D53862154F03}" type="presParOf" srcId="{DF256B84-F2EB-4C15-B0B8-7DE182C0BB40}" destId="{9F17FA87-8B56-4B83-957C-70DEF685A62D}" srcOrd="0" destOrd="0" presId="urn:microsoft.com/office/officeart/2017/3/layout/DropPinTimeline"/>
    <dgm:cxn modelId="{57E14CCD-64D6-4337-ADC5-8E24EC6C0D9D}" type="presParOf" srcId="{DF256B84-F2EB-4C15-B0B8-7DE182C0BB40}" destId="{6B5B5F69-1005-44A9-B298-ADE4DC042459}" srcOrd="1" destOrd="0" presId="urn:microsoft.com/office/officeart/2017/3/layout/DropPinTimeline"/>
    <dgm:cxn modelId="{3EF8342E-6E54-4EF8-B9C9-9888E38F7383}" type="presParOf" srcId="{6B5B5F69-1005-44A9-B298-ADE4DC042459}" destId="{38FE15CA-E641-42B5-8CE6-ADBE0A5C0A53}" srcOrd="0" destOrd="0" presId="urn:microsoft.com/office/officeart/2017/3/layout/DropPinTimeline"/>
    <dgm:cxn modelId="{3B7C8791-0874-4C4F-9775-7CB916D95869}" type="presParOf" srcId="{6B5B5F69-1005-44A9-B298-ADE4DC042459}" destId="{6E74B6CE-F66C-489D-A0E2-998F476FCC52}" srcOrd="1" destOrd="0" presId="urn:microsoft.com/office/officeart/2017/3/layout/DropPinTimeline"/>
    <dgm:cxn modelId="{5C64FD8A-39C7-4155-AD6A-A66D5FB9028E}" type="presParOf" srcId="{DF256B84-F2EB-4C15-B0B8-7DE182C0BB40}" destId="{2298CCFE-AA09-408D-AC28-AA638009B84F}" srcOrd="2" destOrd="0" presId="urn:microsoft.com/office/officeart/2017/3/layout/DropPinTimeline"/>
    <dgm:cxn modelId="{5EB514BA-73C1-4505-B1A2-1E054DE35DBA}" type="presParOf" srcId="{DF256B84-F2EB-4C15-B0B8-7DE182C0BB40}" destId="{E72C286C-E746-44D5-8615-414559310748}" srcOrd="3" destOrd="0" presId="urn:microsoft.com/office/officeart/2017/3/layout/DropPinTimeline"/>
    <dgm:cxn modelId="{3932AAB4-997B-4D30-AAE0-4B4070CE3045}" type="presParOf" srcId="{DF256B84-F2EB-4C15-B0B8-7DE182C0BB40}" destId="{39925797-544E-422F-B786-271F0E1BDB43}" srcOrd="4" destOrd="0" presId="urn:microsoft.com/office/officeart/2017/3/layout/DropPinTimeline"/>
    <dgm:cxn modelId="{7E6FE11E-8674-4BC3-A10D-7C24E6C0BCCB}" type="presParOf" srcId="{DF256B84-F2EB-4C15-B0B8-7DE182C0BB40}" destId="{E5ED1AE1-2937-4D2B-B91C-C9E67E5D64E4}" srcOrd="5" destOrd="0" presId="urn:microsoft.com/office/officeart/2017/3/layout/DropPinTimeline"/>
    <dgm:cxn modelId="{FB574B64-97CE-4F93-8D34-1287DE2A6BDC}" type="presParOf" srcId="{605421EC-8AAD-4CD7-BB62-4C1018449087}" destId="{199372B7-CE48-41C2-A295-DBE319941F4A}" srcOrd="9" destOrd="0" presId="urn:microsoft.com/office/officeart/2017/3/layout/DropPinTimeline"/>
    <dgm:cxn modelId="{2D710971-0CFA-478A-8338-E13D79B7613D}" type="presParOf" srcId="{605421EC-8AAD-4CD7-BB62-4C1018449087}" destId="{577F1953-4F47-4282-8A64-A0397A7BAAB5}" srcOrd="10" destOrd="0" presId="urn:microsoft.com/office/officeart/2017/3/layout/DropPinTimeline"/>
    <dgm:cxn modelId="{8F9E9FCA-935B-4056-9620-D9772F3C63A6}" type="presParOf" srcId="{577F1953-4F47-4282-8A64-A0397A7BAAB5}" destId="{4FB81A3C-7387-4723-8851-921F05FBF92D}" srcOrd="0" destOrd="0" presId="urn:microsoft.com/office/officeart/2017/3/layout/DropPinTimeline"/>
    <dgm:cxn modelId="{BB36624D-C643-4856-82D7-8EB65CFCE950}" type="presParOf" srcId="{577F1953-4F47-4282-8A64-A0397A7BAAB5}" destId="{94CF1CCE-4FBD-45EF-8B73-14F1EE2BEB08}" srcOrd="1" destOrd="0" presId="urn:microsoft.com/office/officeart/2017/3/layout/DropPinTimeline"/>
    <dgm:cxn modelId="{86002E93-6472-4B31-ADD6-3E2096FC01F2}" type="presParOf" srcId="{94CF1CCE-4FBD-45EF-8B73-14F1EE2BEB08}" destId="{4CA58E8A-C4BA-43EC-9238-F95FBAABD3B4}" srcOrd="0" destOrd="0" presId="urn:microsoft.com/office/officeart/2017/3/layout/DropPinTimeline"/>
    <dgm:cxn modelId="{4BD287A6-5BDA-4CD4-90C4-F2A5BE23B9A0}" type="presParOf" srcId="{94CF1CCE-4FBD-45EF-8B73-14F1EE2BEB08}" destId="{7CB56F92-1F7D-46E5-8FB1-90F586F434E9}" srcOrd="1" destOrd="0" presId="urn:microsoft.com/office/officeart/2017/3/layout/DropPinTimeline"/>
    <dgm:cxn modelId="{038A00CD-BEE0-4C6C-84D5-055A29278DDA}" type="presParOf" srcId="{577F1953-4F47-4282-8A64-A0397A7BAAB5}" destId="{A2B25B30-B157-4880-8DFE-F524756BE7C2}" srcOrd="2" destOrd="0" presId="urn:microsoft.com/office/officeart/2017/3/layout/DropPinTimeline"/>
    <dgm:cxn modelId="{5A79E948-A840-44A8-976D-3B130D9E8D31}" type="presParOf" srcId="{577F1953-4F47-4282-8A64-A0397A7BAAB5}" destId="{B591668E-C2E4-46FD-9243-7DA611557234}" srcOrd="3" destOrd="0" presId="urn:microsoft.com/office/officeart/2017/3/layout/DropPinTimeline"/>
    <dgm:cxn modelId="{02C95970-E653-4F59-92E7-F0AD34DFA0D1}" type="presParOf" srcId="{577F1953-4F47-4282-8A64-A0397A7BAAB5}" destId="{6F407CD2-0867-445B-BC1F-FE47CA580A87}" srcOrd="4" destOrd="0" presId="urn:microsoft.com/office/officeart/2017/3/layout/DropPinTimeline"/>
    <dgm:cxn modelId="{6D0A834A-448E-4F46-A89C-F787EEA3580D}" type="presParOf" srcId="{577F1953-4F47-4282-8A64-A0397A7BAAB5}" destId="{83C1843B-418C-497E-A674-EF63EF961D93}" srcOrd="5" destOrd="0" presId="urn:microsoft.com/office/officeart/2017/3/layout/DropPinTimeline"/>
    <dgm:cxn modelId="{068FA506-33C2-437A-8566-09046CA161AC}" type="presParOf" srcId="{605421EC-8AAD-4CD7-BB62-4C1018449087}" destId="{D8C70FDE-0A4F-4FBD-8087-9CDE3CD775AF}" srcOrd="11" destOrd="0" presId="urn:microsoft.com/office/officeart/2017/3/layout/DropPinTimeline"/>
    <dgm:cxn modelId="{C771CEBF-A826-48A7-9E19-E4243FD4920F}" type="presParOf" srcId="{605421EC-8AAD-4CD7-BB62-4C1018449087}" destId="{E89858DF-F787-4375-ADD0-6554D25B4EED}" srcOrd="12" destOrd="0" presId="urn:microsoft.com/office/officeart/2017/3/layout/DropPinTimeline"/>
    <dgm:cxn modelId="{BC4EEC20-7A62-4569-A651-CC7FE92593DC}" type="presParOf" srcId="{E89858DF-F787-4375-ADD0-6554D25B4EED}" destId="{737C394D-5CCB-4021-B663-1AFE84CE4AE3}" srcOrd="0" destOrd="0" presId="urn:microsoft.com/office/officeart/2017/3/layout/DropPinTimeline"/>
    <dgm:cxn modelId="{C88CD873-CF2D-4059-BEF1-8C72FA67705A}" type="presParOf" srcId="{E89858DF-F787-4375-ADD0-6554D25B4EED}" destId="{1B67CE26-8F8B-430C-A55F-41B7DBC127F0}" srcOrd="1" destOrd="0" presId="urn:microsoft.com/office/officeart/2017/3/layout/DropPinTimeline"/>
    <dgm:cxn modelId="{8416459F-328B-4E73-88F2-BD8DF1E4FD48}" type="presParOf" srcId="{1B67CE26-8F8B-430C-A55F-41B7DBC127F0}" destId="{FE246675-CD97-409C-8B46-86E10D1F89A1}" srcOrd="0" destOrd="0" presId="urn:microsoft.com/office/officeart/2017/3/layout/DropPinTimeline"/>
    <dgm:cxn modelId="{F1FCA13D-075D-42B1-97A2-42A57CBA39DC}" type="presParOf" srcId="{1B67CE26-8F8B-430C-A55F-41B7DBC127F0}" destId="{8B806E9B-9CD7-42EB-B072-A88E569DB188}" srcOrd="1" destOrd="0" presId="urn:microsoft.com/office/officeart/2017/3/layout/DropPinTimeline"/>
    <dgm:cxn modelId="{D396F340-6272-469C-8136-BE10DCE4B7C3}" type="presParOf" srcId="{E89858DF-F787-4375-ADD0-6554D25B4EED}" destId="{643EC3DD-7D5F-4FCA-9940-EA635A9D7782}" srcOrd="2" destOrd="0" presId="urn:microsoft.com/office/officeart/2017/3/layout/DropPinTimeline"/>
    <dgm:cxn modelId="{694F61B0-066E-4B70-90A1-75F7AEA3B9B7}" type="presParOf" srcId="{E89858DF-F787-4375-ADD0-6554D25B4EED}" destId="{695FFEDA-0651-4BDD-B9F8-48C57914FCE7}" srcOrd="3" destOrd="0" presId="urn:microsoft.com/office/officeart/2017/3/layout/DropPinTimeline"/>
    <dgm:cxn modelId="{2E36B86D-5DD2-4FB7-B0C2-BB9EEC47D9C7}" type="presParOf" srcId="{E89858DF-F787-4375-ADD0-6554D25B4EED}" destId="{7FA88C53-0EEF-4C90-A9E9-39BF711717D8}" srcOrd="4" destOrd="0" presId="urn:microsoft.com/office/officeart/2017/3/layout/DropPinTimeline"/>
    <dgm:cxn modelId="{464E9A62-EA1D-416C-847E-12F0496EE5E6}" type="presParOf" srcId="{E89858DF-F787-4375-ADD0-6554D25B4EED}" destId="{54DF3318-A535-40F8-8FAD-6FD515D676AE}" srcOrd="5" destOrd="0" presId="urn:microsoft.com/office/officeart/2017/3/layout/DropPinTimeline"/>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A83F48B7-9F57-46C6-AD7D-2247286F99C3}"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F5D4272A-9EE3-48BC-A88D-9A9157FD0167}">
      <dgm:prSet/>
      <dgm:spPr/>
      <dgm:t>
        <a:bodyPr/>
        <a:lstStyle/>
        <a:p>
          <a:r>
            <a:rPr lang="en-US"/>
            <a:t>Job analysis</a:t>
          </a:r>
        </a:p>
      </dgm:t>
    </dgm:pt>
    <dgm:pt modelId="{1787A81F-2FC4-46C3-89B1-FB30F519B2EE}" type="parTrans" cxnId="{996F3486-CE62-4D2B-99E3-68633060B481}">
      <dgm:prSet/>
      <dgm:spPr/>
      <dgm:t>
        <a:bodyPr/>
        <a:lstStyle/>
        <a:p>
          <a:endParaRPr lang="en-US"/>
        </a:p>
      </dgm:t>
    </dgm:pt>
    <dgm:pt modelId="{14AF9F64-0E85-4287-8282-F6E1B903DE79}" type="sibTrans" cxnId="{996F3486-CE62-4D2B-99E3-68633060B481}">
      <dgm:prSet/>
      <dgm:spPr/>
      <dgm:t>
        <a:bodyPr/>
        <a:lstStyle/>
        <a:p>
          <a:endParaRPr lang="en-US"/>
        </a:p>
      </dgm:t>
    </dgm:pt>
    <dgm:pt modelId="{F10229AE-6E42-4F9A-AA76-32F152386B3F}">
      <dgm:prSet/>
      <dgm:spPr/>
      <dgm:t>
        <a:bodyPr/>
        <a:lstStyle/>
        <a:p>
          <a:r>
            <a:rPr lang="en-US"/>
            <a:t>O*Net</a:t>
          </a:r>
        </a:p>
      </dgm:t>
    </dgm:pt>
    <dgm:pt modelId="{F0429F7D-152C-4C29-A32D-8CA0FCA60836}" type="parTrans" cxnId="{3E0CA5B8-AF8F-4C77-B687-B3448E1580C2}">
      <dgm:prSet/>
      <dgm:spPr/>
      <dgm:t>
        <a:bodyPr/>
        <a:lstStyle/>
        <a:p>
          <a:endParaRPr lang="en-US"/>
        </a:p>
      </dgm:t>
    </dgm:pt>
    <dgm:pt modelId="{C8E94222-860F-44E0-BAB4-AB70AEB37CD1}" type="sibTrans" cxnId="{3E0CA5B8-AF8F-4C77-B687-B3448E1580C2}">
      <dgm:prSet/>
      <dgm:spPr/>
      <dgm:t>
        <a:bodyPr/>
        <a:lstStyle/>
        <a:p>
          <a:endParaRPr lang="en-US"/>
        </a:p>
      </dgm:t>
    </dgm:pt>
    <dgm:pt modelId="{0620B8CE-4817-463F-B49E-3EF82B27DA42}">
      <dgm:prSet/>
      <dgm:spPr/>
      <dgm:t>
        <a:bodyPr/>
        <a:lstStyle/>
        <a:p>
          <a:r>
            <a:rPr lang="en-US"/>
            <a:t>Interviews</a:t>
          </a:r>
        </a:p>
      </dgm:t>
    </dgm:pt>
    <dgm:pt modelId="{35859540-677B-45C6-852C-CF6222BC9CB8}" type="parTrans" cxnId="{E7D73ED6-46B8-4DD8-82B4-1D0360C83C35}">
      <dgm:prSet/>
      <dgm:spPr/>
      <dgm:t>
        <a:bodyPr/>
        <a:lstStyle/>
        <a:p>
          <a:endParaRPr lang="en-US"/>
        </a:p>
      </dgm:t>
    </dgm:pt>
    <dgm:pt modelId="{2152DDE8-B667-4E66-AD21-40003296385A}" type="sibTrans" cxnId="{E7D73ED6-46B8-4DD8-82B4-1D0360C83C35}">
      <dgm:prSet/>
      <dgm:spPr/>
      <dgm:t>
        <a:bodyPr/>
        <a:lstStyle/>
        <a:p>
          <a:endParaRPr lang="en-US"/>
        </a:p>
      </dgm:t>
    </dgm:pt>
    <dgm:pt modelId="{15E62C05-53DA-4247-B738-DCCDB4E61234}">
      <dgm:prSet/>
      <dgm:spPr/>
      <dgm:t>
        <a:bodyPr/>
        <a:lstStyle/>
        <a:p>
          <a:r>
            <a:rPr lang="en-US"/>
            <a:t>Performance appraisals</a:t>
          </a:r>
        </a:p>
      </dgm:t>
    </dgm:pt>
    <dgm:pt modelId="{8327F6CE-4EEA-49ED-9B2E-FFF4F1334F0B}" type="parTrans" cxnId="{912CD3D7-FED5-4D25-9738-29263C40F7D8}">
      <dgm:prSet/>
      <dgm:spPr/>
      <dgm:t>
        <a:bodyPr/>
        <a:lstStyle/>
        <a:p>
          <a:endParaRPr lang="en-US"/>
        </a:p>
      </dgm:t>
    </dgm:pt>
    <dgm:pt modelId="{3CF3CC78-F9CC-4B35-B459-30A8BAAB36C1}" type="sibTrans" cxnId="{912CD3D7-FED5-4D25-9738-29263C40F7D8}">
      <dgm:prSet/>
      <dgm:spPr/>
      <dgm:t>
        <a:bodyPr/>
        <a:lstStyle/>
        <a:p>
          <a:endParaRPr lang="en-US"/>
        </a:p>
      </dgm:t>
    </dgm:pt>
    <dgm:pt modelId="{EE04AD59-381D-4B51-B702-A3947DD9C452}" type="pres">
      <dgm:prSet presAssocID="{A83F48B7-9F57-46C6-AD7D-2247286F99C3}" presName="root" presStyleCnt="0">
        <dgm:presLayoutVars>
          <dgm:dir/>
          <dgm:resizeHandles val="exact"/>
        </dgm:presLayoutVars>
      </dgm:prSet>
      <dgm:spPr/>
    </dgm:pt>
    <dgm:pt modelId="{B7146A54-2B89-44E0-BEF7-87F50187CC4E}" type="pres">
      <dgm:prSet presAssocID="{F5D4272A-9EE3-48BC-A88D-9A9157FD0167}" presName="compNode" presStyleCnt="0"/>
      <dgm:spPr/>
    </dgm:pt>
    <dgm:pt modelId="{C4FEE72B-EEB7-42E5-AEC6-2BEC8B3CF050}" type="pres">
      <dgm:prSet presAssocID="{F5D4272A-9EE3-48BC-A88D-9A9157FD0167}" presName="bgRect" presStyleLbl="bgShp" presStyleIdx="0" presStyleCnt="4"/>
      <dgm:spPr/>
    </dgm:pt>
    <dgm:pt modelId="{CA1E0E19-325A-45DE-9BCD-0D1C509139FD}" type="pres">
      <dgm:prSet presAssocID="{F5D4272A-9EE3-48BC-A88D-9A9157FD0167}"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Magnifying glass"/>
        </a:ext>
      </dgm:extLst>
    </dgm:pt>
    <dgm:pt modelId="{B23F3FBF-CD09-40C3-8153-AD6407DE644E}" type="pres">
      <dgm:prSet presAssocID="{F5D4272A-9EE3-48BC-A88D-9A9157FD0167}" presName="spaceRect" presStyleCnt="0"/>
      <dgm:spPr/>
    </dgm:pt>
    <dgm:pt modelId="{D94A602A-11F1-481C-AD78-E67B7210CAAB}" type="pres">
      <dgm:prSet presAssocID="{F5D4272A-9EE3-48BC-A88D-9A9157FD0167}" presName="parTx" presStyleLbl="revTx" presStyleIdx="0" presStyleCnt="4">
        <dgm:presLayoutVars>
          <dgm:chMax val="0"/>
          <dgm:chPref val="0"/>
        </dgm:presLayoutVars>
      </dgm:prSet>
      <dgm:spPr/>
    </dgm:pt>
    <dgm:pt modelId="{F4C88AB9-0287-4DD0-8562-A9119FB9D243}" type="pres">
      <dgm:prSet presAssocID="{14AF9F64-0E85-4287-8282-F6E1B903DE79}" presName="sibTrans" presStyleCnt="0"/>
      <dgm:spPr/>
    </dgm:pt>
    <dgm:pt modelId="{70338059-15BB-4EC4-BB19-3525A3865522}" type="pres">
      <dgm:prSet presAssocID="{F10229AE-6E42-4F9A-AA76-32F152386B3F}" presName="compNode" presStyleCnt="0"/>
      <dgm:spPr/>
    </dgm:pt>
    <dgm:pt modelId="{EEF9DDEE-D513-4974-97DD-A23FD59CAA4E}" type="pres">
      <dgm:prSet presAssocID="{F10229AE-6E42-4F9A-AA76-32F152386B3F}" presName="bgRect" presStyleLbl="bgShp" presStyleIdx="1" presStyleCnt="4"/>
      <dgm:spPr/>
    </dgm:pt>
    <dgm:pt modelId="{36CA5AC7-D98B-4513-BADE-8CD0C4C1D2EB}" type="pres">
      <dgm:prSet presAssocID="{F10229AE-6E42-4F9A-AA76-32F152386B3F}"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Home"/>
        </a:ext>
      </dgm:extLst>
    </dgm:pt>
    <dgm:pt modelId="{F3DF94BD-9B7A-4F94-A77E-78EFFEE3F64D}" type="pres">
      <dgm:prSet presAssocID="{F10229AE-6E42-4F9A-AA76-32F152386B3F}" presName="spaceRect" presStyleCnt="0"/>
      <dgm:spPr/>
    </dgm:pt>
    <dgm:pt modelId="{F45F2922-9EBB-4315-9515-16BCBC609350}" type="pres">
      <dgm:prSet presAssocID="{F10229AE-6E42-4F9A-AA76-32F152386B3F}" presName="parTx" presStyleLbl="revTx" presStyleIdx="1" presStyleCnt="4">
        <dgm:presLayoutVars>
          <dgm:chMax val="0"/>
          <dgm:chPref val="0"/>
        </dgm:presLayoutVars>
      </dgm:prSet>
      <dgm:spPr/>
    </dgm:pt>
    <dgm:pt modelId="{A3F17462-68CC-434B-AEE7-2C0BEB325E95}" type="pres">
      <dgm:prSet presAssocID="{C8E94222-860F-44E0-BAB4-AB70AEB37CD1}" presName="sibTrans" presStyleCnt="0"/>
      <dgm:spPr/>
    </dgm:pt>
    <dgm:pt modelId="{2B26D2AA-0244-4A3F-B544-B2D6FF413AA0}" type="pres">
      <dgm:prSet presAssocID="{0620B8CE-4817-463F-B49E-3EF82B27DA42}" presName="compNode" presStyleCnt="0"/>
      <dgm:spPr/>
    </dgm:pt>
    <dgm:pt modelId="{10A0160F-2E15-41D9-9205-057E05223D6B}" type="pres">
      <dgm:prSet presAssocID="{0620B8CE-4817-463F-B49E-3EF82B27DA42}" presName="bgRect" presStyleLbl="bgShp" presStyleIdx="2" presStyleCnt="4"/>
      <dgm:spPr/>
    </dgm:pt>
    <dgm:pt modelId="{9F4A8F21-68C6-4CD9-906C-9437FFD20946}" type="pres">
      <dgm:prSet presAssocID="{0620B8CE-4817-463F-B49E-3EF82B27DA42}"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hat"/>
        </a:ext>
      </dgm:extLst>
    </dgm:pt>
    <dgm:pt modelId="{A879A5DE-EF3A-4020-B641-95ED6E72C82F}" type="pres">
      <dgm:prSet presAssocID="{0620B8CE-4817-463F-B49E-3EF82B27DA42}" presName="spaceRect" presStyleCnt="0"/>
      <dgm:spPr/>
    </dgm:pt>
    <dgm:pt modelId="{FD4EA87F-EE5E-4371-8AD7-A5E71968E317}" type="pres">
      <dgm:prSet presAssocID="{0620B8CE-4817-463F-B49E-3EF82B27DA42}" presName="parTx" presStyleLbl="revTx" presStyleIdx="2" presStyleCnt="4">
        <dgm:presLayoutVars>
          <dgm:chMax val="0"/>
          <dgm:chPref val="0"/>
        </dgm:presLayoutVars>
      </dgm:prSet>
      <dgm:spPr/>
    </dgm:pt>
    <dgm:pt modelId="{FF3AE1C3-B548-419F-AA63-071332D637DD}" type="pres">
      <dgm:prSet presAssocID="{2152DDE8-B667-4E66-AD21-40003296385A}" presName="sibTrans" presStyleCnt="0"/>
      <dgm:spPr/>
    </dgm:pt>
    <dgm:pt modelId="{69614E4E-FC97-4B12-9FA2-8F1C01ED8931}" type="pres">
      <dgm:prSet presAssocID="{15E62C05-53DA-4247-B738-DCCDB4E61234}" presName="compNode" presStyleCnt="0"/>
      <dgm:spPr/>
    </dgm:pt>
    <dgm:pt modelId="{0316E70D-EEA9-44DE-904B-62F502E53758}" type="pres">
      <dgm:prSet presAssocID="{15E62C05-53DA-4247-B738-DCCDB4E61234}" presName="bgRect" presStyleLbl="bgShp" presStyleIdx="3" presStyleCnt="4"/>
      <dgm:spPr/>
    </dgm:pt>
    <dgm:pt modelId="{B97A56CC-D55C-4FE1-A96F-254A33D00DB3}" type="pres">
      <dgm:prSet presAssocID="{15E62C05-53DA-4247-B738-DCCDB4E61234}"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Checkmark"/>
        </a:ext>
      </dgm:extLst>
    </dgm:pt>
    <dgm:pt modelId="{92F87928-7176-4A82-AC1C-3A6300B6B1EE}" type="pres">
      <dgm:prSet presAssocID="{15E62C05-53DA-4247-B738-DCCDB4E61234}" presName="spaceRect" presStyleCnt="0"/>
      <dgm:spPr/>
    </dgm:pt>
    <dgm:pt modelId="{9F208F85-1C45-47EB-B42A-21EA23EE2473}" type="pres">
      <dgm:prSet presAssocID="{15E62C05-53DA-4247-B738-DCCDB4E61234}" presName="parTx" presStyleLbl="revTx" presStyleIdx="3" presStyleCnt="4">
        <dgm:presLayoutVars>
          <dgm:chMax val="0"/>
          <dgm:chPref val="0"/>
        </dgm:presLayoutVars>
      </dgm:prSet>
      <dgm:spPr/>
    </dgm:pt>
  </dgm:ptLst>
  <dgm:cxnLst>
    <dgm:cxn modelId="{FD2FAC04-25B5-4073-BA2E-4D9A1FA9302C}" type="presOf" srcId="{0620B8CE-4817-463F-B49E-3EF82B27DA42}" destId="{FD4EA87F-EE5E-4371-8AD7-A5E71968E317}" srcOrd="0" destOrd="0" presId="urn:microsoft.com/office/officeart/2018/2/layout/IconVerticalSolidList"/>
    <dgm:cxn modelId="{93AC6106-DF18-4757-8AB3-4BAED2124DF3}" type="presOf" srcId="{15E62C05-53DA-4247-B738-DCCDB4E61234}" destId="{9F208F85-1C45-47EB-B42A-21EA23EE2473}" srcOrd="0" destOrd="0" presId="urn:microsoft.com/office/officeart/2018/2/layout/IconVerticalSolidList"/>
    <dgm:cxn modelId="{934F4F37-80EB-4103-89AA-4E395754E7EA}" type="presOf" srcId="{A83F48B7-9F57-46C6-AD7D-2247286F99C3}" destId="{EE04AD59-381D-4B51-B702-A3947DD9C452}" srcOrd="0" destOrd="0" presId="urn:microsoft.com/office/officeart/2018/2/layout/IconVerticalSolidList"/>
    <dgm:cxn modelId="{5004134E-8F63-4F1D-A362-DBF787408608}" type="presOf" srcId="{F5D4272A-9EE3-48BC-A88D-9A9157FD0167}" destId="{D94A602A-11F1-481C-AD78-E67B7210CAAB}" srcOrd="0" destOrd="0" presId="urn:microsoft.com/office/officeart/2018/2/layout/IconVerticalSolidList"/>
    <dgm:cxn modelId="{996F3486-CE62-4D2B-99E3-68633060B481}" srcId="{A83F48B7-9F57-46C6-AD7D-2247286F99C3}" destId="{F5D4272A-9EE3-48BC-A88D-9A9157FD0167}" srcOrd="0" destOrd="0" parTransId="{1787A81F-2FC4-46C3-89B1-FB30F519B2EE}" sibTransId="{14AF9F64-0E85-4287-8282-F6E1B903DE79}"/>
    <dgm:cxn modelId="{3E0CA5B8-AF8F-4C77-B687-B3448E1580C2}" srcId="{A83F48B7-9F57-46C6-AD7D-2247286F99C3}" destId="{F10229AE-6E42-4F9A-AA76-32F152386B3F}" srcOrd="1" destOrd="0" parTransId="{F0429F7D-152C-4C29-A32D-8CA0FCA60836}" sibTransId="{C8E94222-860F-44E0-BAB4-AB70AEB37CD1}"/>
    <dgm:cxn modelId="{E7D73ED6-46B8-4DD8-82B4-1D0360C83C35}" srcId="{A83F48B7-9F57-46C6-AD7D-2247286F99C3}" destId="{0620B8CE-4817-463F-B49E-3EF82B27DA42}" srcOrd="2" destOrd="0" parTransId="{35859540-677B-45C6-852C-CF6222BC9CB8}" sibTransId="{2152DDE8-B667-4E66-AD21-40003296385A}"/>
    <dgm:cxn modelId="{912CD3D7-FED5-4D25-9738-29263C40F7D8}" srcId="{A83F48B7-9F57-46C6-AD7D-2247286F99C3}" destId="{15E62C05-53DA-4247-B738-DCCDB4E61234}" srcOrd="3" destOrd="0" parTransId="{8327F6CE-4EEA-49ED-9B2E-FFF4F1334F0B}" sibTransId="{3CF3CC78-F9CC-4B35-B459-30A8BAAB36C1}"/>
    <dgm:cxn modelId="{A3A6EEF5-4A13-49E6-B24D-05B89E4FEA54}" type="presOf" srcId="{F10229AE-6E42-4F9A-AA76-32F152386B3F}" destId="{F45F2922-9EBB-4315-9515-16BCBC609350}" srcOrd="0" destOrd="0" presId="urn:microsoft.com/office/officeart/2018/2/layout/IconVerticalSolidList"/>
    <dgm:cxn modelId="{8C6BEBFA-B043-44B3-90C2-CA8F2E7CF138}" type="presParOf" srcId="{EE04AD59-381D-4B51-B702-A3947DD9C452}" destId="{B7146A54-2B89-44E0-BEF7-87F50187CC4E}" srcOrd="0" destOrd="0" presId="urn:microsoft.com/office/officeart/2018/2/layout/IconVerticalSolidList"/>
    <dgm:cxn modelId="{23E10EE9-F228-4357-8EA2-B8E4D3F4F014}" type="presParOf" srcId="{B7146A54-2B89-44E0-BEF7-87F50187CC4E}" destId="{C4FEE72B-EEB7-42E5-AEC6-2BEC8B3CF050}" srcOrd="0" destOrd="0" presId="urn:microsoft.com/office/officeart/2018/2/layout/IconVerticalSolidList"/>
    <dgm:cxn modelId="{916CF91C-ACD5-4C96-BB5C-093B7CE22790}" type="presParOf" srcId="{B7146A54-2B89-44E0-BEF7-87F50187CC4E}" destId="{CA1E0E19-325A-45DE-9BCD-0D1C509139FD}" srcOrd="1" destOrd="0" presId="urn:microsoft.com/office/officeart/2018/2/layout/IconVerticalSolidList"/>
    <dgm:cxn modelId="{354EFCE9-FE22-4D8E-AF38-35993A913AE8}" type="presParOf" srcId="{B7146A54-2B89-44E0-BEF7-87F50187CC4E}" destId="{B23F3FBF-CD09-40C3-8153-AD6407DE644E}" srcOrd="2" destOrd="0" presId="urn:microsoft.com/office/officeart/2018/2/layout/IconVerticalSolidList"/>
    <dgm:cxn modelId="{28534D95-CD58-48EA-8A04-93D285747908}" type="presParOf" srcId="{B7146A54-2B89-44E0-BEF7-87F50187CC4E}" destId="{D94A602A-11F1-481C-AD78-E67B7210CAAB}" srcOrd="3" destOrd="0" presId="urn:microsoft.com/office/officeart/2018/2/layout/IconVerticalSolidList"/>
    <dgm:cxn modelId="{498914A0-92A0-4A93-9221-16DE9D40BA15}" type="presParOf" srcId="{EE04AD59-381D-4B51-B702-A3947DD9C452}" destId="{F4C88AB9-0287-4DD0-8562-A9119FB9D243}" srcOrd="1" destOrd="0" presId="urn:microsoft.com/office/officeart/2018/2/layout/IconVerticalSolidList"/>
    <dgm:cxn modelId="{5E723F5C-DA0F-46C4-AA81-49E89A278DA9}" type="presParOf" srcId="{EE04AD59-381D-4B51-B702-A3947DD9C452}" destId="{70338059-15BB-4EC4-BB19-3525A3865522}" srcOrd="2" destOrd="0" presId="urn:microsoft.com/office/officeart/2018/2/layout/IconVerticalSolidList"/>
    <dgm:cxn modelId="{72358379-ED96-4154-871A-4FEE383E6C01}" type="presParOf" srcId="{70338059-15BB-4EC4-BB19-3525A3865522}" destId="{EEF9DDEE-D513-4974-97DD-A23FD59CAA4E}" srcOrd="0" destOrd="0" presId="urn:microsoft.com/office/officeart/2018/2/layout/IconVerticalSolidList"/>
    <dgm:cxn modelId="{1F41D144-521C-4321-AE69-DEFD54017A7A}" type="presParOf" srcId="{70338059-15BB-4EC4-BB19-3525A3865522}" destId="{36CA5AC7-D98B-4513-BADE-8CD0C4C1D2EB}" srcOrd="1" destOrd="0" presId="urn:microsoft.com/office/officeart/2018/2/layout/IconVerticalSolidList"/>
    <dgm:cxn modelId="{51D1435B-E60A-472E-9117-D38D462187C5}" type="presParOf" srcId="{70338059-15BB-4EC4-BB19-3525A3865522}" destId="{F3DF94BD-9B7A-4F94-A77E-78EFFEE3F64D}" srcOrd="2" destOrd="0" presId="urn:microsoft.com/office/officeart/2018/2/layout/IconVerticalSolidList"/>
    <dgm:cxn modelId="{F7A6C3FA-5DF6-4405-8F16-820367CF4954}" type="presParOf" srcId="{70338059-15BB-4EC4-BB19-3525A3865522}" destId="{F45F2922-9EBB-4315-9515-16BCBC609350}" srcOrd="3" destOrd="0" presId="urn:microsoft.com/office/officeart/2018/2/layout/IconVerticalSolidList"/>
    <dgm:cxn modelId="{70191344-3E5C-4FC3-84D2-1B086583733B}" type="presParOf" srcId="{EE04AD59-381D-4B51-B702-A3947DD9C452}" destId="{A3F17462-68CC-434B-AEE7-2C0BEB325E95}" srcOrd="3" destOrd="0" presId="urn:microsoft.com/office/officeart/2018/2/layout/IconVerticalSolidList"/>
    <dgm:cxn modelId="{47731DA7-9D07-460B-B50F-902F6257B1E7}" type="presParOf" srcId="{EE04AD59-381D-4B51-B702-A3947DD9C452}" destId="{2B26D2AA-0244-4A3F-B544-B2D6FF413AA0}" srcOrd="4" destOrd="0" presId="urn:microsoft.com/office/officeart/2018/2/layout/IconVerticalSolidList"/>
    <dgm:cxn modelId="{C934BA1E-47D6-4EE4-83B7-F91A90ACECB9}" type="presParOf" srcId="{2B26D2AA-0244-4A3F-B544-B2D6FF413AA0}" destId="{10A0160F-2E15-41D9-9205-057E05223D6B}" srcOrd="0" destOrd="0" presId="urn:microsoft.com/office/officeart/2018/2/layout/IconVerticalSolidList"/>
    <dgm:cxn modelId="{076B5085-97D2-425B-81C3-B38D655EEAB1}" type="presParOf" srcId="{2B26D2AA-0244-4A3F-B544-B2D6FF413AA0}" destId="{9F4A8F21-68C6-4CD9-906C-9437FFD20946}" srcOrd="1" destOrd="0" presId="urn:microsoft.com/office/officeart/2018/2/layout/IconVerticalSolidList"/>
    <dgm:cxn modelId="{BD0CB3BD-5517-4B44-8CA9-D8F3B0C2816A}" type="presParOf" srcId="{2B26D2AA-0244-4A3F-B544-B2D6FF413AA0}" destId="{A879A5DE-EF3A-4020-B641-95ED6E72C82F}" srcOrd="2" destOrd="0" presId="urn:microsoft.com/office/officeart/2018/2/layout/IconVerticalSolidList"/>
    <dgm:cxn modelId="{E8FE2A4E-DA82-4DFC-AEF0-F23FCBF80E5C}" type="presParOf" srcId="{2B26D2AA-0244-4A3F-B544-B2D6FF413AA0}" destId="{FD4EA87F-EE5E-4371-8AD7-A5E71968E317}" srcOrd="3" destOrd="0" presId="urn:microsoft.com/office/officeart/2018/2/layout/IconVerticalSolidList"/>
    <dgm:cxn modelId="{CC8BA30D-AFE0-4010-B51A-AF8048355C26}" type="presParOf" srcId="{EE04AD59-381D-4B51-B702-A3947DD9C452}" destId="{FF3AE1C3-B548-419F-AA63-071332D637DD}" srcOrd="5" destOrd="0" presId="urn:microsoft.com/office/officeart/2018/2/layout/IconVerticalSolidList"/>
    <dgm:cxn modelId="{0444C3C9-D27B-4FAB-AEA9-6913F85FB2E6}" type="presParOf" srcId="{EE04AD59-381D-4B51-B702-A3947DD9C452}" destId="{69614E4E-FC97-4B12-9FA2-8F1C01ED8931}" srcOrd="6" destOrd="0" presId="urn:microsoft.com/office/officeart/2018/2/layout/IconVerticalSolidList"/>
    <dgm:cxn modelId="{3883BBFA-D99B-44AF-9AC0-F92595B28517}" type="presParOf" srcId="{69614E4E-FC97-4B12-9FA2-8F1C01ED8931}" destId="{0316E70D-EEA9-44DE-904B-62F502E53758}" srcOrd="0" destOrd="0" presId="urn:microsoft.com/office/officeart/2018/2/layout/IconVerticalSolidList"/>
    <dgm:cxn modelId="{A50FD238-1EBE-4F46-AC32-E2B94E7B96A3}" type="presParOf" srcId="{69614E4E-FC97-4B12-9FA2-8F1C01ED8931}" destId="{B97A56CC-D55C-4FE1-A96F-254A33D00DB3}" srcOrd="1" destOrd="0" presId="urn:microsoft.com/office/officeart/2018/2/layout/IconVerticalSolidList"/>
    <dgm:cxn modelId="{11A0687E-0316-4208-8908-CD85E536C209}" type="presParOf" srcId="{69614E4E-FC97-4B12-9FA2-8F1C01ED8931}" destId="{92F87928-7176-4A82-AC1C-3A6300B6B1EE}" srcOrd="2" destOrd="0" presId="urn:microsoft.com/office/officeart/2018/2/layout/IconVerticalSolidList"/>
    <dgm:cxn modelId="{1BDB65B3-A544-44EB-9F35-12322231490D}" type="presParOf" srcId="{69614E4E-FC97-4B12-9FA2-8F1C01ED8931}" destId="{9F208F85-1C45-47EB-B42A-21EA23EE2473}"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7530BAD4-F720-4832-BB13-DA3A94CE91DC}" type="doc">
      <dgm:prSet loTypeId="urn:microsoft.com/office/officeart/2008/layout/LinedList" loCatId="list" qsTypeId="urn:microsoft.com/office/officeart/2005/8/quickstyle/simple2" qsCatId="simple" csTypeId="urn:microsoft.com/office/officeart/2005/8/colors/colorful1" csCatId="colorful" phldr="1"/>
      <dgm:spPr/>
      <dgm:t>
        <a:bodyPr/>
        <a:lstStyle/>
        <a:p>
          <a:endParaRPr lang="en-US"/>
        </a:p>
      </dgm:t>
    </dgm:pt>
    <dgm:pt modelId="{A5E7F43C-6BFB-4635-98D8-5E8A950EE196}">
      <dgm:prSet/>
      <dgm:spPr/>
      <dgm:t>
        <a:bodyPr/>
        <a:lstStyle/>
        <a:p>
          <a:r>
            <a:rPr lang="en-US" dirty="0"/>
            <a:t>U.S. Equal Employment Opportunity Commission (EEOC)</a:t>
          </a:r>
        </a:p>
      </dgm:t>
    </dgm:pt>
    <dgm:pt modelId="{029CB98D-1567-4676-86D7-1081693AF31E}" type="parTrans" cxnId="{BF54EA8F-73D1-4A38-B44C-B3238FD85D32}">
      <dgm:prSet/>
      <dgm:spPr/>
      <dgm:t>
        <a:bodyPr/>
        <a:lstStyle/>
        <a:p>
          <a:endParaRPr lang="en-US"/>
        </a:p>
      </dgm:t>
    </dgm:pt>
    <dgm:pt modelId="{67A487BB-BFD2-4B0D-A561-30EEBA0F7280}" type="sibTrans" cxnId="{BF54EA8F-73D1-4A38-B44C-B3238FD85D32}">
      <dgm:prSet/>
      <dgm:spPr/>
      <dgm:t>
        <a:bodyPr/>
        <a:lstStyle/>
        <a:p>
          <a:endParaRPr lang="en-US"/>
        </a:p>
      </dgm:t>
    </dgm:pt>
    <dgm:pt modelId="{A09A9844-4715-42C4-8ACC-1BEAC204C412}">
      <dgm:prSet/>
      <dgm:spPr/>
      <dgm:t>
        <a:bodyPr/>
        <a:lstStyle/>
        <a:p>
          <a:r>
            <a:rPr lang="en-US" dirty="0"/>
            <a:t>Title VII of the Civil Rights Act of 1964</a:t>
          </a:r>
        </a:p>
      </dgm:t>
    </dgm:pt>
    <dgm:pt modelId="{B35AF36B-E254-4474-8325-FD09D88C6BFA}" type="parTrans" cxnId="{6E2CB628-87DA-418F-8B33-94BF5A4D3FFB}">
      <dgm:prSet/>
      <dgm:spPr/>
      <dgm:t>
        <a:bodyPr/>
        <a:lstStyle/>
        <a:p>
          <a:endParaRPr lang="en-US"/>
        </a:p>
      </dgm:t>
    </dgm:pt>
    <dgm:pt modelId="{AF9642EB-AE48-469A-A276-7ACA46BD5B80}" type="sibTrans" cxnId="{6E2CB628-87DA-418F-8B33-94BF5A4D3FFB}">
      <dgm:prSet/>
      <dgm:spPr/>
      <dgm:t>
        <a:bodyPr/>
        <a:lstStyle/>
        <a:p>
          <a:endParaRPr lang="en-US"/>
        </a:p>
      </dgm:t>
    </dgm:pt>
    <dgm:pt modelId="{A62DED70-6663-46C7-A6F9-115AB7762191}">
      <dgm:prSet/>
      <dgm:spPr/>
      <dgm:t>
        <a:bodyPr/>
        <a:lstStyle/>
        <a:p>
          <a:r>
            <a:rPr lang="en-US" dirty="0"/>
            <a:t>The Age Discrimination in Employment Act of 1967</a:t>
          </a:r>
        </a:p>
      </dgm:t>
    </dgm:pt>
    <dgm:pt modelId="{F5AFD38F-ED9A-4579-ADEA-958B20079EF6}" type="parTrans" cxnId="{9B001723-C9B6-4E3D-AC89-3784BE67B5B0}">
      <dgm:prSet/>
      <dgm:spPr/>
      <dgm:t>
        <a:bodyPr/>
        <a:lstStyle/>
        <a:p>
          <a:endParaRPr lang="en-US"/>
        </a:p>
      </dgm:t>
    </dgm:pt>
    <dgm:pt modelId="{B15610DC-F302-4E02-9526-BE631E512A8C}" type="sibTrans" cxnId="{9B001723-C9B6-4E3D-AC89-3784BE67B5B0}">
      <dgm:prSet/>
      <dgm:spPr/>
      <dgm:t>
        <a:bodyPr/>
        <a:lstStyle/>
        <a:p>
          <a:endParaRPr lang="en-US"/>
        </a:p>
      </dgm:t>
    </dgm:pt>
    <dgm:pt modelId="{70C2CEAE-ED59-4C2F-8F68-8C6E5D419E29}">
      <dgm:prSet/>
      <dgm:spPr/>
      <dgm:t>
        <a:bodyPr/>
        <a:lstStyle/>
        <a:p>
          <a:r>
            <a:rPr lang="en-US" dirty="0"/>
            <a:t>Titles I and V of the Americans with Disabilities Act of 1990 (ADA)</a:t>
          </a:r>
        </a:p>
      </dgm:t>
    </dgm:pt>
    <dgm:pt modelId="{F0BD6DAA-3A75-4071-96C7-1B6CB5839A24}" type="parTrans" cxnId="{33D0D259-6D51-44A7-93C4-87F838C6DEAC}">
      <dgm:prSet/>
      <dgm:spPr/>
      <dgm:t>
        <a:bodyPr/>
        <a:lstStyle/>
        <a:p>
          <a:endParaRPr lang="en-US"/>
        </a:p>
      </dgm:t>
    </dgm:pt>
    <dgm:pt modelId="{95A1AB13-9D82-410B-89DC-93AB0EA9E09F}" type="sibTrans" cxnId="{33D0D259-6D51-44A7-93C4-87F838C6DEAC}">
      <dgm:prSet/>
      <dgm:spPr/>
      <dgm:t>
        <a:bodyPr/>
        <a:lstStyle/>
        <a:p>
          <a:endParaRPr lang="en-US"/>
        </a:p>
      </dgm:t>
    </dgm:pt>
    <dgm:pt modelId="{32D4A335-E5EA-4010-8801-9B0ACC9E6726}">
      <dgm:prSet/>
      <dgm:spPr/>
      <dgm:t>
        <a:bodyPr/>
        <a:lstStyle/>
        <a:p>
          <a:r>
            <a:rPr lang="en-US"/>
            <a:t>Bona fide occupational qualifications (BFOQs)</a:t>
          </a:r>
          <a:endParaRPr lang="en-US" dirty="0"/>
        </a:p>
      </dgm:t>
    </dgm:pt>
    <dgm:pt modelId="{1438F1CF-EF5D-4B8C-8E76-7D871457B0DA}" type="parTrans" cxnId="{E3DB9542-DD96-4350-8346-975A6F3ED2EC}">
      <dgm:prSet/>
      <dgm:spPr/>
      <dgm:t>
        <a:bodyPr/>
        <a:lstStyle/>
        <a:p>
          <a:endParaRPr lang="en-US"/>
        </a:p>
      </dgm:t>
    </dgm:pt>
    <dgm:pt modelId="{B09F5832-F6ED-4BB4-B92F-184C42D5E837}" type="sibTrans" cxnId="{E3DB9542-DD96-4350-8346-975A6F3ED2EC}">
      <dgm:prSet/>
      <dgm:spPr/>
      <dgm:t>
        <a:bodyPr/>
        <a:lstStyle/>
        <a:p>
          <a:endParaRPr lang="en-US"/>
        </a:p>
      </dgm:t>
    </dgm:pt>
    <dgm:pt modelId="{EE2BD206-3C1F-4A01-AB55-4C190E709CDB}" type="pres">
      <dgm:prSet presAssocID="{7530BAD4-F720-4832-BB13-DA3A94CE91DC}" presName="vert0" presStyleCnt="0">
        <dgm:presLayoutVars>
          <dgm:dir/>
          <dgm:animOne val="branch"/>
          <dgm:animLvl val="lvl"/>
        </dgm:presLayoutVars>
      </dgm:prSet>
      <dgm:spPr/>
    </dgm:pt>
    <dgm:pt modelId="{1E630A8F-5D11-4D84-9507-2A3E5376A92A}" type="pres">
      <dgm:prSet presAssocID="{A5E7F43C-6BFB-4635-98D8-5E8A950EE196}" presName="thickLine" presStyleLbl="alignNode1" presStyleIdx="0" presStyleCnt="5"/>
      <dgm:spPr/>
    </dgm:pt>
    <dgm:pt modelId="{51841F2A-0BA9-4582-8A81-28F4C5B6B93B}" type="pres">
      <dgm:prSet presAssocID="{A5E7F43C-6BFB-4635-98D8-5E8A950EE196}" presName="horz1" presStyleCnt="0"/>
      <dgm:spPr/>
    </dgm:pt>
    <dgm:pt modelId="{CE3448E1-F56C-4BF3-85F5-E30AA325325F}" type="pres">
      <dgm:prSet presAssocID="{A5E7F43C-6BFB-4635-98D8-5E8A950EE196}" presName="tx1" presStyleLbl="revTx" presStyleIdx="0" presStyleCnt="5" custLinFactNeighborY="-11143"/>
      <dgm:spPr/>
    </dgm:pt>
    <dgm:pt modelId="{C5E474DC-76F4-4F5D-8190-72AD179BFBCD}" type="pres">
      <dgm:prSet presAssocID="{A5E7F43C-6BFB-4635-98D8-5E8A950EE196}" presName="vert1" presStyleCnt="0"/>
      <dgm:spPr/>
    </dgm:pt>
    <dgm:pt modelId="{2590FBC4-492F-4B76-88D1-A1769CA0F8BF}" type="pres">
      <dgm:prSet presAssocID="{A09A9844-4715-42C4-8ACC-1BEAC204C412}" presName="thickLine" presStyleLbl="alignNode1" presStyleIdx="1" presStyleCnt="5"/>
      <dgm:spPr/>
    </dgm:pt>
    <dgm:pt modelId="{E07C2471-3245-4932-AD33-1F575ABA74EC}" type="pres">
      <dgm:prSet presAssocID="{A09A9844-4715-42C4-8ACC-1BEAC204C412}" presName="horz1" presStyleCnt="0"/>
      <dgm:spPr/>
    </dgm:pt>
    <dgm:pt modelId="{0DF01D57-30F4-4C9C-BB4A-89EED0ED9C97}" type="pres">
      <dgm:prSet presAssocID="{A09A9844-4715-42C4-8ACC-1BEAC204C412}" presName="tx1" presStyleLbl="revTx" presStyleIdx="1" presStyleCnt="5"/>
      <dgm:spPr/>
    </dgm:pt>
    <dgm:pt modelId="{75061F69-B730-4B3E-B834-F8B7B468FA8B}" type="pres">
      <dgm:prSet presAssocID="{A09A9844-4715-42C4-8ACC-1BEAC204C412}" presName="vert1" presStyleCnt="0"/>
      <dgm:spPr/>
    </dgm:pt>
    <dgm:pt modelId="{271E5526-B902-4C1C-B97C-14A0F19676D9}" type="pres">
      <dgm:prSet presAssocID="{A62DED70-6663-46C7-A6F9-115AB7762191}" presName="thickLine" presStyleLbl="alignNode1" presStyleIdx="2" presStyleCnt="5"/>
      <dgm:spPr/>
    </dgm:pt>
    <dgm:pt modelId="{DBF3E9D1-2363-49B7-9D7A-5FB6C575105A}" type="pres">
      <dgm:prSet presAssocID="{A62DED70-6663-46C7-A6F9-115AB7762191}" presName="horz1" presStyleCnt="0"/>
      <dgm:spPr/>
    </dgm:pt>
    <dgm:pt modelId="{7BBB87B1-EEBA-4932-A1D4-FB88F798E48D}" type="pres">
      <dgm:prSet presAssocID="{A62DED70-6663-46C7-A6F9-115AB7762191}" presName="tx1" presStyleLbl="revTx" presStyleIdx="2" presStyleCnt="5"/>
      <dgm:spPr/>
    </dgm:pt>
    <dgm:pt modelId="{FC9EFE8D-9137-4CD1-B363-6ED5B5F3B361}" type="pres">
      <dgm:prSet presAssocID="{A62DED70-6663-46C7-A6F9-115AB7762191}" presName="vert1" presStyleCnt="0"/>
      <dgm:spPr/>
    </dgm:pt>
    <dgm:pt modelId="{B111FAF7-684F-4BD5-95BF-F93B1FAAE65D}" type="pres">
      <dgm:prSet presAssocID="{70C2CEAE-ED59-4C2F-8F68-8C6E5D419E29}" presName="thickLine" presStyleLbl="alignNode1" presStyleIdx="3" presStyleCnt="5"/>
      <dgm:spPr/>
    </dgm:pt>
    <dgm:pt modelId="{2EDF0E85-2CD3-4B07-B7BC-95EFF5BD006E}" type="pres">
      <dgm:prSet presAssocID="{70C2CEAE-ED59-4C2F-8F68-8C6E5D419E29}" presName="horz1" presStyleCnt="0"/>
      <dgm:spPr/>
    </dgm:pt>
    <dgm:pt modelId="{7E57008F-8E29-45F5-A627-85366990A322}" type="pres">
      <dgm:prSet presAssocID="{70C2CEAE-ED59-4C2F-8F68-8C6E5D419E29}" presName="tx1" presStyleLbl="revTx" presStyleIdx="3" presStyleCnt="5"/>
      <dgm:spPr/>
    </dgm:pt>
    <dgm:pt modelId="{9415331B-E8FA-4EA9-A3E0-7CAA828BABCD}" type="pres">
      <dgm:prSet presAssocID="{70C2CEAE-ED59-4C2F-8F68-8C6E5D419E29}" presName="vert1" presStyleCnt="0"/>
      <dgm:spPr/>
    </dgm:pt>
    <dgm:pt modelId="{46ECBD6D-B648-4657-A335-9BEC3B597AFF}" type="pres">
      <dgm:prSet presAssocID="{32D4A335-E5EA-4010-8801-9B0ACC9E6726}" presName="thickLine" presStyleLbl="alignNode1" presStyleIdx="4" presStyleCnt="5"/>
      <dgm:spPr/>
    </dgm:pt>
    <dgm:pt modelId="{F33E20F8-1D7B-4327-AB2A-8CEC76CC7413}" type="pres">
      <dgm:prSet presAssocID="{32D4A335-E5EA-4010-8801-9B0ACC9E6726}" presName="horz1" presStyleCnt="0"/>
      <dgm:spPr/>
    </dgm:pt>
    <dgm:pt modelId="{26108980-6C81-4743-BEAC-1A58FA037C02}" type="pres">
      <dgm:prSet presAssocID="{32D4A335-E5EA-4010-8801-9B0ACC9E6726}" presName="tx1" presStyleLbl="revTx" presStyleIdx="4" presStyleCnt="5"/>
      <dgm:spPr/>
    </dgm:pt>
    <dgm:pt modelId="{0E7DC40F-82FD-4D94-9360-2167993ADEAC}" type="pres">
      <dgm:prSet presAssocID="{32D4A335-E5EA-4010-8801-9B0ACC9E6726}" presName="vert1" presStyleCnt="0"/>
      <dgm:spPr/>
    </dgm:pt>
  </dgm:ptLst>
  <dgm:cxnLst>
    <dgm:cxn modelId="{9B001723-C9B6-4E3D-AC89-3784BE67B5B0}" srcId="{7530BAD4-F720-4832-BB13-DA3A94CE91DC}" destId="{A62DED70-6663-46C7-A6F9-115AB7762191}" srcOrd="2" destOrd="0" parTransId="{F5AFD38F-ED9A-4579-ADEA-958B20079EF6}" sibTransId="{B15610DC-F302-4E02-9526-BE631E512A8C}"/>
    <dgm:cxn modelId="{6E2CB628-87DA-418F-8B33-94BF5A4D3FFB}" srcId="{7530BAD4-F720-4832-BB13-DA3A94CE91DC}" destId="{A09A9844-4715-42C4-8ACC-1BEAC204C412}" srcOrd="1" destOrd="0" parTransId="{B35AF36B-E254-4474-8325-FD09D88C6BFA}" sibTransId="{AF9642EB-AE48-469A-A276-7ACA46BD5B80}"/>
    <dgm:cxn modelId="{062BD32E-F9F9-41B7-99F0-3406F547198E}" type="presOf" srcId="{32D4A335-E5EA-4010-8801-9B0ACC9E6726}" destId="{26108980-6C81-4743-BEAC-1A58FA037C02}" srcOrd="0" destOrd="0" presId="urn:microsoft.com/office/officeart/2008/layout/LinedList"/>
    <dgm:cxn modelId="{A6AEC73D-91EA-419A-8FDA-5D492D03953E}" type="presOf" srcId="{70C2CEAE-ED59-4C2F-8F68-8C6E5D419E29}" destId="{7E57008F-8E29-45F5-A627-85366990A322}" srcOrd="0" destOrd="0" presId="urn:microsoft.com/office/officeart/2008/layout/LinedList"/>
    <dgm:cxn modelId="{5042215E-E6AD-4A67-B0C4-1A3095490001}" type="presOf" srcId="{A62DED70-6663-46C7-A6F9-115AB7762191}" destId="{7BBB87B1-EEBA-4932-A1D4-FB88F798E48D}" srcOrd="0" destOrd="0" presId="urn:microsoft.com/office/officeart/2008/layout/LinedList"/>
    <dgm:cxn modelId="{E3DB9542-DD96-4350-8346-975A6F3ED2EC}" srcId="{7530BAD4-F720-4832-BB13-DA3A94CE91DC}" destId="{32D4A335-E5EA-4010-8801-9B0ACC9E6726}" srcOrd="4" destOrd="0" parTransId="{1438F1CF-EF5D-4B8C-8E76-7D871457B0DA}" sibTransId="{B09F5832-F6ED-4BB4-B92F-184C42D5E837}"/>
    <dgm:cxn modelId="{33D0D259-6D51-44A7-93C4-87F838C6DEAC}" srcId="{7530BAD4-F720-4832-BB13-DA3A94CE91DC}" destId="{70C2CEAE-ED59-4C2F-8F68-8C6E5D419E29}" srcOrd="3" destOrd="0" parTransId="{F0BD6DAA-3A75-4071-96C7-1B6CB5839A24}" sibTransId="{95A1AB13-9D82-410B-89DC-93AB0EA9E09F}"/>
    <dgm:cxn modelId="{8D9E8D5A-8AD0-4B5E-8C41-0E5631FE434F}" type="presOf" srcId="{A09A9844-4715-42C4-8ACC-1BEAC204C412}" destId="{0DF01D57-30F4-4C9C-BB4A-89EED0ED9C97}" srcOrd="0" destOrd="0" presId="urn:microsoft.com/office/officeart/2008/layout/LinedList"/>
    <dgm:cxn modelId="{BF54EA8F-73D1-4A38-B44C-B3238FD85D32}" srcId="{7530BAD4-F720-4832-BB13-DA3A94CE91DC}" destId="{A5E7F43C-6BFB-4635-98D8-5E8A950EE196}" srcOrd="0" destOrd="0" parTransId="{029CB98D-1567-4676-86D7-1081693AF31E}" sibTransId="{67A487BB-BFD2-4B0D-A561-30EEBA0F7280}"/>
    <dgm:cxn modelId="{C0F5A7E0-F40D-4C8E-855A-1931C7DAD99E}" type="presOf" srcId="{7530BAD4-F720-4832-BB13-DA3A94CE91DC}" destId="{EE2BD206-3C1F-4A01-AB55-4C190E709CDB}" srcOrd="0" destOrd="0" presId="urn:microsoft.com/office/officeart/2008/layout/LinedList"/>
    <dgm:cxn modelId="{EA1F6DF2-921D-4557-AEC8-8C10D7D7F2A4}" type="presOf" srcId="{A5E7F43C-6BFB-4635-98D8-5E8A950EE196}" destId="{CE3448E1-F56C-4BF3-85F5-E30AA325325F}" srcOrd="0" destOrd="0" presId="urn:microsoft.com/office/officeart/2008/layout/LinedList"/>
    <dgm:cxn modelId="{B565E8EE-D225-41C7-8202-60A494B6B392}" type="presParOf" srcId="{EE2BD206-3C1F-4A01-AB55-4C190E709CDB}" destId="{1E630A8F-5D11-4D84-9507-2A3E5376A92A}" srcOrd="0" destOrd="0" presId="urn:microsoft.com/office/officeart/2008/layout/LinedList"/>
    <dgm:cxn modelId="{AE3C8BBE-01D3-43FB-8BA1-DFD3AD5E364D}" type="presParOf" srcId="{EE2BD206-3C1F-4A01-AB55-4C190E709CDB}" destId="{51841F2A-0BA9-4582-8A81-28F4C5B6B93B}" srcOrd="1" destOrd="0" presId="urn:microsoft.com/office/officeart/2008/layout/LinedList"/>
    <dgm:cxn modelId="{B268A9CC-30DF-4013-A6EB-B388EF54B8DF}" type="presParOf" srcId="{51841F2A-0BA9-4582-8A81-28F4C5B6B93B}" destId="{CE3448E1-F56C-4BF3-85F5-E30AA325325F}" srcOrd="0" destOrd="0" presId="urn:microsoft.com/office/officeart/2008/layout/LinedList"/>
    <dgm:cxn modelId="{2CE553E7-881F-46FB-BC59-F91D052A2A73}" type="presParOf" srcId="{51841F2A-0BA9-4582-8A81-28F4C5B6B93B}" destId="{C5E474DC-76F4-4F5D-8190-72AD179BFBCD}" srcOrd="1" destOrd="0" presId="urn:microsoft.com/office/officeart/2008/layout/LinedList"/>
    <dgm:cxn modelId="{D87E7B89-D28F-4D37-AECA-0989E92DA2B7}" type="presParOf" srcId="{EE2BD206-3C1F-4A01-AB55-4C190E709CDB}" destId="{2590FBC4-492F-4B76-88D1-A1769CA0F8BF}" srcOrd="2" destOrd="0" presId="urn:microsoft.com/office/officeart/2008/layout/LinedList"/>
    <dgm:cxn modelId="{BD00C7E3-140B-402C-AA5F-D1E0BE51DD6D}" type="presParOf" srcId="{EE2BD206-3C1F-4A01-AB55-4C190E709CDB}" destId="{E07C2471-3245-4932-AD33-1F575ABA74EC}" srcOrd="3" destOrd="0" presId="urn:microsoft.com/office/officeart/2008/layout/LinedList"/>
    <dgm:cxn modelId="{EB90FCFC-2DF3-4757-8FC6-D6C6515E44F1}" type="presParOf" srcId="{E07C2471-3245-4932-AD33-1F575ABA74EC}" destId="{0DF01D57-30F4-4C9C-BB4A-89EED0ED9C97}" srcOrd="0" destOrd="0" presId="urn:microsoft.com/office/officeart/2008/layout/LinedList"/>
    <dgm:cxn modelId="{40B0FF87-897B-435C-9B33-346BB37AED8A}" type="presParOf" srcId="{E07C2471-3245-4932-AD33-1F575ABA74EC}" destId="{75061F69-B730-4B3E-B834-F8B7B468FA8B}" srcOrd="1" destOrd="0" presId="urn:microsoft.com/office/officeart/2008/layout/LinedList"/>
    <dgm:cxn modelId="{C38074DF-9F1A-4029-B161-A4B531DF8F87}" type="presParOf" srcId="{EE2BD206-3C1F-4A01-AB55-4C190E709CDB}" destId="{271E5526-B902-4C1C-B97C-14A0F19676D9}" srcOrd="4" destOrd="0" presId="urn:microsoft.com/office/officeart/2008/layout/LinedList"/>
    <dgm:cxn modelId="{885FDF3F-2024-4F48-8B1A-2EC83428CB0D}" type="presParOf" srcId="{EE2BD206-3C1F-4A01-AB55-4C190E709CDB}" destId="{DBF3E9D1-2363-49B7-9D7A-5FB6C575105A}" srcOrd="5" destOrd="0" presId="urn:microsoft.com/office/officeart/2008/layout/LinedList"/>
    <dgm:cxn modelId="{78604150-E143-49BA-A940-AD4FE6FEA10C}" type="presParOf" srcId="{DBF3E9D1-2363-49B7-9D7A-5FB6C575105A}" destId="{7BBB87B1-EEBA-4932-A1D4-FB88F798E48D}" srcOrd="0" destOrd="0" presId="urn:microsoft.com/office/officeart/2008/layout/LinedList"/>
    <dgm:cxn modelId="{9A8AB86A-77E5-405B-B251-C74130117518}" type="presParOf" srcId="{DBF3E9D1-2363-49B7-9D7A-5FB6C575105A}" destId="{FC9EFE8D-9137-4CD1-B363-6ED5B5F3B361}" srcOrd="1" destOrd="0" presId="urn:microsoft.com/office/officeart/2008/layout/LinedList"/>
    <dgm:cxn modelId="{E6641239-7DB0-4538-9CCE-CDCEB81D031F}" type="presParOf" srcId="{EE2BD206-3C1F-4A01-AB55-4C190E709CDB}" destId="{B111FAF7-684F-4BD5-95BF-F93B1FAAE65D}" srcOrd="6" destOrd="0" presId="urn:microsoft.com/office/officeart/2008/layout/LinedList"/>
    <dgm:cxn modelId="{1AD5AE4E-E39D-4965-B37D-884D08DD1816}" type="presParOf" srcId="{EE2BD206-3C1F-4A01-AB55-4C190E709CDB}" destId="{2EDF0E85-2CD3-4B07-B7BC-95EFF5BD006E}" srcOrd="7" destOrd="0" presId="urn:microsoft.com/office/officeart/2008/layout/LinedList"/>
    <dgm:cxn modelId="{0AE8955A-1EAB-414F-B8F8-155A22D15F97}" type="presParOf" srcId="{2EDF0E85-2CD3-4B07-B7BC-95EFF5BD006E}" destId="{7E57008F-8E29-45F5-A627-85366990A322}" srcOrd="0" destOrd="0" presId="urn:microsoft.com/office/officeart/2008/layout/LinedList"/>
    <dgm:cxn modelId="{0D13782E-22D4-4142-B8DD-1D7725736008}" type="presParOf" srcId="{2EDF0E85-2CD3-4B07-B7BC-95EFF5BD006E}" destId="{9415331B-E8FA-4EA9-A3E0-7CAA828BABCD}" srcOrd="1" destOrd="0" presId="urn:microsoft.com/office/officeart/2008/layout/LinedList"/>
    <dgm:cxn modelId="{9BF23394-058F-4D78-AFA4-05D85850240D}" type="presParOf" srcId="{EE2BD206-3C1F-4A01-AB55-4C190E709CDB}" destId="{46ECBD6D-B648-4657-A335-9BEC3B597AFF}" srcOrd="8" destOrd="0" presId="urn:microsoft.com/office/officeart/2008/layout/LinedList"/>
    <dgm:cxn modelId="{58E4BF5C-E647-4994-B5D7-21DB879EFF25}" type="presParOf" srcId="{EE2BD206-3C1F-4A01-AB55-4C190E709CDB}" destId="{F33E20F8-1D7B-4327-AB2A-8CEC76CC7413}" srcOrd="9" destOrd="0" presId="urn:microsoft.com/office/officeart/2008/layout/LinedList"/>
    <dgm:cxn modelId="{FDEAEA2C-A118-4E5C-B1FB-4EDA74FF2FF6}" type="presParOf" srcId="{F33E20F8-1D7B-4327-AB2A-8CEC76CC7413}" destId="{26108980-6C81-4743-BEAC-1A58FA037C02}" srcOrd="0" destOrd="0" presId="urn:microsoft.com/office/officeart/2008/layout/LinedList"/>
    <dgm:cxn modelId="{199E7B0F-9020-4FC6-BEFC-9E54DC335BBE}" type="presParOf" srcId="{F33E20F8-1D7B-4327-AB2A-8CEC76CC7413}" destId="{0E7DC40F-82FD-4D94-9360-2167993ADEAC}"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23668BC8-3E4E-4FBA-AD43-F7DA208F4CBC}" type="doc">
      <dgm:prSet loTypeId="urn:microsoft.com/office/officeart/2008/layout/LinedList" loCatId="list" qsTypeId="urn:microsoft.com/office/officeart/2005/8/quickstyle/simple2" qsCatId="simple" csTypeId="urn:microsoft.com/office/officeart/2005/8/colors/colorful1" csCatId="colorful"/>
      <dgm:spPr/>
      <dgm:t>
        <a:bodyPr/>
        <a:lstStyle/>
        <a:p>
          <a:endParaRPr lang="en-US"/>
        </a:p>
      </dgm:t>
    </dgm:pt>
    <dgm:pt modelId="{4557ADDF-EA01-4771-A719-FA224C8D55D2}">
      <dgm:prSet/>
      <dgm:spPr/>
      <dgm:t>
        <a:bodyPr/>
        <a:lstStyle/>
        <a:p>
          <a:r>
            <a:rPr lang="en-US"/>
            <a:t>Ability to work as a team</a:t>
          </a:r>
        </a:p>
      </dgm:t>
    </dgm:pt>
    <dgm:pt modelId="{82FE49C1-5FA2-454E-B7FE-5782717A7A4A}" type="parTrans" cxnId="{892684E6-026E-4553-AA75-1EC9312B9592}">
      <dgm:prSet/>
      <dgm:spPr/>
      <dgm:t>
        <a:bodyPr/>
        <a:lstStyle/>
        <a:p>
          <a:endParaRPr lang="en-US"/>
        </a:p>
      </dgm:t>
    </dgm:pt>
    <dgm:pt modelId="{CAD4673D-D6BA-4EC9-9F15-3D4F2E649C37}" type="sibTrans" cxnId="{892684E6-026E-4553-AA75-1EC9312B9592}">
      <dgm:prSet/>
      <dgm:spPr/>
      <dgm:t>
        <a:bodyPr/>
        <a:lstStyle/>
        <a:p>
          <a:endParaRPr lang="en-US"/>
        </a:p>
      </dgm:t>
    </dgm:pt>
    <dgm:pt modelId="{E4ABCA23-4B5B-46FB-A50B-42AD71E0FA8F}">
      <dgm:prSet/>
      <dgm:spPr/>
      <dgm:t>
        <a:bodyPr/>
        <a:lstStyle/>
        <a:p>
          <a:r>
            <a:rPr lang="en-US"/>
            <a:t>Organizational culture</a:t>
          </a:r>
        </a:p>
      </dgm:t>
    </dgm:pt>
    <dgm:pt modelId="{5A9334B3-272B-49F1-A451-70B7DAA3F176}" type="parTrans" cxnId="{3A21AB10-019B-4B71-8E5B-447B43651B44}">
      <dgm:prSet/>
      <dgm:spPr/>
      <dgm:t>
        <a:bodyPr/>
        <a:lstStyle/>
        <a:p>
          <a:endParaRPr lang="en-US"/>
        </a:p>
      </dgm:t>
    </dgm:pt>
    <dgm:pt modelId="{D14AE3DB-7549-4BB1-8564-F119A5712832}" type="sibTrans" cxnId="{3A21AB10-019B-4B71-8E5B-447B43651B44}">
      <dgm:prSet/>
      <dgm:spPr/>
      <dgm:t>
        <a:bodyPr/>
        <a:lstStyle/>
        <a:p>
          <a:endParaRPr lang="en-US"/>
        </a:p>
      </dgm:t>
    </dgm:pt>
    <dgm:pt modelId="{7B74EEBE-E3F2-47F1-9606-613D4376FDD2}">
      <dgm:prSet/>
      <dgm:spPr/>
      <dgm:t>
        <a:bodyPr/>
        <a:lstStyle/>
        <a:p>
          <a:r>
            <a:rPr lang="en-US"/>
            <a:t>Diversity training</a:t>
          </a:r>
        </a:p>
      </dgm:t>
    </dgm:pt>
    <dgm:pt modelId="{C194C6AC-B71D-4C34-AC72-7E7A9E5BE2CC}" type="parTrans" cxnId="{904ED19E-3F7C-4B89-A0F5-422EE64C5264}">
      <dgm:prSet/>
      <dgm:spPr/>
      <dgm:t>
        <a:bodyPr/>
        <a:lstStyle/>
        <a:p>
          <a:endParaRPr lang="en-US"/>
        </a:p>
      </dgm:t>
    </dgm:pt>
    <dgm:pt modelId="{7CF2A31A-1200-4C86-8EA5-139D82B00E5E}" type="sibTrans" cxnId="{904ED19E-3F7C-4B89-A0F5-422EE64C5264}">
      <dgm:prSet/>
      <dgm:spPr/>
      <dgm:t>
        <a:bodyPr/>
        <a:lstStyle/>
        <a:p>
          <a:endParaRPr lang="en-US"/>
        </a:p>
      </dgm:t>
    </dgm:pt>
    <dgm:pt modelId="{62F0D028-7C73-4AC1-8A32-48B9B1E8DCF8}">
      <dgm:prSet/>
      <dgm:spPr/>
      <dgm:t>
        <a:bodyPr/>
        <a:lstStyle/>
        <a:p>
          <a:r>
            <a:rPr lang="en-US"/>
            <a:t>Sexual harassment </a:t>
          </a:r>
        </a:p>
      </dgm:t>
    </dgm:pt>
    <dgm:pt modelId="{141B0B8B-6C23-485C-A153-8A4382E8C607}" type="parTrans" cxnId="{62206168-BEAA-4A8D-80E9-B367375975E5}">
      <dgm:prSet/>
      <dgm:spPr/>
      <dgm:t>
        <a:bodyPr/>
        <a:lstStyle/>
        <a:p>
          <a:endParaRPr lang="en-US"/>
        </a:p>
      </dgm:t>
    </dgm:pt>
    <dgm:pt modelId="{3AAA36C5-D2F0-4004-8AF4-185CDDCD6E8D}" type="sibTrans" cxnId="{62206168-BEAA-4A8D-80E9-B367375975E5}">
      <dgm:prSet/>
      <dgm:spPr/>
      <dgm:t>
        <a:bodyPr/>
        <a:lstStyle/>
        <a:p>
          <a:endParaRPr lang="en-US"/>
        </a:p>
      </dgm:t>
    </dgm:pt>
    <dgm:pt modelId="{AC6B9069-F2F5-4212-93CF-A099E8D55B71}">
      <dgm:prSet/>
      <dgm:spPr/>
      <dgm:t>
        <a:bodyPr/>
        <a:lstStyle/>
        <a:p>
          <a:r>
            <a:rPr lang="en-US"/>
            <a:t>Workplace violence</a:t>
          </a:r>
        </a:p>
      </dgm:t>
    </dgm:pt>
    <dgm:pt modelId="{EF283C5F-83AD-4A5E-A241-9A4F9EBDA9E9}" type="parTrans" cxnId="{E74A03E4-95D4-4E7F-8A72-21F93EE82D4C}">
      <dgm:prSet/>
      <dgm:spPr/>
      <dgm:t>
        <a:bodyPr/>
        <a:lstStyle/>
        <a:p>
          <a:endParaRPr lang="en-US"/>
        </a:p>
      </dgm:t>
    </dgm:pt>
    <dgm:pt modelId="{77EBE304-8B4E-4009-A30E-614058B54AEF}" type="sibTrans" cxnId="{E74A03E4-95D4-4E7F-8A72-21F93EE82D4C}">
      <dgm:prSet/>
      <dgm:spPr/>
      <dgm:t>
        <a:bodyPr/>
        <a:lstStyle/>
        <a:p>
          <a:endParaRPr lang="en-US"/>
        </a:p>
      </dgm:t>
    </dgm:pt>
    <dgm:pt modelId="{84AF8BA5-EAD4-4FEB-9657-18DF505DBE48}">
      <dgm:prSet/>
      <dgm:spPr/>
      <dgm:t>
        <a:bodyPr/>
        <a:lstStyle/>
        <a:p>
          <a:r>
            <a:rPr lang="en-US"/>
            <a:t>Procedural justice</a:t>
          </a:r>
        </a:p>
      </dgm:t>
    </dgm:pt>
    <dgm:pt modelId="{D0771B67-C8EB-4B3B-8383-24C06580F62C}" type="parTrans" cxnId="{ACE2D743-5691-404B-9BB1-1A2B19427C73}">
      <dgm:prSet/>
      <dgm:spPr/>
      <dgm:t>
        <a:bodyPr/>
        <a:lstStyle/>
        <a:p>
          <a:endParaRPr lang="en-US"/>
        </a:p>
      </dgm:t>
    </dgm:pt>
    <dgm:pt modelId="{BBF6E8B3-22A0-456A-9504-273B7CCC7A55}" type="sibTrans" cxnId="{ACE2D743-5691-404B-9BB1-1A2B19427C73}">
      <dgm:prSet/>
      <dgm:spPr/>
      <dgm:t>
        <a:bodyPr/>
        <a:lstStyle/>
        <a:p>
          <a:endParaRPr lang="en-US"/>
        </a:p>
      </dgm:t>
    </dgm:pt>
    <dgm:pt modelId="{3E156044-D6D5-4077-A105-B50BB08B627D}" type="pres">
      <dgm:prSet presAssocID="{23668BC8-3E4E-4FBA-AD43-F7DA208F4CBC}" presName="vert0" presStyleCnt="0">
        <dgm:presLayoutVars>
          <dgm:dir/>
          <dgm:animOne val="branch"/>
          <dgm:animLvl val="lvl"/>
        </dgm:presLayoutVars>
      </dgm:prSet>
      <dgm:spPr/>
    </dgm:pt>
    <dgm:pt modelId="{0A2F3777-1006-4877-A13D-39502A4C3CA9}" type="pres">
      <dgm:prSet presAssocID="{4557ADDF-EA01-4771-A719-FA224C8D55D2}" presName="thickLine" presStyleLbl="alignNode1" presStyleIdx="0" presStyleCnt="6"/>
      <dgm:spPr/>
    </dgm:pt>
    <dgm:pt modelId="{42CE6072-17FA-4C48-86D8-4038AD4535C3}" type="pres">
      <dgm:prSet presAssocID="{4557ADDF-EA01-4771-A719-FA224C8D55D2}" presName="horz1" presStyleCnt="0"/>
      <dgm:spPr/>
    </dgm:pt>
    <dgm:pt modelId="{FAF19461-6F4A-4B2D-B656-97B0412AAFD8}" type="pres">
      <dgm:prSet presAssocID="{4557ADDF-EA01-4771-A719-FA224C8D55D2}" presName="tx1" presStyleLbl="revTx" presStyleIdx="0" presStyleCnt="6"/>
      <dgm:spPr/>
    </dgm:pt>
    <dgm:pt modelId="{15CDAC8F-8E1A-4AA2-AD1E-A5D3756FE9FB}" type="pres">
      <dgm:prSet presAssocID="{4557ADDF-EA01-4771-A719-FA224C8D55D2}" presName="vert1" presStyleCnt="0"/>
      <dgm:spPr/>
    </dgm:pt>
    <dgm:pt modelId="{999F0ACF-2EE0-4131-8881-4825C77AD6D3}" type="pres">
      <dgm:prSet presAssocID="{E4ABCA23-4B5B-46FB-A50B-42AD71E0FA8F}" presName="thickLine" presStyleLbl="alignNode1" presStyleIdx="1" presStyleCnt="6"/>
      <dgm:spPr/>
    </dgm:pt>
    <dgm:pt modelId="{CAD36F77-6E20-47DA-A53E-1DE889BC28F0}" type="pres">
      <dgm:prSet presAssocID="{E4ABCA23-4B5B-46FB-A50B-42AD71E0FA8F}" presName="horz1" presStyleCnt="0"/>
      <dgm:spPr/>
    </dgm:pt>
    <dgm:pt modelId="{5C669FB8-52C3-4838-9553-B06D60EC3516}" type="pres">
      <dgm:prSet presAssocID="{E4ABCA23-4B5B-46FB-A50B-42AD71E0FA8F}" presName="tx1" presStyleLbl="revTx" presStyleIdx="1" presStyleCnt="6"/>
      <dgm:spPr/>
    </dgm:pt>
    <dgm:pt modelId="{2F0788A4-FBCD-407D-A041-9A22FA4E7C7A}" type="pres">
      <dgm:prSet presAssocID="{E4ABCA23-4B5B-46FB-A50B-42AD71E0FA8F}" presName="vert1" presStyleCnt="0"/>
      <dgm:spPr/>
    </dgm:pt>
    <dgm:pt modelId="{B80BCCA6-84B2-4B28-9E8E-7F754858E84C}" type="pres">
      <dgm:prSet presAssocID="{7B74EEBE-E3F2-47F1-9606-613D4376FDD2}" presName="thickLine" presStyleLbl="alignNode1" presStyleIdx="2" presStyleCnt="6"/>
      <dgm:spPr/>
    </dgm:pt>
    <dgm:pt modelId="{1560EE2B-CD60-421C-B148-106DA1B5746F}" type="pres">
      <dgm:prSet presAssocID="{7B74EEBE-E3F2-47F1-9606-613D4376FDD2}" presName="horz1" presStyleCnt="0"/>
      <dgm:spPr/>
    </dgm:pt>
    <dgm:pt modelId="{BD27C0A1-8B70-4301-A29A-860A3763CB5C}" type="pres">
      <dgm:prSet presAssocID="{7B74EEBE-E3F2-47F1-9606-613D4376FDD2}" presName="tx1" presStyleLbl="revTx" presStyleIdx="2" presStyleCnt="6"/>
      <dgm:spPr/>
    </dgm:pt>
    <dgm:pt modelId="{724EE748-5E9D-4FE3-B3D0-124D92264342}" type="pres">
      <dgm:prSet presAssocID="{7B74EEBE-E3F2-47F1-9606-613D4376FDD2}" presName="vert1" presStyleCnt="0"/>
      <dgm:spPr/>
    </dgm:pt>
    <dgm:pt modelId="{796EB5A2-E60B-473D-85BE-D95AE3B87459}" type="pres">
      <dgm:prSet presAssocID="{62F0D028-7C73-4AC1-8A32-48B9B1E8DCF8}" presName="thickLine" presStyleLbl="alignNode1" presStyleIdx="3" presStyleCnt="6"/>
      <dgm:spPr/>
    </dgm:pt>
    <dgm:pt modelId="{2C601512-2D91-4567-A2A4-EB984448014D}" type="pres">
      <dgm:prSet presAssocID="{62F0D028-7C73-4AC1-8A32-48B9B1E8DCF8}" presName="horz1" presStyleCnt="0"/>
      <dgm:spPr/>
    </dgm:pt>
    <dgm:pt modelId="{AEF144E3-B60B-4876-BEC7-72718A47AB93}" type="pres">
      <dgm:prSet presAssocID="{62F0D028-7C73-4AC1-8A32-48B9B1E8DCF8}" presName="tx1" presStyleLbl="revTx" presStyleIdx="3" presStyleCnt="6"/>
      <dgm:spPr/>
    </dgm:pt>
    <dgm:pt modelId="{64252C82-7D2A-4108-9F15-16530DEA06D8}" type="pres">
      <dgm:prSet presAssocID="{62F0D028-7C73-4AC1-8A32-48B9B1E8DCF8}" presName="vert1" presStyleCnt="0"/>
      <dgm:spPr/>
    </dgm:pt>
    <dgm:pt modelId="{6150A31C-48BF-41AA-8455-ABF5AF603947}" type="pres">
      <dgm:prSet presAssocID="{AC6B9069-F2F5-4212-93CF-A099E8D55B71}" presName="thickLine" presStyleLbl="alignNode1" presStyleIdx="4" presStyleCnt="6"/>
      <dgm:spPr/>
    </dgm:pt>
    <dgm:pt modelId="{D19BDCC0-5A36-499D-8402-BA35F515FC2B}" type="pres">
      <dgm:prSet presAssocID="{AC6B9069-F2F5-4212-93CF-A099E8D55B71}" presName="horz1" presStyleCnt="0"/>
      <dgm:spPr/>
    </dgm:pt>
    <dgm:pt modelId="{AD7B0606-B72D-4CAE-9302-629FFCAAA167}" type="pres">
      <dgm:prSet presAssocID="{AC6B9069-F2F5-4212-93CF-A099E8D55B71}" presName="tx1" presStyleLbl="revTx" presStyleIdx="4" presStyleCnt="6"/>
      <dgm:spPr/>
    </dgm:pt>
    <dgm:pt modelId="{8BA5B0AD-2E9F-4C84-902C-A48C6F9DDC6A}" type="pres">
      <dgm:prSet presAssocID="{AC6B9069-F2F5-4212-93CF-A099E8D55B71}" presName="vert1" presStyleCnt="0"/>
      <dgm:spPr/>
    </dgm:pt>
    <dgm:pt modelId="{73A21958-DC3E-4598-82E2-E772B6B08462}" type="pres">
      <dgm:prSet presAssocID="{84AF8BA5-EAD4-4FEB-9657-18DF505DBE48}" presName="thickLine" presStyleLbl="alignNode1" presStyleIdx="5" presStyleCnt="6"/>
      <dgm:spPr/>
    </dgm:pt>
    <dgm:pt modelId="{15BF29C3-2958-48E4-A58D-546F8BF09CCF}" type="pres">
      <dgm:prSet presAssocID="{84AF8BA5-EAD4-4FEB-9657-18DF505DBE48}" presName="horz1" presStyleCnt="0"/>
      <dgm:spPr/>
    </dgm:pt>
    <dgm:pt modelId="{1506DA79-8338-4ACF-A444-9E29DD6110D0}" type="pres">
      <dgm:prSet presAssocID="{84AF8BA5-EAD4-4FEB-9657-18DF505DBE48}" presName="tx1" presStyleLbl="revTx" presStyleIdx="5" presStyleCnt="6"/>
      <dgm:spPr/>
    </dgm:pt>
    <dgm:pt modelId="{644A5972-38C4-4E6A-8FAA-14FA7F14083D}" type="pres">
      <dgm:prSet presAssocID="{84AF8BA5-EAD4-4FEB-9657-18DF505DBE48}" presName="vert1" presStyleCnt="0"/>
      <dgm:spPr/>
    </dgm:pt>
  </dgm:ptLst>
  <dgm:cxnLst>
    <dgm:cxn modelId="{8F4E3304-70A1-4949-936A-99AC5838A416}" type="presOf" srcId="{AC6B9069-F2F5-4212-93CF-A099E8D55B71}" destId="{AD7B0606-B72D-4CAE-9302-629FFCAAA167}" srcOrd="0" destOrd="0" presId="urn:microsoft.com/office/officeart/2008/layout/LinedList"/>
    <dgm:cxn modelId="{52347B0C-4867-4BC4-BF42-10416AC1C62F}" type="presOf" srcId="{62F0D028-7C73-4AC1-8A32-48B9B1E8DCF8}" destId="{AEF144E3-B60B-4876-BEC7-72718A47AB93}" srcOrd="0" destOrd="0" presId="urn:microsoft.com/office/officeart/2008/layout/LinedList"/>
    <dgm:cxn modelId="{3A21AB10-019B-4B71-8E5B-447B43651B44}" srcId="{23668BC8-3E4E-4FBA-AD43-F7DA208F4CBC}" destId="{E4ABCA23-4B5B-46FB-A50B-42AD71E0FA8F}" srcOrd="1" destOrd="0" parTransId="{5A9334B3-272B-49F1-A451-70B7DAA3F176}" sibTransId="{D14AE3DB-7549-4BB1-8564-F119A5712832}"/>
    <dgm:cxn modelId="{93DA551C-AF2C-4517-A123-33E44F675F99}" type="presOf" srcId="{23668BC8-3E4E-4FBA-AD43-F7DA208F4CBC}" destId="{3E156044-D6D5-4077-A105-B50BB08B627D}" srcOrd="0" destOrd="0" presId="urn:microsoft.com/office/officeart/2008/layout/LinedList"/>
    <dgm:cxn modelId="{B81D1B36-AF59-4D1F-AF2D-E469E6B1F7AC}" type="presOf" srcId="{4557ADDF-EA01-4771-A719-FA224C8D55D2}" destId="{FAF19461-6F4A-4B2D-B656-97B0412AAFD8}" srcOrd="0" destOrd="0" presId="urn:microsoft.com/office/officeart/2008/layout/LinedList"/>
    <dgm:cxn modelId="{ACE2D743-5691-404B-9BB1-1A2B19427C73}" srcId="{23668BC8-3E4E-4FBA-AD43-F7DA208F4CBC}" destId="{84AF8BA5-EAD4-4FEB-9657-18DF505DBE48}" srcOrd="5" destOrd="0" parTransId="{D0771B67-C8EB-4B3B-8383-24C06580F62C}" sibTransId="{BBF6E8B3-22A0-456A-9504-273B7CCC7A55}"/>
    <dgm:cxn modelId="{62206168-BEAA-4A8D-80E9-B367375975E5}" srcId="{23668BC8-3E4E-4FBA-AD43-F7DA208F4CBC}" destId="{62F0D028-7C73-4AC1-8A32-48B9B1E8DCF8}" srcOrd="3" destOrd="0" parTransId="{141B0B8B-6C23-485C-A153-8A4382E8C607}" sibTransId="{3AAA36C5-D2F0-4004-8AF4-185CDDCD6E8D}"/>
    <dgm:cxn modelId="{B0ECD77E-3BAD-4C49-A82A-B5D7B62F7A3B}" type="presOf" srcId="{E4ABCA23-4B5B-46FB-A50B-42AD71E0FA8F}" destId="{5C669FB8-52C3-4838-9553-B06D60EC3516}" srcOrd="0" destOrd="0" presId="urn:microsoft.com/office/officeart/2008/layout/LinedList"/>
    <dgm:cxn modelId="{904ED19E-3F7C-4B89-A0F5-422EE64C5264}" srcId="{23668BC8-3E4E-4FBA-AD43-F7DA208F4CBC}" destId="{7B74EEBE-E3F2-47F1-9606-613D4376FDD2}" srcOrd="2" destOrd="0" parTransId="{C194C6AC-B71D-4C34-AC72-7E7A9E5BE2CC}" sibTransId="{7CF2A31A-1200-4C86-8EA5-139D82B00E5E}"/>
    <dgm:cxn modelId="{33AAAAB4-370F-4A34-AF3B-6550F3F2C313}" type="presOf" srcId="{7B74EEBE-E3F2-47F1-9606-613D4376FDD2}" destId="{BD27C0A1-8B70-4301-A29A-860A3763CB5C}" srcOrd="0" destOrd="0" presId="urn:microsoft.com/office/officeart/2008/layout/LinedList"/>
    <dgm:cxn modelId="{BA8AF3B4-5963-4390-8C48-73608CFFD5BA}" type="presOf" srcId="{84AF8BA5-EAD4-4FEB-9657-18DF505DBE48}" destId="{1506DA79-8338-4ACF-A444-9E29DD6110D0}" srcOrd="0" destOrd="0" presId="urn:microsoft.com/office/officeart/2008/layout/LinedList"/>
    <dgm:cxn modelId="{E74A03E4-95D4-4E7F-8A72-21F93EE82D4C}" srcId="{23668BC8-3E4E-4FBA-AD43-F7DA208F4CBC}" destId="{AC6B9069-F2F5-4212-93CF-A099E8D55B71}" srcOrd="4" destOrd="0" parTransId="{EF283C5F-83AD-4A5E-A241-9A4F9EBDA9E9}" sibTransId="{77EBE304-8B4E-4009-A30E-614058B54AEF}"/>
    <dgm:cxn modelId="{892684E6-026E-4553-AA75-1EC9312B9592}" srcId="{23668BC8-3E4E-4FBA-AD43-F7DA208F4CBC}" destId="{4557ADDF-EA01-4771-A719-FA224C8D55D2}" srcOrd="0" destOrd="0" parTransId="{82FE49C1-5FA2-454E-B7FE-5782717A7A4A}" sibTransId="{CAD4673D-D6BA-4EC9-9F15-3D4F2E649C37}"/>
    <dgm:cxn modelId="{78D58D38-239B-4BAD-BAF8-983136FBE301}" type="presParOf" srcId="{3E156044-D6D5-4077-A105-B50BB08B627D}" destId="{0A2F3777-1006-4877-A13D-39502A4C3CA9}" srcOrd="0" destOrd="0" presId="urn:microsoft.com/office/officeart/2008/layout/LinedList"/>
    <dgm:cxn modelId="{A249C379-693B-405D-BFF2-BF63F8B428BF}" type="presParOf" srcId="{3E156044-D6D5-4077-A105-B50BB08B627D}" destId="{42CE6072-17FA-4C48-86D8-4038AD4535C3}" srcOrd="1" destOrd="0" presId="urn:microsoft.com/office/officeart/2008/layout/LinedList"/>
    <dgm:cxn modelId="{F10496A8-724B-464B-A6AE-58AE5A7EA467}" type="presParOf" srcId="{42CE6072-17FA-4C48-86D8-4038AD4535C3}" destId="{FAF19461-6F4A-4B2D-B656-97B0412AAFD8}" srcOrd="0" destOrd="0" presId="urn:microsoft.com/office/officeart/2008/layout/LinedList"/>
    <dgm:cxn modelId="{AFAB80B7-AC84-4897-AA97-FE1420B1B2DF}" type="presParOf" srcId="{42CE6072-17FA-4C48-86D8-4038AD4535C3}" destId="{15CDAC8F-8E1A-4AA2-AD1E-A5D3756FE9FB}" srcOrd="1" destOrd="0" presId="urn:microsoft.com/office/officeart/2008/layout/LinedList"/>
    <dgm:cxn modelId="{2A8E7D4A-3555-40E8-B246-49E128BFED2C}" type="presParOf" srcId="{3E156044-D6D5-4077-A105-B50BB08B627D}" destId="{999F0ACF-2EE0-4131-8881-4825C77AD6D3}" srcOrd="2" destOrd="0" presId="urn:microsoft.com/office/officeart/2008/layout/LinedList"/>
    <dgm:cxn modelId="{5997B691-898B-4802-A51D-90067A9D1648}" type="presParOf" srcId="{3E156044-D6D5-4077-A105-B50BB08B627D}" destId="{CAD36F77-6E20-47DA-A53E-1DE889BC28F0}" srcOrd="3" destOrd="0" presId="urn:microsoft.com/office/officeart/2008/layout/LinedList"/>
    <dgm:cxn modelId="{F0A4CD8F-9461-40CF-A437-6B1DB4E08A9F}" type="presParOf" srcId="{CAD36F77-6E20-47DA-A53E-1DE889BC28F0}" destId="{5C669FB8-52C3-4838-9553-B06D60EC3516}" srcOrd="0" destOrd="0" presId="urn:microsoft.com/office/officeart/2008/layout/LinedList"/>
    <dgm:cxn modelId="{28184D65-444A-4155-9480-8CD41080F069}" type="presParOf" srcId="{CAD36F77-6E20-47DA-A53E-1DE889BC28F0}" destId="{2F0788A4-FBCD-407D-A041-9A22FA4E7C7A}" srcOrd="1" destOrd="0" presId="urn:microsoft.com/office/officeart/2008/layout/LinedList"/>
    <dgm:cxn modelId="{467C0220-D3A5-4766-84A5-6BE635072AA5}" type="presParOf" srcId="{3E156044-D6D5-4077-A105-B50BB08B627D}" destId="{B80BCCA6-84B2-4B28-9E8E-7F754858E84C}" srcOrd="4" destOrd="0" presId="urn:microsoft.com/office/officeart/2008/layout/LinedList"/>
    <dgm:cxn modelId="{0A7AA4F1-F813-48E2-A2E3-4EAE96B5DEDB}" type="presParOf" srcId="{3E156044-D6D5-4077-A105-B50BB08B627D}" destId="{1560EE2B-CD60-421C-B148-106DA1B5746F}" srcOrd="5" destOrd="0" presId="urn:microsoft.com/office/officeart/2008/layout/LinedList"/>
    <dgm:cxn modelId="{911E5DAB-7A28-49B1-AFF8-F1237BA56AFB}" type="presParOf" srcId="{1560EE2B-CD60-421C-B148-106DA1B5746F}" destId="{BD27C0A1-8B70-4301-A29A-860A3763CB5C}" srcOrd="0" destOrd="0" presId="urn:microsoft.com/office/officeart/2008/layout/LinedList"/>
    <dgm:cxn modelId="{935E9580-7D99-42E4-AAFF-DD77D11751D9}" type="presParOf" srcId="{1560EE2B-CD60-421C-B148-106DA1B5746F}" destId="{724EE748-5E9D-4FE3-B3D0-124D92264342}" srcOrd="1" destOrd="0" presId="urn:microsoft.com/office/officeart/2008/layout/LinedList"/>
    <dgm:cxn modelId="{EEB40B57-61B2-4B90-BC03-56D7C7532337}" type="presParOf" srcId="{3E156044-D6D5-4077-A105-B50BB08B627D}" destId="{796EB5A2-E60B-473D-85BE-D95AE3B87459}" srcOrd="6" destOrd="0" presId="urn:microsoft.com/office/officeart/2008/layout/LinedList"/>
    <dgm:cxn modelId="{26A9635F-3CA8-4DC0-BBC9-6372CD759DFA}" type="presParOf" srcId="{3E156044-D6D5-4077-A105-B50BB08B627D}" destId="{2C601512-2D91-4567-A2A4-EB984448014D}" srcOrd="7" destOrd="0" presId="urn:microsoft.com/office/officeart/2008/layout/LinedList"/>
    <dgm:cxn modelId="{7BAE9DD8-3762-4B15-BFE8-F4783926384D}" type="presParOf" srcId="{2C601512-2D91-4567-A2A4-EB984448014D}" destId="{AEF144E3-B60B-4876-BEC7-72718A47AB93}" srcOrd="0" destOrd="0" presId="urn:microsoft.com/office/officeart/2008/layout/LinedList"/>
    <dgm:cxn modelId="{8DFA176E-5FD5-4EB4-897C-90838F3E5F58}" type="presParOf" srcId="{2C601512-2D91-4567-A2A4-EB984448014D}" destId="{64252C82-7D2A-4108-9F15-16530DEA06D8}" srcOrd="1" destOrd="0" presId="urn:microsoft.com/office/officeart/2008/layout/LinedList"/>
    <dgm:cxn modelId="{1175A182-B303-42A7-AB07-CDF0EEC65FD7}" type="presParOf" srcId="{3E156044-D6D5-4077-A105-B50BB08B627D}" destId="{6150A31C-48BF-41AA-8455-ABF5AF603947}" srcOrd="8" destOrd="0" presId="urn:microsoft.com/office/officeart/2008/layout/LinedList"/>
    <dgm:cxn modelId="{71275293-C9A2-4FB6-87D2-8BA4FB3F67F4}" type="presParOf" srcId="{3E156044-D6D5-4077-A105-B50BB08B627D}" destId="{D19BDCC0-5A36-499D-8402-BA35F515FC2B}" srcOrd="9" destOrd="0" presId="urn:microsoft.com/office/officeart/2008/layout/LinedList"/>
    <dgm:cxn modelId="{8F2B4E8A-AF61-4390-8D28-D6EA3B062328}" type="presParOf" srcId="{D19BDCC0-5A36-499D-8402-BA35F515FC2B}" destId="{AD7B0606-B72D-4CAE-9302-629FFCAAA167}" srcOrd="0" destOrd="0" presId="urn:microsoft.com/office/officeart/2008/layout/LinedList"/>
    <dgm:cxn modelId="{D2DD12ED-2F59-464D-81EE-5780984F1086}" type="presParOf" srcId="{D19BDCC0-5A36-499D-8402-BA35F515FC2B}" destId="{8BA5B0AD-2E9F-4C84-902C-A48C6F9DDC6A}" srcOrd="1" destOrd="0" presId="urn:microsoft.com/office/officeart/2008/layout/LinedList"/>
    <dgm:cxn modelId="{38DEE54C-E389-43DC-AD44-238FC0AFECBF}" type="presParOf" srcId="{3E156044-D6D5-4077-A105-B50BB08B627D}" destId="{73A21958-DC3E-4598-82E2-E772B6B08462}" srcOrd="10" destOrd="0" presId="urn:microsoft.com/office/officeart/2008/layout/LinedList"/>
    <dgm:cxn modelId="{E3FDF898-2C33-468E-8F7F-ACE2B1AC4EBB}" type="presParOf" srcId="{3E156044-D6D5-4077-A105-B50BB08B627D}" destId="{15BF29C3-2958-48E4-A58D-546F8BF09CCF}" srcOrd="11" destOrd="0" presId="urn:microsoft.com/office/officeart/2008/layout/LinedList"/>
    <dgm:cxn modelId="{C48AFE3E-D7DE-4E94-BCAD-26AFA19AAAC6}" type="presParOf" srcId="{15BF29C3-2958-48E4-A58D-546F8BF09CCF}" destId="{1506DA79-8338-4ACF-A444-9E29DD6110D0}" srcOrd="0" destOrd="0" presId="urn:microsoft.com/office/officeart/2008/layout/LinedList"/>
    <dgm:cxn modelId="{FF122385-132D-4451-BD98-FC8D5EC945C8}" type="presParOf" srcId="{15BF29C3-2958-48E4-A58D-546F8BF09CCF}" destId="{644A5972-38C4-4E6A-8FAA-14FA7F14083D}"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C042615-CA99-4A89-A72B-A6E394A97F3F}">
      <dsp:nvSpPr>
        <dsp:cNvPr id="0" name=""/>
        <dsp:cNvSpPr/>
      </dsp:nvSpPr>
      <dsp:spPr>
        <a:xfrm rot="5400000">
          <a:off x="6849033" y="-2779460"/>
          <a:ext cx="1132823" cy="6979242"/>
        </a:xfrm>
        <a:prstGeom prst="round2SameRect">
          <a:avLst/>
        </a:prstGeom>
        <a:solidFill>
          <a:schemeClr val="accent3">
            <a:alpha val="90000"/>
            <a:tint val="40000"/>
            <a:hueOff val="0"/>
            <a:satOff val="0"/>
            <a:lumOff val="0"/>
            <a:alphaOff val="0"/>
          </a:schemeClr>
        </a:solidFill>
        <a:ln w="6350" cap="flat" cmpd="sng" algn="ctr">
          <a:solidFill>
            <a:schemeClr val="accent3">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10490" tIns="55245" rIns="110490" bIns="55245" numCol="1" spcCol="1270" anchor="ctr" anchorCtr="0">
          <a:noAutofit/>
        </a:bodyPr>
        <a:lstStyle/>
        <a:p>
          <a:pPr marL="285750" lvl="1" indent="-285750" algn="l" defTabSz="1289050">
            <a:lnSpc>
              <a:spcPct val="90000"/>
            </a:lnSpc>
            <a:spcBef>
              <a:spcPct val="0"/>
            </a:spcBef>
            <a:spcAft>
              <a:spcPct val="15000"/>
            </a:spcAft>
            <a:buChar char="•"/>
          </a:pPr>
          <a:r>
            <a:rPr lang="en-US" sz="2900" kern="1200"/>
            <a:t>Hiring and training for a job</a:t>
          </a:r>
        </a:p>
      </dsp:txBody>
      <dsp:txXfrm rot="-5400000">
        <a:off x="3925824" y="199049"/>
        <a:ext cx="6923942" cy="1022223"/>
      </dsp:txXfrm>
    </dsp:sp>
    <dsp:sp modelId="{6531DEC3-54C2-4DB1-8145-0D40B9AD3C32}">
      <dsp:nvSpPr>
        <dsp:cNvPr id="0" name=""/>
        <dsp:cNvSpPr/>
      </dsp:nvSpPr>
      <dsp:spPr>
        <a:xfrm>
          <a:off x="0" y="2145"/>
          <a:ext cx="3925823" cy="1416029"/>
        </a:xfrm>
        <a:prstGeom prst="round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40970" tIns="70485" rIns="140970" bIns="70485" numCol="1" spcCol="1270" anchor="ctr" anchorCtr="0">
          <a:noAutofit/>
        </a:bodyPr>
        <a:lstStyle/>
        <a:p>
          <a:pPr marL="0" lvl="0" indent="0" algn="ctr" defTabSz="1644650">
            <a:lnSpc>
              <a:spcPct val="90000"/>
            </a:lnSpc>
            <a:spcBef>
              <a:spcPct val="0"/>
            </a:spcBef>
            <a:spcAft>
              <a:spcPct val="35000"/>
            </a:spcAft>
            <a:buNone/>
          </a:pPr>
          <a:r>
            <a:rPr lang="en-US" sz="3700" kern="1200"/>
            <a:t>Industrial psychology</a:t>
          </a:r>
        </a:p>
      </dsp:txBody>
      <dsp:txXfrm>
        <a:off x="69125" y="71270"/>
        <a:ext cx="3787573" cy="1277779"/>
      </dsp:txXfrm>
    </dsp:sp>
    <dsp:sp modelId="{293AF239-B5FE-4C33-9978-83C1E5388C25}">
      <dsp:nvSpPr>
        <dsp:cNvPr id="0" name=""/>
        <dsp:cNvSpPr/>
      </dsp:nvSpPr>
      <dsp:spPr>
        <a:xfrm rot="5400000">
          <a:off x="6849033" y="-1292630"/>
          <a:ext cx="1132823" cy="6979242"/>
        </a:xfrm>
        <a:prstGeom prst="round2SameRect">
          <a:avLst/>
        </a:prstGeom>
        <a:solidFill>
          <a:schemeClr val="accent3">
            <a:alpha val="90000"/>
            <a:tint val="40000"/>
            <a:hueOff val="0"/>
            <a:satOff val="0"/>
            <a:lumOff val="0"/>
            <a:alphaOff val="0"/>
          </a:schemeClr>
        </a:solidFill>
        <a:ln w="6350" cap="flat" cmpd="sng" algn="ctr">
          <a:solidFill>
            <a:schemeClr val="accent3">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10490" tIns="55245" rIns="110490" bIns="55245" numCol="1" spcCol="1270" anchor="ctr" anchorCtr="0">
          <a:noAutofit/>
        </a:bodyPr>
        <a:lstStyle/>
        <a:p>
          <a:pPr marL="285750" lvl="1" indent="-285750" algn="l" defTabSz="1289050">
            <a:lnSpc>
              <a:spcPct val="90000"/>
            </a:lnSpc>
            <a:spcBef>
              <a:spcPct val="0"/>
            </a:spcBef>
            <a:spcAft>
              <a:spcPct val="15000"/>
            </a:spcAft>
            <a:buChar char="•"/>
          </a:pPr>
          <a:r>
            <a:rPr lang="en-US" sz="2900" kern="1200"/>
            <a:t>Social climate of the workplace</a:t>
          </a:r>
        </a:p>
      </dsp:txBody>
      <dsp:txXfrm rot="-5400000">
        <a:off x="3925824" y="1685879"/>
        <a:ext cx="6923942" cy="1022223"/>
      </dsp:txXfrm>
    </dsp:sp>
    <dsp:sp modelId="{D069A2DB-0965-4F7D-9A08-28FCCB3DD95F}">
      <dsp:nvSpPr>
        <dsp:cNvPr id="0" name=""/>
        <dsp:cNvSpPr/>
      </dsp:nvSpPr>
      <dsp:spPr>
        <a:xfrm>
          <a:off x="0" y="1488976"/>
          <a:ext cx="3925823" cy="1416029"/>
        </a:xfrm>
        <a:prstGeom prst="round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40970" tIns="70485" rIns="140970" bIns="70485" numCol="1" spcCol="1270" anchor="ctr" anchorCtr="0">
          <a:noAutofit/>
        </a:bodyPr>
        <a:lstStyle/>
        <a:p>
          <a:pPr marL="0" lvl="0" indent="0" algn="ctr" defTabSz="1644650">
            <a:lnSpc>
              <a:spcPct val="90000"/>
            </a:lnSpc>
            <a:spcBef>
              <a:spcPct val="0"/>
            </a:spcBef>
            <a:spcAft>
              <a:spcPct val="35000"/>
            </a:spcAft>
            <a:buNone/>
          </a:pPr>
          <a:r>
            <a:rPr lang="en-US" sz="3700" kern="1200"/>
            <a:t>Organizational psychology</a:t>
          </a:r>
        </a:p>
      </dsp:txBody>
      <dsp:txXfrm>
        <a:off x="69125" y="1558101"/>
        <a:ext cx="3787573" cy="1277779"/>
      </dsp:txXfrm>
    </dsp:sp>
    <dsp:sp modelId="{E0AAFDB6-05DF-4D14-A64C-8A1A8D318C37}">
      <dsp:nvSpPr>
        <dsp:cNvPr id="0" name=""/>
        <dsp:cNvSpPr/>
      </dsp:nvSpPr>
      <dsp:spPr>
        <a:xfrm rot="5400000">
          <a:off x="6849033" y="194200"/>
          <a:ext cx="1132823" cy="6979242"/>
        </a:xfrm>
        <a:prstGeom prst="round2SameRect">
          <a:avLst/>
        </a:prstGeom>
        <a:solidFill>
          <a:schemeClr val="accent3">
            <a:alpha val="90000"/>
            <a:tint val="40000"/>
            <a:hueOff val="0"/>
            <a:satOff val="0"/>
            <a:lumOff val="0"/>
            <a:alphaOff val="0"/>
          </a:schemeClr>
        </a:solidFill>
        <a:ln w="6350" cap="flat" cmpd="sng" algn="ctr">
          <a:solidFill>
            <a:schemeClr val="accent3">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10490" tIns="55245" rIns="110490" bIns="55245" numCol="1" spcCol="1270" anchor="ctr" anchorCtr="0">
          <a:noAutofit/>
        </a:bodyPr>
        <a:lstStyle/>
        <a:p>
          <a:pPr marL="285750" lvl="1" indent="-285750" algn="l" defTabSz="1289050">
            <a:lnSpc>
              <a:spcPct val="90000"/>
            </a:lnSpc>
            <a:spcBef>
              <a:spcPct val="0"/>
            </a:spcBef>
            <a:spcAft>
              <a:spcPct val="15000"/>
            </a:spcAft>
            <a:buChar char="•"/>
          </a:pPr>
          <a:r>
            <a:rPr lang="en-US" sz="2900" kern="1200" dirty="0"/>
            <a:t>Optimizing tools/systems for use in the workplace</a:t>
          </a:r>
        </a:p>
      </dsp:txBody>
      <dsp:txXfrm rot="-5400000">
        <a:off x="3925824" y="3172709"/>
        <a:ext cx="6923942" cy="1022223"/>
      </dsp:txXfrm>
    </dsp:sp>
    <dsp:sp modelId="{4FC54425-E543-49AC-83AE-47979A72A6C5}">
      <dsp:nvSpPr>
        <dsp:cNvPr id="0" name=""/>
        <dsp:cNvSpPr/>
      </dsp:nvSpPr>
      <dsp:spPr>
        <a:xfrm>
          <a:off x="0" y="2975807"/>
          <a:ext cx="3925823" cy="1416029"/>
        </a:xfrm>
        <a:prstGeom prst="round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40970" tIns="70485" rIns="140970" bIns="70485" numCol="1" spcCol="1270" anchor="ctr" anchorCtr="0">
          <a:noAutofit/>
        </a:bodyPr>
        <a:lstStyle/>
        <a:p>
          <a:pPr marL="0" lvl="0" indent="0" algn="ctr" defTabSz="1644650">
            <a:lnSpc>
              <a:spcPct val="90000"/>
            </a:lnSpc>
            <a:spcBef>
              <a:spcPct val="0"/>
            </a:spcBef>
            <a:spcAft>
              <a:spcPct val="35000"/>
            </a:spcAft>
            <a:buNone/>
          </a:pPr>
          <a:r>
            <a:rPr lang="en-US" sz="3700" kern="1200"/>
            <a:t>Human factors psychology</a:t>
          </a:r>
        </a:p>
      </dsp:txBody>
      <dsp:txXfrm>
        <a:off x="69125" y="3044932"/>
        <a:ext cx="3787573" cy="127777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B7296F0-3B1E-41D2-B8B2-0F1361CF8759}">
      <dsp:nvSpPr>
        <dsp:cNvPr id="0" name=""/>
        <dsp:cNvSpPr/>
      </dsp:nvSpPr>
      <dsp:spPr>
        <a:xfrm>
          <a:off x="0" y="2419350"/>
          <a:ext cx="9988915" cy="0"/>
        </a:xfrm>
        <a:prstGeom prst="line">
          <a:avLst/>
        </a:prstGeom>
        <a:solidFill>
          <a:schemeClr val="lt1">
            <a:alpha val="90000"/>
            <a:hueOff val="0"/>
            <a:satOff val="0"/>
            <a:lumOff val="0"/>
            <a:alphaOff val="0"/>
          </a:schemeClr>
        </a:solidFill>
        <a:ln w="19050" cap="rnd" cmpd="sng" algn="ctr">
          <a:solidFill>
            <a:schemeClr val="accent2">
              <a:hueOff val="0"/>
              <a:satOff val="0"/>
              <a:lumOff val="0"/>
              <a:alphaOff val="0"/>
            </a:schemeClr>
          </a:solidFill>
          <a:prstDash val="solid"/>
          <a:miter lim="800000"/>
          <a:tailEnd type="triangle" w="lg" len="lg"/>
        </a:ln>
        <a:effectLst/>
      </dsp:spPr>
      <dsp:style>
        <a:lnRef idx="1">
          <a:scrgbClr r="0" g="0" b="0"/>
        </a:lnRef>
        <a:fillRef idx="1">
          <a:scrgbClr r="0" g="0" b="0"/>
        </a:fillRef>
        <a:effectRef idx="0">
          <a:scrgbClr r="0" g="0" b="0"/>
        </a:effectRef>
        <a:fontRef idx="minor"/>
      </dsp:style>
    </dsp:sp>
    <dsp:sp modelId="{6310454B-0E44-4BF2-94ED-3770FA8A6D9C}">
      <dsp:nvSpPr>
        <dsp:cNvPr id="0" name=""/>
        <dsp:cNvSpPr/>
      </dsp:nvSpPr>
      <dsp:spPr>
        <a:xfrm rot="8100000">
          <a:off x="72228" y="562891"/>
          <a:ext cx="345182" cy="345182"/>
        </a:xfrm>
        <a:prstGeom prst="teardrop">
          <a:avLst>
            <a:gd name="adj" fmla="val 11500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w="6350" cap="flat" cmpd="sng" algn="ctr">
          <a:solidFill>
            <a:schemeClr val="accent2">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4F1A1CDA-897A-485A-9063-70284C9E22A3}">
      <dsp:nvSpPr>
        <dsp:cNvPr id="0" name=""/>
        <dsp:cNvSpPr/>
      </dsp:nvSpPr>
      <dsp:spPr>
        <a:xfrm>
          <a:off x="110575" y="601238"/>
          <a:ext cx="268488" cy="268488"/>
        </a:xfrm>
        <a:prstGeom prst="ellipse">
          <a:avLst/>
        </a:prstGeom>
        <a:solidFill>
          <a:schemeClr val="lt1">
            <a:alpha val="90000"/>
            <a:hueOff val="0"/>
            <a:satOff val="0"/>
            <a:lumOff val="0"/>
            <a:alphaOff val="0"/>
          </a:schemeClr>
        </a:solidFill>
        <a:ln w="9525" cap="rnd" cmpd="sng" algn="ctr">
          <a:noFill/>
          <a:prstDash val="solid"/>
          <a:miter lim="800000"/>
        </a:ln>
        <a:effectLst/>
      </dsp:spPr>
      <dsp:style>
        <a:lnRef idx="1">
          <a:scrgbClr r="0" g="0" b="0"/>
        </a:lnRef>
        <a:fillRef idx="1">
          <a:scrgbClr r="0" g="0" b="0"/>
        </a:fillRef>
        <a:effectRef idx="0">
          <a:scrgbClr r="0" g="0" b="0"/>
        </a:effectRef>
        <a:fontRef idx="minor"/>
      </dsp:style>
    </dsp:sp>
    <dsp:sp modelId="{0F3C70A4-C384-4DC4-8187-EB8DFB692A08}">
      <dsp:nvSpPr>
        <dsp:cNvPr id="0" name=""/>
        <dsp:cNvSpPr/>
      </dsp:nvSpPr>
      <dsp:spPr>
        <a:xfrm>
          <a:off x="488900" y="987094"/>
          <a:ext cx="2017217" cy="14322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95250" rIns="95250" bIns="142875" numCol="1" spcCol="1270" anchor="t" anchorCtr="0">
          <a:noAutofit/>
        </a:bodyPr>
        <a:lstStyle/>
        <a:p>
          <a:pPr marL="0" lvl="0" indent="0" algn="l" defTabSz="666750">
            <a:lnSpc>
              <a:spcPct val="90000"/>
            </a:lnSpc>
            <a:spcBef>
              <a:spcPct val="0"/>
            </a:spcBef>
            <a:spcAft>
              <a:spcPct val="35000"/>
            </a:spcAft>
            <a:buNone/>
          </a:pPr>
          <a:r>
            <a:rPr lang="en-US" sz="1500" kern="1200"/>
            <a:t>Walter Dill Scott published The Theory of Advertising and Psychology of Advertising</a:t>
          </a:r>
        </a:p>
      </dsp:txBody>
      <dsp:txXfrm>
        <a:off x="488900" y="987094"/>
        <a:ext cx="2017217" cy="1432255"/>
      </dsp:txXfrm>
    </dsp:sp>
    <dsp:sp modelId="{0D3FDEF1-F0D2-4997-B558-6E28B85F5394}">
      <dsp:nvSpPr>
        <dsp:cNvPr id="0" name=""/>
        <dsp:cNvSpPr/>
      </dsp:nvSpPr>
      <dsp:spPr>
        <a:xfrm>
          <a:off x="488900" y="483869"/>
          <a:ext cx="2017217" cy="5032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127000" bIns="0" numCol="1" spcCol="1270" anchor="ctr" anchorCtr="0">
          <a:noAutofit/>
        </a:bodyPr>
        <a:lstStyle/>
        <a:p>
          <a:pPr marL="0" lvl="0" indent="0" algn="l" defTabSz="889000">
            <a:lnSpc>
              <a:spcPct val="90000"/>
            </a:lnSpc>
            <a:spcBef>
              <a:spcPct val="0"/>
            </a:spcBef>
            <a:spcAft>
              <a:spcPct val="35000"/>
            </a:spcAft>
            <a:buNone/>
            <a:defRPr b="1"/>
          </a:pPr>
          <a:r>
            <a:rPr lang="en-US" sz="2000" kern="1200"/>
            <a:t>1903</a:t>
          </a:r>
        </a:p>
      </dsp:txBody>
      <dsp:txXfrm>
        <a:off x="488900" y="483869"/>
        <a:ext cx="2017217" cy="503224"/>
      </dsp:txXfrm>
    </dsp:sp>
    <dsp:sp modelId="{ECB0A617-3069-483D-AA49-6E3A09CDDFDC}">
      <dsp:nvSpPr>
        <dsp:cNvPr id="0" name=""/>
        <dsp:cNvSpPr/>
      </dsp:nvSpPr>
      <dsp:spPr>
        <a:xfrm>
          <a:off x="244819" y="987094"/>
          <a:ext cx="0" cy="1432255"/>
        </a:xfrm>
        <a:prstGeom prst="line">
          <a:avLst/>
        </a:prstGeom>
        <a:noFill/>
        <a:ln w="12700" cap="rnd" cmpd="sng" algn="ctr">
          <a:solidFill>
            <a:schemeClr val="accent2">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DBA15E5A-6F5D-4103-B633-770B8B529016}">
      <dsp:nvSpPr>
        <dsp:cNvPr id="0" name=""/>
        <dsp:cNvSpPr/>
      </dsp:nvSpPr>
      <dsp:spPr>
        <a:xfrm>
          <a:off x="208416" y="2374059"/>
          <a:ext cx="87869" cy="90580"/>
        </a:xfrm>
        <a:prstGeom prst="ellipse">
          <a:avLst/>
        </a:prstGeom>
        <a:blipFill rotWithShape="0">
          <a:blip xmlns:r="http://schemas.openxmlformats.org/officeDocument/2006/relationships" r:embed="rId1">
            <a:duotone>
              <a:schemeClr val="accent2">
                <a:hueOff val="0"/>
                <a:satOff val="0"/>
                <a:lumOff val="0"/>
                <a:alphaOff val="0"/>
                <a:shade val="20000"/>
                <a:satMod val="200000"/>
              </a:schemeClr>
              <a:schemeClr val="accent2">
                <a:hueOff val="0"/>
                <a:satOff val="0"/>
                <a:lumOff val="0"/>
                <a:alphaOff val="0"/>
                <a:tint val="12000"/>
                <a:satMod val="190000"/>
              </a:schemeClr>
            </a:duotone>
          </a:blip>
          <a:tile tx="0" ty="0" sx="100000" sy="100000" flip="none" algn="tl"/>
        </a:blipFill>
        <a:ln w="6350" cap="rnd" cmpd="sng" algn="ctr">
          <a:solidFill>
            <a:schemeClr val="lt1">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0F80E441-9A39-4E0A-8CEC-4F157F56F720}">
      <dsp:nvSpPr>
        <dsp:cNvPr id="0" name=""/>
        <dsp:cNvSpPr/>
      </dsp:nvSpPr>
      <dsp:spPr>
        <a:xfrm rot="18900000">
          <a:off x="1319238" y="3930626"/>
          <a:ext cx="345182" cy="345182"/>
        </a:xfrm>
        <a:prstGeom prst="teardrop">
          <a:avLst>
            <a:gd name="adj" fmla="val 115000"/>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w="6350" cap="flat" cmpd="sng" algn="ctr">
          <a:solidFill>
            <a:schemeClr val="accent3">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E118E670-3B5B-4F78-9117-019C7115C447}">
      <dsp:nvSpPr>
        <dsp:cNvPr id="0" name=""/>
        <dsp:cNvSpPr/>
      </dsp:nvSpPr>
      <dsp:spPr>
        <a:xfrm>
          <a:off x="1357585" y="3968973"/>
          <a:ext cx="268488" cy="268488"/>
        </a:xfrm>
        <a:prstGeom prst="ellipse">
          <a:avLst/>
        </a:prstGeom>
        <a:solidFill>
          <a:schemeClr val="lt1">
            <a:alpha val="90000"/>
            <a:hueOff val="0"/>
            <a:satOff val="0"/>
            <a:lumOff val="0"/>
            <a:alphaOff val="0"/>
          </a:schemeClr>
        </a:solidFill>
        <a:ln w="9525" cap="rnd" cmpd="sng" algn="ctr">
          <a:noFill/>
          <a:prstDash val="solid"/>
          <a:miter lim="800000"/>
        </a:ln>
        <a:effectLst/>
      </dsp:spPr>
      <dsp:style>
        <a:lnRef idx="1">
          <a:scrgbClr r="0" g="0" b="0"/>
        </a:lnRef>
        <a:fillRef idx="1">
          <a:scrgbClr r="0" g="0" b="0"/>
        </a:fillRef>
        <a:effectRef idx="0">
          <a:scrgbClr r="0" g="0" b="0"/>
        </a:effectRef>
        <a:fontRef idx="minor"/>
      </dsp:style>
    </dsp:sp>
    <dsp:sp modelId="{DC39DC8D-384F-4B62-ABA4-95BB7B2F3010}">
      <dsp:nvSpPr>
        <dsp:cNvPr id="0" name=""/>
        <dsp:cNvSpPr/>
      </dsp:nvSpPr>
      <dsp:spPr>
        <a:xfrm>
          <a:off x="1735909" y="2419350"/>
          <a:ext cx="2017217" cy="14322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42875" rIns="0" bIns="95250" numCol="1" spcCol="1270" anchor="b" anchorCtr="0">
          <a:noAutofit/>
        </a:bodyPr>
        <a:lstStyle/>
        <a:p>
          <a:pPr marL="0" lvl="0" indent="0" algn="l" defTabSz="666750">
            <a:lnSpc>
              <a:spcPct val="90000"/>
            </a:lnSpc>
            <a:spcBef>
              <a:spcPct val="0"/>
            </a:spcBef>
            <a:spcAft>
              <a:spcPct val="35000"/>
            </a:spcAft>
            <a:buNone/>
          </a:pPr>
          <a:r>
            <a:rPr lang="en-US" sz="1500" kern="1200"/>
            <a:t>Scott published Influencing Men in Business and Increasing Human Efficiency in Business</a:t>
          </a:r>
        </a:p>
      </dsp:txBody>
      <dsp:txXfrm>
        <a:off x="1735909" y="2419350"/>
        <a:ext cx="2017217" cy="1432255"/>
      </dsp:txXfrm>
    </dsp:sp>
    <dsp:sp modelId="{49106A8A-DE28-4FF7-B0D1-8FDE8531D97A}">
      <dsp:nvSpPr>
        <dsp:cNvPr id="0" name=""/>
        <dsp:cNvSpPr/>
      </dsp:nvSpPr>
      <dsp:spPr>
        <a:xfrm>
          <a:off x="1735909" y="3851605"/>
          <a:ext cx="2017217" cy="5032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127000" bIns="0" numCol="1" spcCol="1270" anchor="ctr" anchorCtr="0">
          <a:noAutofit/>
        </a:bodyPr>
        <a:lstStyle/>
        <a:p>
          <a:pPr marL="0" lvl="0" indent="0" algn="l" defTabSz="889000">
            <a:lnSpc>
              <a:spcPct val="90000"/>
            </a:lnSpc>
            <a:spcBef>
              <a:spcPct val="0"/>
            </a:spcBef>
            <a:spcAft>
              <a:spcPct val="35000"/>
            </a:spcAft>
            <a:buNone/>
            <a:defRPr b="1"/>
          </a:pPr>
          <a:r>
            <a:rPr lang="en-US" sz="2000" kern="1200"/>
            <a:t>1911</a:t>
          </a:r>
        </a:p>
      </dsp:txBody>
      <dsp:txXfrm>
        <a:off x="1735909" y="3851605"/>
        <a:ext cx="2017217" cy="503224"/>
      </dsp:txXfrm>
    </dsp:sp>
    <dsp:sp modelId="{3AF6358E-E702-4112-AC7F-26294F500E6E}">
      <dsp:nvSpPr>
        <dsp:cNvPr id="0" name=""/>
        <dsp:cNvSpPr/>
      </dsp:nvSpPr>
      <dsp:spPr>
        <a:xfrm>
          <a:off x="1491829" y="2419350"/>
          <a:ext cx="0" cy="1432255"/>
        </a:xfrm>
        <a:prstGeom prst="line">
          <a:avLst/>
        </a:prstGeom>
        <a:noFill/>
        <a:ln w="12700" cap="rnd" cmpd="sng" algn="ctr">
          <a:solidFill>
            <a:schemeClr val="accent3">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7F43EAC3-1EA5-47A8-81BE-39AE01D9F6CE}">
      <dsp:nvSpPr>
        <dsp:cNvPr id="0" name=""/>
        <dsp:cNvSpPr/>
      </dsp:nvSpPr>
      <dsp:spPr>
        <a:xfrm>
          <a:off x="1455426" y="2374059"/>
          <a:ext cx="87869" cy="90580"/>
        </a:xfrm>
        <a:prstGeom prst="ellipse">
          <a:avLst/>
        </a:prstGeom>
        <a:blipFill rotWithShape="0">
          <a:blip xmlns:r="http://schemas.openxmlformats.org/officeDocument/2006/relationships" r:embed="rId1">
            <a:duotone>
              <a:schemeClr val="accent3">
                <a:hueOff val="0"/>
                <a:satOff val="0"/>
                <a:lumOff val="0"/>
                <a:alphaOff val="0"/>
                <a:shade val="20000"/>
                <a:satMod val="200000"/>
              </a:schemeClr>
              <a:schemeClr val="accent3">
                <a:hueOff val="0"/>
                <a:satOff val="0"/>
                <a:lumOff val="0"/>
                <a:alphaOff val="0"/>
                <a:tint val="12000"/>
                <a:satMod val="190000"/>
              </a:schemeClr>
            </a:duotone>
          </a:blip>
          <a:tile tx="0" ty="0" sx="100000" sy="100000" flip="none" algn="tl"/>
        </a:blipFill>
        <a:ln w="6350" cap="rnd" cmpd="sng" algn="ctr">
          <a:solidFill>
            <a:schemeClr val="lt1">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EE6695E0-0451-4F88-9CCA-5E6BA78D79D4}">
      <dsp:nvSpPr>
        <dsp:cNvPr id="0" name=""/>
        <dsp:cNvSpPr/>
      </dsp:nvSpPr>
      <dsp:spPr>
        <a:xfrm rot="8100000">
          <a:off x="2566247" y="562891"/>
          <a:ext cx="345182" cy="345182"/>
        </a:xfrm>
        <a:prstGeom prst="teardrop">
          <a:avLst>
            <a:gd name="adj" fmla="val 115000"/>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w="6350" cap="flat" cmpd="sng" algn="ctr">
          <a:solidFill>
            <a:schemeClr val="accent4">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1C719912-09EB-4FCA-A0FA-A80B1EBB7F1B}">
      <dsp:nvSpPr>
        <dsp:cNvPr id="0" name=""/>
        <dsp:cNvSpPr/>
      </dsp:nvSpPr>
      <dsp:spPr>
        <a:xfrm>
          <a:off x="2604594" y="601238"/>
          <a:ext cx="268488" cy="268488"/>
        </a:xfrm>
        <a:prstGeom prst="ellipse">
          <a:avLst/>
        </a:prstGeom>
        <a:solidFill>
          <a:schemeClr val="lt1">
            <a:alpha val="90000"/>
            <a:hueOff val="0"/>
            <a:satOff val="0"/>
            <a:lumOff val="0"/>
            <a:alphaOff val="0"/>
          </a:schemeClr>
        </a:solidFill>
        <a:ln w="9525" cap="rnd" cmpd="sng" algn="ctr">
          <a:noFill/>
          <a:prstDash val="solid"/>
          <a:miter lim="800000"/>
        </a:ln>
        <a:effectLst/>
      </dsp:spPr>
      <dsp:style>
        <a:lnRef idx="1">
          <a:scrgbClr r="0" g="0" b="0"/>
        </a:lnRef>
        <a:fillRef idx="1">
          <a:scrgbClr r="0" g="0" b="0"/>
        </a:fillRef>
        <a:effectRef idx="0">
          <a:scrgbClr r="0" g="0" b="0"/>
        </a:effectRef>
        <a:fontRef idx="minor"/>
      </dsp:style>
    </dsp:sp>
    <dsp:sp modelId="{2F9A2D2E-64D8-4F60-9270-B60829BBFDE9}">
      <dsp:nvSpPr>
        <dsp:cNvPr id="0" name=""/>
        <dsp:cNvSpPr/>
      </dsp:nvSpPr>
      <dsp:spPr>
        <a:xfrm>
          <a:off x="2982919" y="987094"/>
          <a:ext cx="2017217" cy="14322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95250" rIns="95250" bIns="142875" numCol="1" spcCol="1270" anchor="t" anchorCtr="0">
          <a:noAutofit/>
        </a:bodyPr>
        <a:lstStyle/>
        <a:p>
          <a:pPr marL="0" lvl="0" indent="0" algn="l" defTabSz="666750">
            <a:lnSpc>
              <a:spcPct val="90000"/>
            </a:lnSpc>
            <a:spcBef>
              <a:spcPct val="0"/>
            </a:spcBef>
            <a:spcAft>
              <a:spcPct val="35000"/>
            </a:spcAft>
            <a:buNone/>
          </a:pPr>
          <a:r>
            <a:rPr lang="en-US" sz="1500" kern="1200" dirty="0"/>
            <a:t>Frederick Taylor illustrated people were more efficient when allowed rest</a:t>
          </a:r>
        </a:p>
      </dsp:txBody>
      <dsp:txXfrm>
        <a:off x="2982919" y="987094"/>
        <a:ext cx="2017217" cy="1432255"/>
      </dsp:txXfrm>
    </dsp:sp>
    <dsp:sp modelId="{6041E294-5711-4C74-9DCA-F96FB7560052}">
      <dsp:nvSpPr>
        <dsp:cNvPr id="0" name=""/>
        <dsp:cNvSpPr/>
      </dsp:nvSpPr>
      <dsp:spPr>
        <a:xfrm>
          <a:off x="2982919" y="483869"/>
          <a:ext cx="2017217" cy="5032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127000" bIns="0" numCol="1" spcCol="1270" anchor="ctr" anchorCtr="0">
          <a:noAutofit/>
        </a:bodyPr>
        <a:lstStyle/>
        <a:p>
          <a:pPr marL="0" lvl="0" indent="0" algn="l" defTabSz="889000">
            <a:lnSpc>
              <a:spcPct val="90000"/>
            </a:lnSpc>
            <a:spcBef>
              <a:spcPct val="0"/>
            </a:spcBef>
            <a:spcAft>
              <a:spcPct val="35000"/>
            </a:spcAft>
            <a:buNone/>
            <a:defRPr b="1"/>
          </a:pPr>
          <a:r>
            <a:rPr lang="en-US" sz="2000" kern="1200" dirty="0"/>
            <a:t>1911</a:t>
          </a:r>
        </a:p>
      </dsp:txBody>
      <dsp:txXfrm>
        <a:off x="2982919" y="483869"/>
        <a:ext cx="2017217" cy="503224"/>
      </dsp:txXfrm>
    </dsp:sp>
    <dsp:sp modelId="{BFE0E63A-33D7-4A2E-BEFE-38BC7DD4E2F0}">
      <dsp:nvSpPr>
        <dsp:cNvPr id="0" name=""/>
        <dsp:cNvSpPr/>
      </dsp:nvSpPr>
      <dsp:spPr>
        <a:xfrm>
          <a:off x="2738839" y="987094"/>
          <a:ext cx="0" cy="1432255"/>
        </a:xfrm>
        <a:prstGeom prst="line">
          <a:avLst/>
        </a:prstGeom>
        <a:noFill/>
        <a:ln w="12700" cap="rnd" cmpd="sng" algn="ctr">
          <a:solidFill>
            <a:schemeClr val="accent4">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6147A042-0C0C-43CE-81F5-D7CD1CE96B10}">
      <dsp:nvSpPr>
        <dsp:cNvPr id="0" name=""/>
        <dsp:cNvSpPr/>
      </dsp:nvSpPr>
      <dsp:spPr>
        <a:xfrm>
          <a:off x="2702436" y="2374059"/>
          <a:ext cx="87869" cy="90580"/>
        </a:xfrm>
        <a:prstGeom prst="ellipse">
          <a:avLst/>
        </a:prstGeom>
        <a:blipFill rotWithShape="0">
          <a:blip xmlns:r="http://schemas.openxmlformats.org/officeDocument/2006/relationships" r:embed="rId1">
            <a:duotone>
              <a:schemeClr val="accent4">
                <a:hueOff val="0"/>
                <a:satOff val="0"/>
                <a:lumOff val="0"/>
                <a:alphaOff val="0"/>
                <a:shade val="20000"/>
                <a:satMod val="200000"/>
              </a:schemeClr>
              <a:schemeClr val="accent4">
                <a:hueOff val="0"/>
                <a:satOff val="0"/>
                <a:lumOff val="0"/>
                <a:alphaOff val="0"/>
                <a:tint val="12000"/>
                <a:satMod val="190000"/>
              </a:schemeClr>
            </a:duotone>
          </a:blip>
          <a:tile tx="0" ty="0" sx="100000" sy="100000" flip="none" algn="tl"/>
        </a:blipFill>
        <a:ln w="6350" cap="rnd" cmpd="sng" algn="ctr">
          <a:solidFill>
            <a:schemeClr val="lt1">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242E88D5-BD1B-45AA-B76D-DE8E3541F4DB}">
      <dsp:nvSpPr>
        <dsp:cNvPr id="0" name=""/>
        <dsp:cNvSpPr/>
      </dsp:nvSpPr>
      <dsp:spPr>
        <a:xfrm rot="18900000">
          <a:off x="3813257" y="3930626"/>
          <a:ext cx="345182" cy="345182"/>
        </a:xfrm>
        <a:prstGeom prst="teardrop">
          <a:avLst>
            <a:gd name="adj" fmla="val 115000"/>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w="6350" cap="flat" cmpd="sng" algn="ctr">
          <a:solidFill>
            <a:schemeClr val="accent5">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2B96FA91-AFA2-4D02-9D0A-E19FC34E874F}">
      <dsp:nvSpPr>
        <dsp:cNvPr id="0" name=""/>
        <dsp:cNvSpPr/>
      </dsp:nvSpPr>
      <dsp:spPr>
        <a:xfrm>
          <a:off x="3851604" y="3968973"/>
          <a:ext cx="268488" cy="268488"/>
        </a:xfrm>
        <a:prstGeom prst="ellipse">
          <a:avLst/>
        </a:prstGeom>
        <a:solidFill>
          <a:schemeClr val="lt1">
            <a:alpha val="90000"/>
            <a:hueOff val="0"/>
            <a:satOff val="0"/>
            <a:lumOff val="0"/>
            <a:alphaOff val="0"/>
          </a:schemeClr>
        </a:solidFill>
        <a:ln w="6350" cap="flat" cmpd="sng" algn="ctr">
          <a:noFill/>
          <a:prstDash val="solid"/>
          <a:miter lim="800000"/>
        </a:ln>
        <a:effectLst/>
      </dsp:spPr>
      <dsp:style>
        <a:lnRef idx="1">
          <a:scrgbClr r="0" g="0" b="0"/>
        </a:lnRef>
        <a:fillRef idx="1">
          <a:scrgbClr r="0" g="0" b="0"/>
        </a:fillRef>
        <a:effectRef idx="0">
          <a:scrgbClr r="0" g="0" b="0"/>
        </a:effectRef>
        <a:fontRef idx="minor"/>
      </dsp:style>
    </dsp:sp>
    <dsp:sp modelId="{3CE44525-BB29-44A3-8FB0-7D5B23F58072}">
      <dsp:nvSpPr>
        <dsp:cNvPr id="0" name=""/>
        <dsp:cNvSpPr/>
      </dsp:nvSpPr>
      <dsp:spPr>
        <a:xfrm>
          <a:off x="4229929" y="2419350"/>
          <a:ext cx="2017217" cy="14322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42875" rIns="0" bIns="95250" numCol="1" spcCol="1270" anchor="b" anchorCtr="0">
          <a:noAutofit/>
        </a:bodyPr>
        <a:lstStyle/>
        <a:p>
          <a:pPr marL="0" lvl="0" indent="0" algn="l" defTabSz="666750">
            <a:lnSpc>
              <a:spcPct val="90000"/>
            </a:lnSpc>
            <a:spcBef>
              <a:spcPct val="0"/>
            </a:spcBef>
            <a:spcAft>
              <a:spcPct val="35000"/>
            </a:spcAft>
            <a:buNone/>
          </a:pPr>
          <a:r>
            <a:rPr lang="en-US" sz="1500" kern="1200"/>
            <a:t>Hugo Münsterberg published Psychology and Industrial Efficiency</a:t>
          </a:r>
        </a:p>
      </dsp:txBody>
      <dsp:txXfrm>
        <a:off x="4229929" y="2419350"/>
        <a:ext cx="2017217" cy="1432255"/>
      </dsp:txXfrm>
    </dsp:sp>
    <dsp:sp modelId="{D3DB12E8-FFF2-4127-922F-0AE9A1A0DF02}">
      <dsp:nvSpPr>
        <dsp:cNvPr id="0" name=""/>
        <dsp:cNvSpPr/>
      </dsp:nvSpPr>
      <dsp:spPr>
        <a:xfrm>
          <a:off x="4229929" y="3851605"/>
          <a:ext cx="2017217" cy="5032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127000" bIns="0" numCol="1" spcCol="1270" anchor="ctr" anchorCtr="0">
          <a:noAutofit/>
        </a:bodyPr>
        <a:lstStyle/>
        <a:p>
          <a:pPr marL="0" lvl="0" indent="0" algn="l" defTabSz="889000">
            <a:lnSpc>
              <a:spcPct val="90000"/>
            </a:lnSpc>
            <a:spcBef>
              <a:spcPct val="0"/>
            </a:spcBef>
            <a:spcAft>
              <a:spcPct val="35000"/>
            </a:spcAft>
            <a:buNone/>
            <a:defRPr b="1"/>
          </a:pPr>
          <a:r>
            <a:rPr lang="en-US" sz="2000" kern="1200"/>
            <a:t>1913</a:t>
          </a:r>
          <a:endParaRPr lang="en-US" sz="2000" kern="1200" dirty="0"/>
        </a:p>
      </dsp:txBody>
      <dsp:txXfrm>
        <a:off x="4229929" y="3851605"/>
        <a:ext cx="2017217" cy="503224"/>
      </dsp:txXfrm>
    </dsp:sp>
    <dsp:sp modelId="{D1C4EA62-B70B-45F1-9FB1-8CDC27C018DC}">
      <dsp:nvSpPr>
        <dsp:cNvPr id="0" name=""/>
        <dsp:cNvSpPr/>
      </dsp:nvSpPr>
      <dsp:spPr>
        <a:xfrm>
          <a:off x="3985848" y="2419350"/>
          <a:ext cx="0" cy="1432255"/>
        </a:xfrm>
        <a:prstGeom prst="line">
          <a:avLst/>
        </a:prstGeom>
        <a:noFill/>
        <a:ln w="12700" cap="flat" cmpd="sng" algn="ctr">
          <a:solidFill>
            <a:schemeClr val="accent5">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1CCB43F5-7BDA-4ED9-8615-E03F07E3AC3E}">
      <dsp:nvSpPr>
        <dsp:cNvPr id="0" name=""/>
        <dsp:cNvSpPr/>
      </dsp:nvSpPr>
      <dsp:spPr>
        <a:xfrm>
          <a:off x="3949445" y="2374059"/>
          <a:ext cx="87869" cy="90580"/>
        </a:xfrm>
        <a:prstGeom prst="ellipse">
          <a:avLst/>
        </a:prstGeom>
        <a:gradFill rotWithShape="0">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ln w="6350" cap="flat" cmpd="sng" algn="ctr">
          <a:solidFill>
            <a:schemeClr val="lt1">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38FE15CA-E641-42B5-8CE6-ADBE0A5C0A53}">
      <dsp:nvSpPr>
        <dsp:cNvPr id="0" name=""/>
        <dsp:cNvSpPr/>
      </dsp:nvSpPr>
      <dsp:spPr>
        <a:xfrm rot="8100000">
          <a:off x="5060267" y="562891"/>
          <a:ext cx="345182" cy="345182"/>
        </a:xfrm>
        <a:prstGeom prst="teardrop">
          <a:avLst>
            <a:gd name="adj" fmla="val 115000"/>
          </a:avLst>
        </a:prstGeom>
        <a:gradFill rotWithShape="0">
          <a:gsLst>
            <a:gs pos="0">
              <a:schemeClr val="accent6">
                <a:hueOff val="0"/>
                <a:satOff val="0"/>
                <a:lumOff val="0"/>
                <a:alphaOff val="0"/>
                <a:satMod val="103000"/>
                <a:lumMod val="102000"/>
                <a:tint val="94000"/>
              </a:schemeClr>
            </a:gs>
            <a:gs pos="50000">
              <a:schemeClr val="accent6">
                <a:hueOff val="0"/>
                <a:satOff val="0"/>
                <a:lumOff val="0"/>
                <a:alphaOff val="0"/>
                <a:satMod val="110000"/>
                <a:lumMod val="100000"/>
                <a:shade val="100000"/>
              </a:schemeClr>
            </a:gs>
            <a:gs pos="100000">
              <a:schemeClr val="accent6">
                <a:hueOff val="0"/>
                <a:satOff val="0"/>
                <a:lumOff val="0"/>
                <a:alphaOff val="0"/>
                <a:lumMod val="99000"/>
                <a:satMod val="120000"/>
                <a:shade val="78000"/>
              </a:schemeClr>
            </a:gs>
          </a:gsLst>
          <a:lin ang="5400000" scaled="0"/>
        </a:gradFill>
        <a:ln w="6350" cap="flat" cmpd="sng" algn="ctr">
          <a:solidFill>
            <a:schemeClr val="accent6">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6E74B6CE-F66C-489D-A0E2-998F476FCC52}">
      <dsp:nvSpPr>
        <dsp:cNvPr id="0" name=""/>
        <dsp:cNvSpPr/>
      </dsp:nvSpPr>
      <dsp:spPr>
        <a:xfrm>
          <a:off x="5098614" y="601238"/>
          <a:ext cx="268488" cy="268488"/>
        </a:xfrm>
        <a:prstGeom prst="ellipse">
          <a:avLst/>
        </a:prstGeom>
        <a:solidFill>
          <a:schemeClr val="lt1">
            <a:alpha val="90000"/>
            <a:hueOff val="0"/>
            <a:satOff val="0"/>
            <a:lumOff val="0"/>
            <a:alphaOff val="0"/>
          </a:schemeClr>
        </a:solidFill>
        <a:ln w="9525" cap="rnd" cmpd="sng" algn="ctr">
          <a:noFill/>
          <a:prstDash val="solid"/>
          <a:miter lim="800000"/>
        </a:ln>
        <a:effectLst/>
      </dsp:spPr>
      <dsp:style>
        <a:lnRef idx="1">
          <a:scrgbClr r="0" g="0" b="0"/>
        </a:lnRef>
        <a:fillRef idx="1">
          <a:scrgbClr r="0" g="0" b="0"/>
        </a:fillRef>
        <a:effectRef idx="0">
          <a:scrgbClr r="0" g="0" b="0"/>
        </a:effectRef>
        <a:fontRef idx="minor"/>
      </dsp:style>
    </dsp:sp>
    <dsp:sp modelId="{2298CCFE-AA09-408D-AC28-AA638009B84F}">
      <dsp:nvSpPr>
        <dsp:cNvPr id="0" name=""/>
        <dsp:cNvSpPr/>
      </dsp:nvSpPr>
      <dsp:spPr>
        <a:xfrm>
          <a:off x="5476938" y="987094"/>
          <a:ext cx="2017217" cy="14322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95250" rIns="95250" bIns="142875" numCol="1" spcCol="1270" anchor="t" anchorCtr="0">
          <a:noAutofit/>
        </a:bodyPr>
        <a:lstStyle/>
        <a:p>
          <a:pPr marL="0" lvl="0" indent="0" algn="l" defTabSz="666750">
            <a:lnSpc>
              <a:spcPct val="90000"/>
            </a:lnSpc>
            <a:spcBef>
              <a:spcPct val="0"/>
            </a:spcBef>
            <a:spcAft>
              <a:spcPct val="35000"/>
            </a:spcAft>
            <a:buNone/>
          </a:pPr>
          <a:r>
            <a:rPr lang="en-US" sz="1500" kern="1200"/>
            <a:t>Carnegie Institute of Technology hired Scott to help with employee selection</a:t>
          </a:r>
        </a:p>
      </dsp:txBody>
      <dsp:txXfrm>
        <a:off x="5476938" y="987094"/>
        <a:ext cx="2017217" cy="1432255"/>
      </dsp:txXfrm>
    </dsp:sp>
    <dsp:sp modelId="{E72C286C-E746-44D5-8615-414559310748}">
      <dsp:nvSpPr>
        <dsp:cNvPr id="0" name=""/>
        <dsp:cNvSpPr/>
      </dsp:nvSpPr>
      <dsp:spPr>
        <a:xfrm>
          <a:off x="5476938" y="483869"/>
          <a:ext cx="2017217" cy="5032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127000" bIns="0" numCol="1" spcCol="1270" anchor="ctr" anchorCtr="0">
          <a:noAutofit/>
        </a:bodyPr>
        <a:lstStyle/>
        <a:p>
          <a:pPr marL="0" lvl="0" indent="0" algn="l" defTabSz="889000">
            <a:lnSpc>
              <a:spcPct val="90000"/>
            </a:lnSpc>
            <a:spcBef>
              <a:spcPct val="0"/>
            </a:spcBef>
            <a:spcAft>
              <a:spcPct val="35000"/>
            </a:spcAft>
            <a:buNone/>
            <a:defRPr b="1"/>
          </a:pPr>
          <a:r>
            <a:rPr lang="en-US" sz="2000" kern="1200"/>
            <a:t>1916</a:t>
          </a:r>
        </a:p>
      </dsp:txBody>
      <dsp:txXfrm>
        <a:off x="5476938" y="483869"/>
        <a:ext cx="2017217" cy="503224"/>
      </dsp:txXfrm>
    </dsp:sp>
    <dsp:sp modelId="{39925797-544E-422F-B786-271F0E1BDB43}">
      <dsp:nvSpPr>
        <dsp:cNvPr id="0" name=""/>
        <dsp:cNvSpPr/>
      </dsp:nvSpPr>
      <dsp:spPr>
        <a:xfrm>
          <a:off x="5232858" y="987094"/>
          <a:ext cx="0" cy="1432255"/>
        </a:xfrm>
        <a:prstGeom prst="line">
          <a:avLst/>
        </a:prstGeom>
        <a:noFill/>
        <a:ln w="12700" cap="rnd" cmpd="sng" algn="ctr">
          <a:solidFill>
            <a:schemeClr val="accent5">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9F17FA87-8B56-4B83-957C-70DEF685A62D}">
      <dsp:nvSpPr>
        <dsp:cNvPr id="0" name=""/>
        <dsp:cNvSpPr/>
      </dsp:nvSpPr>
      <dsp:spPr>
        <a:xfrm>
          <a:off x="5196455" y="2374059"/>
          <a:ext cx="87869" cy="90580"/>
        </a:xfrm>
        <a:prstGeom prst="ellipse">
          <a:avLst/>
        </a:prstGeom>
        <a:blipFill rotWithShape="0">
          <a:blip xmlns:r="http://schemas.openxmlformats.org/officeDocument/2006/relationships" r:embed="rId1">
            <a:duotone>
              <a:schemeClr val="accent5">
                <a:hueOff val="0"/>
                <a:satOff val="0"/>
                <a:lumOff val="0"/>
                <a:alphaOff val="0"/>
                <a:shade val="20000"/>
                <a:satMod val="200000"/>
              </a:schemeClr>
              <a:schemeClr val="accent5">
                <a:hueOff val="0"/>
                <a:satOff val="0"/>
                <a:lumOff val="0"/>
                <a:alphaOff val="0"/>
                <a:tint val="12000"/>
                <a:satMod val="190000"/>
              </a:schemeClr>
            </a:duotone>
          </a:blip>
          <a:tile tx="0" ty="0" sx="100000" sy="100000" flip="none" algn="tl"/>
        </a:blipFill>
        <a:ln w="6350" cap="rnd" cmpd="sng" algn="ctr">
          <a:solidFill>
            <a:schemeClr val="lt1">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4CA58E8A-C4BA-43EC-9238-F95FBAABD3B4}">
      <dsp:nvSpPr>
        <dsp:cNvPr id="0" name=""/>
        <dsp:cNvSpPr/>
      </dsp:nvSpPr>
      <dsp:spPr>
        <a:xfrm rot="18900000">
          <a:off x="6307276" y="3930626"/>
          <a:ext cx="345182" cy="345182"/>
        </a:xfrm>
        <a:prstGeom prst="teardrop">
          <a:avLst>
            <a:gd name="adj" fmla="val 11500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w="6350" cap="flat" cmpd="sng" algn="ctr">
          <a:solidFill>
            <a:schemeClr val="accent2">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7CB56F92-1F7D-46E5-8FB1-90F586F434E9}">
      <dsp:nvSpPr>
        <dsp:cNvPr id="0" name=""/>
        <dsp:cNvSpPr/>
      </dsp:nvSpPr>
      <dsp:spPr>
        <a:xfrm>
          <a:off x="6345623" y="3968973"/>
          <a:ext cx="268488" cy="268488"/>
        </a:xfrm>
        <a:prstGeom prst="ellipse">
          <a:avLst/>
        </a:prstGeom>
        <a:solidFill>
          <a:schemeClr val="lt1">
            <a:alpha val="90000"/>
            <a:hueOff val="0"/>
            <a:satOff val="0"/>
            <a:lumOff val="0"/>
            <a:alphaOff val="0"/>
          </a:schemeClr>
        </a:solidFill>
        <a:ln w="9525" cap="rnd" cmpd="sng" algn="ctr">
          <a:noFill/>
          <a:prstDash val="solid"/>
          <a:miter lim="800000"/>
        </a:ln>
        <a:effectLst/>
      </dsp:spPr>
      <dsp:style>
        <a:lnRef idx="1">
          <a:scrgbClr r="0" g="0" b="0"/>
        </a:lnRef>
        <a:fillRef idx="1">
          <a:scrgbClr r="0" g="0" b="0"/>
        </a:fillRef>
        <a:effectRef idx="0">
          <a:scrgbClr r="0" g="0" b="0"/>
        </a:effectRef>
        <a:fontRef idx="minor"/>
      </dsp:style>
    </dsp:sp>
    <dsp:sp modelId="{A2B25B30-B157-4880-8DFE-F524756BE7C2}">
      <dsp:nvSpPr>
        <dsp:cNvPr id="0" name=""/>
        <dsp:cNvSpPr/>
      </dsp:nvSpPr>
      <dsp:spPr>
        <a:xfrm>
          <a:off x="6723948" y="2419350"/>
          <a:ext cx="2017217" cy="14322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42875" rIns="0" bIns="95250" numCol="1" spcCol="1270" anchor="b" anchorCtr="0">
          <a:noAutofit/>
        </a:bodyPr>
        <a:lstStyle/>
        <a:p>
          <a:pPr marL="0" lvl="0" indent="0" algn="l" defTabSz="666750">
            <a:lnSpc>
              <a:spcPct val="90000"/>
            </a:lnSpc>
            <a:spcBef>
              <a:spcPct val="0"/>
            </a:spcBef>
            <a:spcAft>
              <a:spcPct val="35000"/>
            </a:spcAft>
            <a:buNone/>
          </a:pPr>
          <a:r>
            <a:rPr lang="en-US" sz="1500" kern="1200" dirty="0"/>
            <a:t>Creation of the Army Alpha and Beta tests</a:t>
          </a:r>
        </a:p>
      </dsp:txBody>
      <dsp:txXfrm>
        <a:off x="6723948" y="2419350"/>
        <a:ext cx="2017217" cy="1432255"/>
      </dsp:txXfrm>
    </dsp:sp>
    <dsp:sp modelId="{B591668E-C2E4-46FD-9243-7DA611557234}">
      <dsp:nvSpPr>
        <dsp:cNvPr id="0" name=""/>
        <dsp:cNvSpPr/>
      </dsp:nvSpPr>
      <dsp:spPr>
        <a:xfrm>
          <a:off x="6723948" y="3851605"/>
          <a:ext cx="2017217" cy="5032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127000" bIns="0" numCol="1" spcCol="1270" anchor="ctr" anchorCtr="0">
          <a:noAutofit/>
        </a:bodyPr>
        <a:lstStyle/>
        <a:p>
          <a:pPr marL="0" lvl="0" indent="0" algn="l" defTabSz="889000">
            <a:lnSpc>
              <a:spcPct val="90000"/>
            </a:lnSpc>
            <a:spcBef>
              <a:spcPct val="0"/>
            </a:spcBef>
            <a:spcAft>
              <a:spcPct val="35000"/>
            </a:spcAft>
            <a:buNone/>
            <a:defRPr b="1"/>
          </a:pPr>
          <a:r>
            <a:rPr lang="en-US" sz="2000" kern="1200"/>
            <a:t>1917</a:t>
          </a:r>
        </a:p>
      </dsp:txBody>
      <dsp:txXfrm>
        <a:off x="6723948" y="3851605"/>
        <a:ext cx="2017217" cy="503224"/>
      </dsp:txXfrm>
    </dsp:sp>
    <dsp:sp modelId="{6F407CD2-0867-445B-BC1F-FE47CA580A87}">
      <dsp:nvSpPr>
        <dsp:cNvPr id="0" name=""/>
        <dsp:cNvSpPr/>
      </dsp:nvSpPr>
      <dsp:spPr>
        <a:xfrm>
          <a:off x="6479868" y="2419350"/>
          <a:ext cx="0" cy="1432255"/>
        </a:xfrm>
        <a:prstGeom prst="line">
          <a:avLst/>
        </a:prstGeom>
        <a:noFill/>
        <a:ln w="12700" cap="rnd" cmpd="sng" algn="ctr">
          <a:solidFill>
            <a:schemeClr val="accent6">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4FB81A3C-7387-4723-8851-921F05FBF92D}">
      <dsp:nvSpPr>
        <dsp:cNvPr id="0" name=""/>
        <dsp:cNvSpPr/>
      </dsp:nvSpPr>
      <dsp:spPr>
        <a:xfrm>
          <a:off x="6443465" y="2374059"/>
          <a:ext cx="87869" cy="90580"/>
        </a:xfrm>
        <a:prstGeom prst="ellipse">
          <a:avLst/>
        </a:prstGeom>
        <a:blipFill rotWithShape="0">
          <a:blip xmlns:r="http://schemas.openxmlformats.org/officeDocument/2006/relationships" r:embed="rId1">
            <a:duotone>
              <a:schemeClr val="accent6">
                <a:hueOff val="0"/>
                <a:satOff val="0"/>
                <a:lumOff val="0"/>
                <a:alphaOff val="0"/>
                <a:shade val="20000"/>
                <a:satMod val="200000"/>
              </a:schemeClr>
              <a:schemeClr val="accent6">
                <a:hueOff val="0"/>
                <a:satOff val="0"/>
                <a:lumOff val="0"/>
                <a:alphaOff val="0"/>
                <a:tint val="12000"/>
                <a:satMod val="190000"/>
              </a:schemeClr>
            </a:duotone>
          </a:blip>
          <a:tile tx="0" ty="0" sx="100000" sy="100000" flip="none" algn="tl"/>
        </a:blipFill>
        <a:ln w="6350" cap="rnd" cmpd="sng" algn="ctr">
          <a:solidFill>
            <a:schemeClr val="lt1">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FE246675-CD97-409C-8B46-86E10D1F89A1}">
      <dsp:nvSpPr>
        <dsp:cNvPr id="0" name=""/>
        <dsp:cNvSpPr/>
      </dsp:nvSpPr>
      <dsp:spPr>
        <a:xfrm rot="8100000">
          <a:off x="7554286" y="562891"/>
          <a:ext cx="345182" cy="345182"/>
        </a:xfrm>
        <a:prstGeom prst="teardrop">
          <a:avLst>
            <a:gd name="adj" fmla="val 115000"/>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w="6350" cap="flat" cmpd="sng" algn="ctr">
          <a:solidFill>
            <a:schemeClr val="accent3">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8B806E9B-9CD7-42EB-B072-A88E569DB188}">
      <dsp:nvSpPr>
        <dsp:cNvPr id="0" name=""/>
        <dsp:cNvSpPr/>
      </dsp:nvSpPr>
      <dsp:spPr>
        <a:xfrm>
          <a:off x="7592633" y="601238"/>
          <a:ext cx="268488" cy="268488"/>
        </a:xfrm>
        <a:prstGeom prst="ellipse">
          <a:avLst/>
        </a:prstGeom>
        <a:solidFill>
          <a:schemeClr val="lt1">
            <a:alpha val="90000"/>
            <a:hueOff val="0"/>
            <a:satOff val="0"/>
            <a:lumOff val="0"/>
            <a:alphaOff val="0"/>
          </a:schemeClr>
        </a:solidFill>
        <a:ln w="9525" cap="rnd" cmpd="sng" algn="ctr">
          <a:noFill/>
          <a:prstDash val="solid"/>
          <a:miter lim="800000"/>
        </a:ln>
        <a:effectLst/>
      </dsp:spPr>
      <dsp:style>
        <a:lnRef idx="1">
          <a:scrgbClr r="0" g="0" b="0"/>
        </a:lnRef>
        <a:fillRef idx="1">
          <a:scrgbClr r="0" g="0" b="0"/>
        </a:fillRef>
        <a:effectRef idx="0">
          <a:scrgbClr r="0" g="0" b="0"/>
        </a:effectRef>
        <a:fontRef idx="minor"/>
      </dsp:style>
    </dsp:sp>
    <dsp:sp modelId="{643EC3DD-7D5F-4FCA-9940-EA635A9D7782}">
      <dsp:nvSpPr>
        <dsp:cNvPr id="0" name=""/>
        <dsp:cNvSpPr/>
      </dsp:nvSpPr>
      <dsp:spPr>
        <a:xfrm>
          <a:off x="7970958" y="987094"/>
          <a:ext cx="2017217" cy="14322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95250" rIns="95250" bIns="142875" numCol="1" spcCol="1270" anchor="t" anchorCtr="0">
          <a:noAutofit/>
        </a:bodyPr>
        <a:lstStyle/>
        <a:p>
          <a:pPr marL="0" lvl="0" indent="0" algn="l" defTabSz="666750">
            <a:lnSpc>
              <a:spcPct val="90000"/>
            </a:lnSpc>
            <a:spcBef>
              <a:spcPct val="0"/>
            </a:spcBef>
            <a:spcAft>
              <a:spcPct val="35000"/>
            </a:spcAft>
            <a:buNone/>
          </a:pPr>
          <a:r>
            <a:rPr lang="en-US" sz="1500" kern="1200" dirty="0"/>
            <a:t>Elton Mayo began project on workplace dynamics; led to findings of Hawthorne effect</a:t>
          </a:r>
        </a:p>
      </dsp:txBody>
      <dsp:txXfrm>
        <a:off x="7970958" y="987094"/>
        <a:ext cx="2017217" cy="1432255"/>
      </dsp:txXfrm>
    </dsp:sp>
    <dsp:sp modelId="{695FFEDA-0651-4BDD-B9F8-48C57914FCE7}">
      <dsp:nvSpPr>
        <dsp:cNvPr id="0" name=""/>
        <dsp:cNvSpPr/>
      </dsp:nvSpPr>
      <dsp:spPr>
        <a:xfrm>
          <a:off x="7970958" y="483869"/>
          <a:ext cx="2017217" cy="5032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127000" bIns="0" numCol="1" spcCol="1270" anchor="ctr" anchorCtr="0">
          <a:noAutofit/>
        </a:bodyPr>
        <a:lstStyle/>
        <a:p>
          <a:pPr marL="0" lvl="0" indent="0" algn="l" defTabSz="889000">
            <a:lnSpc>
              <a:spcPct val="90000"/>
            </a:lnSpc>
            <a:spcBef>
              <a:spcPct val="0"/>
            </a:spcBef>
            <a:spcAft>
              <a:spcPct val="35000"/>
            </a:spcAft>
            <a:buNone/>
            <a:defRPr b="1"/>
          </a:pPr>
          <a:r>
            <a:rPr lang="en-US" sz="2000" kern="1200" dirty="0"/>
            <a:t>1929–1932</a:t>
          </a:r>
        </a:p>
      </dsp:txBody>
      <dsp:txXfrm>
        <a:off x="7970958" y="483869"/>
        <a:ext cx="2017217" cy="503224"/>
      </dsp:txXfrm>
    </dsp:sp>
    <dsp:sp modelId="{7FA88C53-0EEF-4C90-A9E9-39BF711717D8}">
      <dsp:nvSpPr>
        <dsp:cNvPr id="0" name=""/>
        <dsp:cNvSpPr/>
      </dsp:nvSpPr>
      <dsp:spPr>
        <a:xfrm>
          <a:off x="7726877" y="987094"/>
          <a:ext cx="0" cy="1432255"/>
        </a:xfrm>
        <a:prstGeom prst="line">
          <a:avLst/>
        </a:prstGeom>
        <a:noFill/>
        <a:ln w="12700" cap="rnd" cmpd="sng" algn="ctr">
          <a:solidFill>
            <a:schemeClr val="accent2">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737C394D-5CCB-4021-B663-1AFE84CE4AE3}">
      <dsp:nvSpPr>
        <dsp:cNvPr id="0" name=""/>
        <dsp:cNvSpPr/>
      </dsp:nvSpPr>
      <dsp:spPr>
        <a:xfrm>
          <a:off x="7690474" y="2374059"/>
          <a:ext cx="87869" cy="90580"/>
        </a:xfrm>
        <a:prstGeom prst="ellipse">
          <a:avLst/>
        </a:prstGeom>
        <a:blipFill rotWithShape="0">
          <a:blip xmlns:r="http://schemas.openxmlformats.org/officeDocument/2006/relationships" r:embed="rId1">
            <a:duotone>
              <a:schemeClr val="accent2">
                <a:hueOff val="0"/>
                <a:satOff val="0"/>
                <a:lumOff val="0"/>
                <a:alphaOff val="0"/>
                <a:shade val="20000"/>
                <a:satMod val="200000"/>
              </a:schemeClr>
              <a:schemeClr val="accent2">
                <a:hueOff val="0"/>
                <a:satOff val="0"/>
                <a:lumOff val="0"/>
                <a:alphaOff val="0"/>
                <a:tint val="12000"/>
                <a:satMod val="190000"/>
              </a:schemeClr>
            </a:duotone>
          </a:blip>
          <a:tile tx="0" ty="0" sx="100000" sy="100000" flip="none" algn="tl"/>
        </a:blipFill>
        <a:ln w="6350" cap="rnd" cmpd="sng" algn="ctr">
          <a:solidFill>
            <a:schemeClr val="lt1">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4FEE72B-EEB7-42E5-AEC6-2BEC8B3CF050}">
      <dsp:nvSpPr>
        <dsp:cNvPr id="0" name=""/>
        <dsp:cNvSpPr/>
      </dsp:nvSpPr>
      <dsp:spPr>
        <a:xfrm>
          <a:off x="0" y="1945"/>
          <a:ext cx="5906327" cy="98584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A1E0E19-325A-45DE-9BCD-0D1C509139FD}">
      <dsp:nvSpPr>
        <dsp:cNvPr id="0" name=""/>
        <dsp:cNvSpPr/>
      </dsp:nvSpPr>
      <dsp:spPr>
        <a:xfrm>
          <a:off x="298217" y="223759"/>
          <a:ext cx="542213" cy="54221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94A602A-11F1-481C-AD78-E67B7210CAAB}">
      <dsp:nvSpPr>
        <dsp:cNvPr id="0" name=""/>
        <dsp:cNvSpPr/>
      </dsp:nvSpPr>
      <dsp:spPr>
        <a:xfrm>
          <a:off x="1138648" y="1945"/>
          <a:ext cx="4767679" cy="985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4335" tIns="104335" rIns="104335" bIns="104335" numCol="1" spcCol="1270" anchor="ctr" anchorCtr="0">
          <a:noAutofit/>
        </a:bodyPr>
        <a:lstStyle/>
        <a:p>
          <a:pPr marL="0" lvl="0" indent="0" algn="l" defTabSz="977900">
            <a:lnSpc>
              <a:spcPct val="90000"/>
            </a:lnSpc>
            <a:spcBef>
              <a:spcPct val="0"/>
            </a:spcBef>
            <a:spcAft>
              <a:spcPct val="35000"/>
            </a:spcAft>
            <a:buNone/>
          </a:pPr>
          <a:r>
            <a:rPr lang="en-US" sz="2200" kern="1200"/>
            <a:t>Job analysis</a:t>
          </a:r>
        </a:p>
      </dsp:txBody>
      <dsp:txXfrm>
        <a:off x="1138648" y="1945"/>
        <a:ext cx="4767679" cy="985843"/>
      </dsp:txXfrm>
    </dsp:sp>
    <dsp:sp modelId="{EEF9DDEE-D513-4974-97DD-A23FD59CAA4E}">
      <dsp:nvSpPr>
        <dsp:cNvPr id="0" name=""/>
        <dsp:cNvSpPr/>
      </dsp:nvSpPr>
      <dsp:spPr>
        <a:xfrm>
          <a:off x="0" y="1234249"/>
          <a:ext cx="5906327" cy="98584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6CA5AC7-D98B-4513-BADE-8CD0C4C1D2EB}">
      <dsp:nvSpPr>
        <dsp:cNvPr id="0" name=""/>
        <dsp:cNvSpPr/>
      </dsp:nvSpPr>
      <dsp:spPr>
        <a:xfrm>
          <a:off x="298217" y="1456063"/>
          <a:ext cx="542213" cy="54221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45F2922-9EBB-4315-9515-16BCBC609350}">
      <dsp:nvSpPr>
        <dsp:cNvPr id="0" name=""/>
        <dsp:cNvSpPr/>
      </dsp:nvSpPr>
      <dsp:spPr>
        <a:xfrm>
          <a:off x="1138648" y="1234249"/>
          <a:ext cx="4767679" cy="985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4335" tIns="104335" rIns="104335" bIns="104335" numCol="1" spcCol="1270" anchor="ctr" anchorCtr="0">
          <a:noAutofit/>
        </a:bodyPr>
        <a:lstStyle/>
        <a:p>
          <a:pPr marL="0" lvl="0" indent="0" algn="l" defTabSz="977900">
            <a:lnSpc>
              <a:spcPct val="90000"/>
            </a:lnSpc>
            <a:spcBef>
              <a:spcPct val="0"/>
            </a:spcBef>
            <a:spcAft>
              <a:spcPct val="35000"/>
            </a:spcAft>
            <a:buNone/>
          </a:pPr>
          <a:r>
            <a:rPr lang="en-US" sz="2200" kern="1200"/>
            <a:t>O*Net</a:t>
          </a:r>
        </a:p>
      </dsp:txBody>
      <dsp:txXfrm>
        <a:off x="1138648" y="1234249"/>
        <a:ext cx="4767679" cy="985843"/>
      </dsp:txXfrm>
    </dsp:sp>
    <dsp:sp modelId="{10A0160F-2E15-41D9-9205-057E05223D6B}">
      <dsp:nvSpPr>
        <dsp:cNvPr id="0" name=""/>
        <dsp:cNvSpPr/>
      </dsp:nvSpPr>
      <dsp:spPr>
        <a:xfrm>
          <a:off x="0" y="2466552"/>
          <a:ext cx="5906327" cy="98584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F4A8F21-68C6-4CD9-906C-9437FFD20946}">
      <dsp:nvSpPr>
        <dsp:cNvPr id="0" name=""/>
        <dsp:cNvSpPr/>
      </dsp:nvSpPr>
      <dsp:spPr>
        <a:xfrm>
          <a:off x="298217" y="2688367"/>
          <a:ext cx="542213" cy="542213"/>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D4EA87F-EE5E-4371-8AD7-A5E71968E317}">
      <dsp:nvSpPr>
        <dsp:cNvPr id="0" name=""/>
        <dsp:cNvSpPr/>
      </dsp:nvSpPr>
      <dsp:spPr>
        <a:xfrm>
          <a:off x="1138648" y="2466552"/>
          <a:ext cx="4767679" cy="985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4335" tIns="104335" rIns="104335" bIns="104335" numCol="1" spcCol="1270" anchor="ctr" anchorCtr="0">
          <a:noAutofit/>
        </a:bodyPr>
        <a:lstStyle/>
        <a:p>
          <a:pPr marL="0" lvl="0" indent="0" algn="l" defTabSz="977900">
            <a:lnSpc>
              <a:spcPct val="90000"/>
            </a:lnSpc>
            <a:spcBef>
              <a:spcPct val="0"/>
            </a:spcBef>
            <a:spcAft>
              <a:spcPct val="35000"/>
            </a:spcAft>
            <a:buNone/>
          </a:pPr>
          <a:r>
            <a:rPr lang="en-US" sz="2200" kern="1200"/>
            <a:t>Interviews</a:t>
          </a:r>
        </a:p>
      </dsp:txBody>
      <dsp:txXfrm>
        <a:off x="1138648" y="2466552"/>
        <a:ext cx="4767679" cy="985843"/>
      </dsp:txXfrm>
    </dsp:sp>
    <dsp:sp modelId="{0316E70D-EEA9-44DE-904B-62F502E53758}">
      <dsp:nvSpPr>
        <dsp:cNvPr id="0" name=""/>
        <dsp:cNvSpPr/>
      </dsp:nvSpPr>
      <dsp:spPr>
        <a:xfrm>
          <a:off x="0" y="3698856"/>
          <a:ext cx="5906327" cy="98584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97A56CC-D55C-4FE1-A96F-254A33D00DB3}">
      <dsp:nvSpPr>
        <dsp:cNvPr id="0" name=""/>
        <dsp:cNvSpPr/>
      </dsp:nvSpPr>
      <dsp:spPr>
        <a:xfrm>
          <a:off x="298217" y="3920671"/>
          <a:ext cx="542213" cy="542213"/>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F208F85-1C45-47EB-B42A-21EA23EE2473}">
      <dsp:nvSpPr>
        <dsp:cNvPr id="0" name=""/>
        <dsp:cNvSpPr/>
      </dsp:nvSpPr>
      <dsp:spPr>
        <a:xfrm>
          <a:off x="1138648" y="3698856"/>
          <a:ext cx="4767679" cy="985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4335" tIns="104335" rIns="104335" bIns="104335" numCol="1" spcCol="1270" anchor="ctr" anchorCtr="0">
          <a:noAutofit/>
        </a:bodyPr>
        <a:lstStyle/>
        <a:p>
          <a:pPr marL="0" lvl="0" indent="0" algn="l" defTabSz="977900">
            <a:lnSpc>
              <a:spcPct val="90000"/>
            </a:lnSpc>
            <a:spcBef>
              <a:spcPct val="0"/>
            </a:spcBef>
            <a:spcAft>
              <a:spcPct val="35000"/>
            </a:spcAft>
            <a:buNone/>
          </a:pPr>
          <a:r>
            <a:rPr lang="en-US" sz="2200" kern="1200"/>
            <a:t>Performance appraisals</a:t>
          </a:r>
        </a:p>
      </dsp:txBody>
      <dsp:txXfrm>
        <a:off x="1138648" y="3698856"/>
        <a:ext cx="4767679" cy="985843"/>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E630A8F-5D11-4D84-9507-2A3E5376A92A}">
      <dsp:nvSpPr>
        <dsp:cNvPr id="0" name=""/>
        <dsp:cNvSpPr/>
      </dsp:nvSpPr>
      <dsp:spPr>
        <a:xfrm>
          <a:off x="0" y="572"/>
          <a:ext cx="5055015"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CE3448E1-F56C-4BF3-85F5-E30AA325325F}">
      <dsp:nvSpPr>
        <dsp:cNvPr id="0" name=""/>
        <dsp:cNvSpPr/>
      </dsp:nvSpPr>
      <dsp:spPr>
        <a:xfrm>
          <a:off x="0" y="0"/>
          <a:ext cx="5055015" cy="9371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kern="1200" dirty="0"/>
            <a:t>U.S. Equal Employment Opportunity Commission (EEOC)</a:t>
          </a:r>
        </a:p>
      </dsp:txBody>
      <dsp:txXfrm>
        <a:off x="0" y="0"/>
        <a:ext cx="5055015" cy="937100"/>
      </dsp:txXfrm>
    </dsp:sp>
    <dsp:sp modelId="{2590FBC4-492F-4B76-88D1-A1769CA0F8BF}">
      <dsp:nvSpPr>
        <dsp:cNvPr id="0" name=""/>
        <dsp:cNvSpPr/>
      </dsp:nvSpPr>
      <dsp:spPr>
        <a:xfrm>
          <a:off x="0" y="937672"/>
          <a:ext cx="5055015" cy="0"/>
        </a:xfrm>
        <a:prstGeom prst="lin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0DF01D57-30F4-4C9C-BB4A-89EED0ED9C97}">
      <dsp:nvSpPr>
        <dsp:cNvPr id="0" name=""/>
        <dsp:cNvSpPr/>
      </dsp:nvSpPr>
      <dsp:spPr>
        <a:xfrm>
          <a:off x="0" y="937672"/>
          <a:ext cx="5055015" cy="9371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kern="1200" dirty="0"/>
            <a:t>Title VII of the Civil Rights Act of 1964</a:t>
          </a:r>
        </a:p>
      </dsp:txBody>
      <dsp:txXfrm>
        <a:off x="0" y="937672"/>
        <a:ext cx="5055015" cy="937100"/>
      </dsp:txXfrm>
    </dsp:sp>
    <dsp:sp modelId="{271E5526-B902-4C1C-B97C-14A0F19676D9}">
      <dsp:nvSpPr>
        <dsp:cNvPr id="0" name=""/>
        <dsp:cNvSpPr/>
      </dsp:nvSpPr>
      <dsp:spPr>
        <a:xfrm>
          <a:off x="0" y="1874772"/>
          <a:ext cx="5055015" cy="0"/>
        </a:xfrm>
        <a:prstGeom prst="line">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7BBB87B1-EEBA-4932-A1D4-FB88F798E48D}">
      <dsp:nvSpPr>
        <dsp:cNvPr id="0" name=""/>
        <dsp:cNvSpPr/>
      </dsp:nvSpPr>
      <dsp:spPr>
        <a:xfrm>
          <a:off x="0" y="1874772"/>
          <a:ext cx="5055015" cy="9371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kern="1200" dirty="0"/>
            <a:t>The Age Discrimination in Employment Act of 1967</a:t>
          </a:r>
        </a:p>
      </dsp:txBody>
      <dsp:txXfrm>
        <a:off x="0" y="1874772"/>
        <a:ext cx="5055015" cy="937100"/>
      </dsp:txXfrm>
    </dsp:sp>
    <dsp:sp modelId="{B111FAF7-684F-4BD5-95BF-F93B1FAAE65D}">
      <dsp:nvSpPr>
        <dsp:cNvPr id="0" name=""/>
        <dsp:cNvSpPr/>
      </dsp:nvSpPr>
      <dsp:spPr>
        <a:xfrm>
          <a:off x="0" y="2811872"/>
          <a:ext cx="5055015" cy="0"/>
        </a:xfrm>
        <a:prstGeom prst="line">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7E57008F-8E29-45F5-A627-85366990A322}">
      <dsp:nvSpPr>
        <dsp:cNvPr id="0" name=""/>
        <dsp:cNvSpPr/>
      </dsp:nvSpPr>
      <dsp:spPr>
        <a:xfrm>
          <a:off x="0" y="2811872"/>
          <a:ext cx="5055015" cy="9371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kern="1200" dirty="0"/>
            <a:t>Titles I and V of the Americans with Disabilities Act of 1990 (ADA)</a:t>
          </a:r>
        </a:p>
      </dsp:txBody>
      <dsp:txXfrm>
        <a:off x="0" y="2811872"/>
        <a:ext cx="5055015" cy="937100"/>
      </dsp:txXfrm>
    </dsp:sp>
    <dsp:sp modelId="{46ECBD6D-B648-4657-A335-9BEC3B597AFF}">
      <dsp:nvSpPr>
        <dsp:cNvPr id="0" name=""/>
        <dsp:cNvSpPr/>
      </dsp:nvSpPr>
      <dsp:spPr>
        <a:xfrm>
          <a:off x="0" y="3748972"/>
          <a:ext cx="5055015" cy="0"/>
        </a:xfrm>
        <a:prstGeom prst="line">
          <a:avLst/>
        </a:prstGeom>
        <a:solidFill>
          <a:schemeClr val="accent6">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26108980-6C81-4743-BEAC-1A58FA037C02}">
      <dsp:nvSpPr>
        <dsp:cNvPr id="0" name=""/>
        <dsp:cNvSpPr/>
      </dsp:nvSpPr>
      <dsp:spPr>
        <a:xfrm>
          <a:off x="0" y="3748972"/>
          <a:ext cx="5055015" cy="9371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kern="1200"/>
            <a:t>Bona fide occupational qualifications (BFOQs)</a:t>
          </a:r>
          <a:endParaRPr lang="en-US" sz="2400" kern="1200" dirty="0"/>
        </a:p>
      </dsp:txBody>
      <dsp:txXfrm>
        <a:off x="0" y="3748972"/>
        <a:ext cx="5055015" cy="93710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A2F3777-1006-4877-A13D-39502A4C3CA9}">
      <dsp:nvSpPr>
        <dsp:cNvPr id="0" name=""/>
        <dsp:cNvSpPr/>
      </dsp:nvSpPr>
      <dsp:spPr>
        <a:xfrm>
          <a:off x="0" y="2288"/>
          <a:ext cx="5906327"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FAF19461-6F4A-4B2D-B656-97B0412AAFD8}">
      <dsp:nvSpPr>
        <dsp:cNvPr id="0" name=""/>
        <dsp:cNvSpPr/>
      </dsp:nvSpPr>
      <dsp:spPr>
        <a:xfrm>
          <a:off x="0" y="2288"/>
          <a:ext cx="5906327" cy="7803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9540" tIns="129540" rIns="129540" bIns="129540" numCol="1" spcCol="1270" anchor="t" anchorCtr="0">
          <a:noAutofit/>
        </a:bodyPr>
        <a:lstStyle/>
        <a:p>
          <a:pPr marL="0" lvl="0" indent="0" algn="l" defTabSz="1511300">
            <a:lnSpc>
              <a:spcPct val="90000"/>
            </a:lnSpc>
            <a:spcBef>
              <a:spcPct val="0"/>
            </a:spcBef>
            <a:spcAft>
              <a:spcPct val="35000"/>
            </a:spcAft>
            <a:buNone/>
          </a:pPr>
          <a:r>
            <a:rPr lang="en-US" sz="3400" kern="1200"/>
            <a:t>Ability to work as a team</a:t>
          </a:r>
        </a:p>
      </dsp:txBody>
      <dsp:txXfrm>
        <a:off x="0" y="2288"/>
        <a:ext cx="5906327" cy="780344"/>
      </dsp:txXfrm>
    </dsp:sp>
    <dsp:sp modelId="{999F0ACF-2EE0-4131-8881-4825C77AD6D3}">
      <dsp:nvSpPr>
        <dsp:cNvPr id="0" name=""/>
        <dsp:cNvSpPr/>
      </dsp:nvSpPr>
      <dsp:spPr>
        <a:xfrm>
          <a:off x="0" y="782633"/>
          <a:ext cx="5906327" cy="0"/>
        </a:xfrm>
        <a:prstGeom prst="lin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5C669FB8-52C3-4838-9553-B06D60EC3516}">
      <dsp:nvSpPr>
        <dsp:cNvPr id="0" name=""/>
        <dsp:cNvSpPr/>
      </dsp:nvSpPr>
      <dsp:spPr>
        <a:xfrm>
          <a:off x="0" y="782633"/>
          <a:ext cx="5906327" cy="7803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9540" tIns="129540" rIns="129540" bIns="129540" numCol="1" spcCol="1270" anchor="t" anchorCtr="0">
          <a:noAutofit/>
        </a:bodyPr>
        <a:lstStyle/>
        <a:p>
          <a:pPr marL="0" lvl="0" indent="0" algn="l" defTabSz="1511300">
            <a:lnSpc>
              <a:spcPct val="90000"/>
            </a:lnSpc>
            <a:spcBef>
              <a:spcPct val="0"/>
            </a:spcBef>
            <a:spcAft>
              <a:spcPct val="35000"/>
            </a:spcAft>
            <a:buNone/>
          </a:pPr>
          <a:r>
            <a:rPr lang="en-US" sz="3400" kern="1200"/>
            <a:t>Organizational culture</a:t>
          </a:r>
        </a:p>
      </dsp:txBody>
      <dsp:txXfrm>
        <a:off x="0" y="782633"/>
        <a:ext cx="5906327" cy="780344"/>
      </dsp:txXfrm>
    </dsp:sp>
    <dsp:sp modelId="{B80BCCA6-84B2-4B28-9E8E-7F754858E84C}">
      <dsp:nvSpPr>
        <dsp:cNvPr id="0" name=""/>
        <dsp:cNvSpPr/>
      </dsp:nvSpPr>
      <dsp:spPr>
        <a:xfrm>
          <a:off x="0" y="1562977"/>
          <a:ext cx="5906327" cy="0"/>
        </a:xfrm>
        <a:prstGeom prst="line">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BD27C0A1-8B70-4301-A29A-860A3763CB5C}">
      <dsp:nvSpPr>
        <dsp:cNvPr id="0" name=""/>
        <dsp:cNvSpPr/>
      </dsp:nvSpPr>
      <dsp:spPr>
        <a:xfrm>
          <a:off x="0" y="1562977"/>
          <a:ext cx="5906327" cy="7803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9540" tIns="129540" rIns="129540" bIns="129540" numCol="1" spcCol="1270" anchor="t" anchorCtr="0">
          <a:noAutofit/>
        </a:bodyPr>
        <a:lstStyle/>
        <a:p>
          <a:pPr marL="0" lvl="0" indent="0" algn="l" defTabSz="1511300">
            <a:lnSpc>
              <a:spcPct val="90000"/>
            </a:lnSpc>
            <a:spcBef>
              <a:spcPct val="0"/>
            </a:spcBef>
            <a:spcAft>
              <a:spcPct val="35000"/>
            </a:spcAft>
            <a:buNone/>
          </a:pPr>
          <a:r>
            <a:rPr lang="en-US" sz="3400" kern="1200"/>
            <a:t>Diversity training</a:t>
          </a:r>
        </a:p>
      </dsp:txBody>
      <dsp:txXfrm>
        <a:off x="0" y="1562977"/>
        <a:ext cx="5906327" cy="780344"/>
      </dsp:txXfrm>
    </dsp:sp>
    <dsp:sp modelId="{796EB5A2-E60B-473D-85BE-D95AE3B87459}">
      <dsp:nvSpPr>
        <dsp:cNvPr id="0" name=""/>
        <dsp:cNvSpPr/>
      </dsp:nvSpPr>
      <dsp:spPr>
        <a:xfrm>
          <a:off x="0" y="2343322"/>
          <a:ext cx="5906327" cy="0"/>
        </a:xfrm>
        <a:prstGeom prst="line">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AEF144E3-B60B-4876-BEC7-72718A47AB93}">
      <dsp:nvSpPr>
        <dsp:cNvPr id="0" name=""/>
        <dsp:cNvSpPr/>
      </dsp:nvSpPr>
      <dsp:spPr>
        <a:xfrm>
          <a:off x="0" y="2343322"/>
          <a:ext cx="5906327" cy="7803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9540" tIns="129540" rIns="129540" bIns="129540" numCol="1" spcCol="1270" anchor="t" anchorCtr="0">
          <a:noAutofit/>
        </a:bodyPr>
        <a:lstStyle/>
        <a:p>
          <a:pPr marL="0" lvl="0" indent="0" algn="l" defTabSz="1511300">
            <a:lnSpc>
              <a:spcPct val="90000"/>
            </a:lnSpc>
            <a:spcBef>
              <a:spcPct val="0"/>
            </a:spcBef>
            <a:spcAft>
              <a:spcPct val="35000"/>
            </a:spcAft>
            <a:buNone/>
          </a:pPr>
          <a:r>
            <a:rPr lang="en-US" sz="3400" kern="1200"/>
            <a:t>Sexual harassment </a:t>
          </a:r>
        </a:p>
      </dsp:txBody>
      <dsp:txXfrm>
        <a:off x="0" y="2343322"/>
        <a:ext cx="5906327" cy="780344"/>
      </dsp:txXfrm>
    </dsp:sp>
    <dsp:sp modelId="{6150A31C-48BF-41AA-8455-ABF5AF603947}">
      <dsp:nvSpPr>
        <dsp:cNvPr id="0" name=""/>
        <dsp:cNvSpPr/>
      </dsp:nvSpPr>
      <dsp:spPr>
        <a:xfrm>
          <a:off x="0" y="3123667"/>
          <a:ext cx="5906327" cy="0"/>
        </a:xfrm>
        <a:prstGeom prst="line">
          <a:avLst/>
        </a:prstGeom>
        <a:solidFill>
          <a:schemeClr val="accent6">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AD7B0606-B72D-4CAE-9302-629FFCAAA167}">
      <dsp:nvSpPr>
        <dsp:cNvPr id="0" name=""/>
        <dsp:cNvSpPr/>
      </dsp:nvSpPr>
      <dsp:spPr>
        <a:xfrm>
          <a:off x="0" y="3123667"/>
          <a:ext cx="5906327" cy="7803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9540" tIns="129540" rIns="129540" bIns="129540" numCol="1" spcCol="1270" anchor="t" anchorCtr="0">
          <a:noAutofit/>
        </a:bodyPr>
        <a:lstStyle/>
        <a:p>
          <a:pPr marL="0" lvl="0" indent="0" algn="l" defTabSz="1511300">
            <a:lnSpc>
              <a:spcPct val="90000"/>
            </a:lnSpc>
            <a:spcBef>
              <a:spcPct val="0"/>
            </a:spcBef>
            <a:spcAft>
              <a:spcPct val="35000"/>
            </a:spcAft>
            <a:buNone/>
          </a:pPr>
          <a:r>
            <a:rPr lang="en-US" sz="3400" kern="1200"/>
            <a:t>Workplace violence</a:t>
          </a:r>
        </a:p>
      </dsp:txBody>
      <dsp:txXfrm>
        <a:off x="0" y="3123667"/>
        <a:ext cx="5906327" cy="780344"/>
      </dsp:txXfrm>
    </dsp:sp>
    <dsp:sp modelId="{73A21958-DC3E-4598-82E2-E772B6B08462}">
      <dsp:nvSpPr>
        <dsp:cNvPr id="0" name=""/>
        <dsp:cNvSpPr/>
      </dsp:nvSpPr>
      <dsp:spPr>
        <a:xfrm>
          <a:off x="0" y="3904011"/>
          <a:ext cx="5906327"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1506DA79-8338-4ACF-A444-9E29DD6110D0}">
      <dsp:nvSpPr>
        <dsp:cNvPr id="0" name=""/>
        <dsp:cNvSpPr/>
      </dsp:nvSpPr>
      <dsp:spPr>
        <a:xfrm>
          <a:off x="0" y="3904011"/>
          <a:ext cx="5906327" cy="7803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9540" tIns="129540" rIns="129540" bIns="129540" numCol="1" spcCol="1270" anchor="t" anchorCtr="0">
          <a:noAutofit/>
        </a:bodyPr>
        <a:lstStyle/>
        <a:p>
          <a:pPr marL="0" lvl="0" indent="0" algn="l" defTabSz="1511300">
            <a:lnSpc>
              <a:spcPct val="90000"/>
            </a:lnSpc>
            <a:spcBef>
              <a:spcPct val="0"/>
            </a:spcBef>
            <a:spcAft>
              <a:spcPct val="35000"/>
            </a:spcAft>
            <a:buNone/>
          </a:pPr>
          <a:r>
            <a:rPr lang="en-US" sz="3400" kern="1200"/>
            <a:t>Procedural justice</a:t>
          </a:r>
        </a:p>
      </dsp:txBody>
      <dsp:txXfrm>
        <a:off x="0" y="3904011"/>
        <a:ext cx="5906327" cy="780344"/>
      </dsp:txXfrm>
    </dsp:sp>
  </dsp:spTree>
</dsp:drawing>
</file>

<file path=ppt/diagrams/layout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7/3/layout/DropPinTimeline">
  <dgm:title val="Drop Pin Timeline"/>
  <dgm:desc val="Use to show a list of events in chronological order. An invisible box next to the pin contains the date and the description is immediately below. It can display a medium amount of text and medium length date format."/>
  <dgm:catLst>
    <dgm:cat type="timeline" pri="500"/>
    <dgm:cat type="process" pri="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
    <dgm:varLst>
      <dgm:chMax/>
      <dgm:chPref/>
      <dgm:animLvl val="lvl"/>
    </dgm:varLst>
    <dgm:alg type="composite"/>
    <dgm:shape xmlns:r="http://schemas.openxmlformats.org/officeDocument/2006/relationships" r:blip="">
      <dgm:adjLst/>
    </dgm:shape>
    <dgm:constrLst>
      <dgm:constr type="w" for="ch" forName="divider" refType="w"/>
      <dgm:constr type="h" for="ch" forName="divider"/>
      <dgm:constr type="ctrY" for="ch" forName="divider" refType="h" fact="0.5"/>
      <dgm:constr type="l" for="ch" forName="divider"/>
      <dgm:constr type="w" for="ch" forName="nodes" refType="w"/>
      <dgm:constr type="h" for="ch" forName="nodes" refType="h" fact="0.8"/>
      <dgm:constr type="ctrY" for="ch" forName="nodes" refType="h" fact="0.5"/>
    </dgm:constrLst>
    <dgm:layoutNode name="divider" styleLbl="fgAcc1">
      <dgm:alg type="sp"/>
      <dgm:choose name="ArrowShape">
        <dgm:if name="ArrowShapeLTR" func="var" arg="dir" op="equ" val="norm">
          <dgm:shape xmlns:r="http://schemas.openxmlformats.org/officeDocument/2006/relationships" type="line" r:blip="" zOrderOff="-1">
            <dgm:adjLst/>
            <dgm:extLst>
              <a:ext uri="{B698B0E9-8C71-41B9-8309-B3DCBF30829C}">
                <dgm1612:spPr xmlns:dgm1612="http://schemas.microsoft.com/office/drawing/2016/12/diagram">
                  <a:ln w="19050">
                    <a:solidFill>
                      <a:srgbClr val="000000"/>
                    </a:solidFill>
                    <a:tailEnd type="triangle" w="lg" len="lg"/>
                  </a:ln>
                </dgm1612:spPr>
              </a:ext>
            </dgm:extLst>
          </dgm:shape>
        </dgm:if>
        <dgm:else name="ArrowShapeRTL">
          <dgm:shape xmlns:r="http://schemas.openxmlformats.org/officeDocument/2006/relationships" type="line" r:blip="" zOrderOff="-1">
            <dgm:adjLst/>
            <dgm:extLst>
              <a:ext uri="{B698B0E9-8C71-41B9-8309-B3DCBF30829C}">
                <dgm1612:spPr xmlns:dgm1612="http://schemas.microsoft.com/office/drawing/2016/12/diagram">
                  <a:ln>
                    <a:solidFill>
                      <a:srgbClr val="000000"/>
                    </a:solidFill>
                    <a:headEnd type="triangle" w="lg" len="lg"/>
                  </a:ln>
                </dgm1612:spPr>
              </a:ext>
            </dgm:extLst>
          </dgm:shape>
        </dgm:else>
      </dgm:choose>
      <dgm:presOf/>
      <dgm:constrLst/>
      <dgm:ruleLst/>
    </dgm:layoutNode>
    <dgm:layoutNode name="nodes">
      <dgm:varLst>
        <dgm:chMax/>
        <dgm:chPref/>
        <dgm:animLvl val="lvl"/>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constrLst>
        <dgm:constr type="primFontSz" for="des" forName="L1TextContainer" val="20"/>
        <dgm:constr type="primFontSz" for="des" forName="L2TextContainer" refType="primFontSz" refFor="des" refForName="L1TextContainer" op="equ" fact="0.75"/>
        <dgm:constr type="w" for="ch" forName="composite" refType="w"/>
        <dgm:constr type="h" for="ch" forName="composite" refType="h"/>
        <dgm:constr type="w" for="ch" forName="spaceBetweenRectangles" refType="w" refFor="ch" refForName="composite" fact="-0.5"/>
        <dgm:constr type="w" for="ch" ptType="sibTrans" op="equ"/>
        <dgm:constr type="primFontSz" for="des" forName="L1TextContainer" op="equ"/>
        <dgm:constr type="primFontSz" for="des" forName="L2TextContainer" op="equ"/>
        <dgm:constr type="primFontSz" for="des" forName="L1TextContainer1" val="20"/>
        <dgm:constr type="primFontSz" for="des" forName="L2TextContainer1" refType="primFontSz" refFor="des" refForName="L1TextContainer1" op="equ" fact="0.75"/>
        <dgm:constr type="w" for="ch" forName="composite1" refType="w"/>
        <dgm:constr type="h" for="ch" forName="composite1" refType="h"/>
        <dgm:constr type="w" for="ch" forName="spaceBetweenRectangles1" refType="w" refFor="ch" refForName="composite1" fact="0.28"/>
        <dgm:constr type="primFontSz" for="des" forName="L1TextContainer1" op="equ"/>
        <dgm:constr type="primFontSz" for="des" forName="L2TextContainer1" op="equ"/>
      </dgm:constrLst>
      <dgm:choose name="LayoutBasedOnCountOfNodes">
        <dgm:if name="LessThanOrEqualToTwoNodes" axis="ch" ptType="node" func="cnt" op="lte" val="2">
          <dgm:forEach name="nodesForEach1" axis="ch" ptType="node">
            <dgm:layoutNode name="composite1">
              <dgm:alg type="composite"/>
              <dgm:shape xmlns:r="http://schemas.openxmlformats.org/officeDocument/2006/relationships" r:blip="">
                <dgm:adjLst/>
              </dgm:shape>
              <dgm:choose name="CaseForLayoutDirection1">
                <dgm:if name="CaseForLayoutDirectionLTR1" func="var" arg="dir" op="equ" val="norm">
                  <dgm:choose name="CaseForPlacingNodesAboveAndBelowDividerLTR1">
                    <dgm:if name="CaseForPlacingNodeAboveDividerLTR1" axis="self" ptType="node" func="posOdd" op="equ" val="1">
                      <dgm:constrLst>
                        <dgm:constr type="w" for="ch" forName="ConnectorPoint1" refType="h" refFor="ch" refForName="DropPinPlaceHolder1" fact="0.18"/>
                        <dgm:constr type="h" for="ch" forName="ConnectorPoint1" refType="h" refFor="ch" refForName="DropPinPlaceHolder1" fact="0.18"/>
                        <dgm:constr type="ctrX" for="ch" forName="ConnectorPoint1" refType="ctrX" refFor="ch" refForName="ConnectLine1"/>
                        <dgm:constr type="ctrY" for="ch" forName="ConnectorPoint1" refType="h" fact="0.5"/>
                        <dgm:constr type="w" for="ch" forName="DropPinPlaceHolder1" refType="h" fact="0.13"/>
                        <dgm:constr type="h" for="ch" forName="DropPinPlaceHolder1" refType="h" fact="0.13"/>
                        <dgm:constr type="t" for="ch" forName="DropPinPlaceHolder1" refType="h" fact="0"/>
                        <dgm:constr type="l" for="ch" forName="DropPinPlaceHolder1" refType="w" fact="0"/>
                        <dgm:constr type="w" for="ch" forName="L2TextContainer1" refType="w" fact="0.83"/>
                        <dgm:constr type="l" for="ch" forName="L2TextContainer1" refType="r" refFor="ch" refForName="DropPinPlaceHolder1"/>
                        <dgm:constr type="t" for="ch" forName="L2TextContainer1" refType="b" refFor="ch" refForName="DropPinPlaceHolder1"/>
                        <dgm:constr type="b" for="ch" forName="L2TextContainer1" refType="h" fact="0.5"/>
                        <dgm:constr type="w" for="ch" forName="L1TextContainer1" refType="w" fact="0.83"/>
                        <dgm:constr type="l" for="ch" forName="L1TextContainer1" refType="r" refFor="ch" refForName="DropPinPlaceHolder1"/>
                        <dgm:constr type="b" for="ch" forName="L1TextContainer1" refType="b" refFor="ch" refForName="DropPinPlaceHolder1"/>
                        <dgm:constr type="t" for="ch" forName="L1TextContainer1" refType="t" refFor="ch" refForName="DropPinPlaceHolder1"/>
                        <dgm:constr type="w" for="ch" forName="ConnectLine1"/>
                        <dgm:constr type="ctrX" for="ch" forName="ConnectLine1" refType="ctrX" refFor="ch" refForName="DropPinPlaceHolder1"/>
                        <dgm:constr type="b" for="ch" forName="ConnectLine1" refType="h" fact="0.5"/>
                        <dgm:constr type="t" for="ch" forName="ConnectLine1" refType="b" refFor="ch" refForName="DropPinPlaceHolder1"/>
                        <dgm:constr type="w" for="ch" forName="EmptyPlaceHolder1" refType="w"/>
                        <dgm:constr type="h" for="ch" forName="EmptyPlaceHolder1" refType="h" fact="0.5"/>
                        <dgm:constr type="t" for="ch" forName="EmptyPlaceHolder1" refType="h" fact="0.5"/>
                      </dgm:constrLst>
                    </dgm:if>
                    <dgm:else name="CaseForPlacingNodeBelowDividerLTR1">
                      <dgm:constrLst>
                        <dgm:constr type="w" for="ch" forName="ConnectorPoint1" refType="h" refFor="ch" refForName="DropPinPlaceHolder1" fact="0.18"/>
                        <dgm:constr type="h" for="ch" forName="ConnectorPoint1" refType="h" refFor="ch" refForName="DropPinPlaceHolder1" fact="0.18"/>
                        <dgm:constr type="ctrX" for="ch" forName="ConnectorPoint1" refType="ctrX" refFor="ch" refForName="ConnectLine1"/>
                        <dgm:constr type="ctrY" for="ch" forName="ConnectorPoint1" refType="h" fact="0.5"/>
                        <dgm:constr type="w" for="ch" forName="DropPinPlaceHolder1" refType="h" fact="0.13"/>
                        <dgm:constr type="h" for="ch" forName="DropPinPlaceHolder1" refType="h" fact="0.13"/>
                        <dgm:constr type="b" for="ch" forName="DropPinPlaceHolder1" refType="h"/>
                        <dgm:constr type="l" for="ch" forName="DropPinPlaceHolder1" refType="w" fact="0"/>
                        <dgm:constr type="w" for="ch" forName="L2TextContainer1" refType="w" fact="0.83"/>
                        <dgm:constr type="l" for="ch" forName="L2TextContainer1" refType="r" refFor="ch" refForName="DropPinPlaceHolder1"/>
                        <dgm:constr type="b" for="ch" forName="L2TextContainer1" refType="t" refFor="ch" refForName="DropPinPlaceHolder1"/>
                        <dgm:constr type="t" for="ch" forName="L2TextContainer1" refType="h" fact="0.5"/>
                        <dgm:constr type="w" for="ch" forName="L1TextContainer1" refType="w" fact="0.83"/>
                        <dgm:constr type="l" for="ch" forName="L1TextContainer1" refType="r" refFor="ch" refForName="DropPinPlaceHolder1"/>
                        <dgm:constr type="b" for="ch" forName="L1TextContainer1" refType="b" refFor="ch" refForName="DropPinPlaceHolder1"/>
                        <dgm:constr type="t" for="ch" forName="L1TextContainer1" refType="t" refFor="ch" refForName="DropPinPlaceHolder1"/>
                        <dgm:constr type="w" for="ch" forName="ConnectLine1"/>
                        <dgm:constr type="ctrX" for="ch" forName="ConnectLine1" refType="ctrX" refFor="ch" refForName="DropPinPlaceHolder1"/>
                        <dgm:constr type="t" for="ch" forName="ConnectLine1" refType="h" fact="0.5"/>
                        <dgm:constr type="b" for="ch" forName="ConnectLine1" refType="t" refFor="ch" refForName="DropPinPlaceHolder1"/>
                        <dgm:constr type="w" for="ch" forName="EmptyPlaceHolder1" refType="w"/>
                        <dgm:constr type="h" for="ch" forName="EmptyPlaceHolder1" refType="h" fact="0.5"/>
                        <dgm:constr type="t" for="ch" forName="EmptyPlaceHolder1" refType="h" fact="0"/>
                      </dgm:constrLst>
                    </dgm:else>
                  </dgm:choose>
                </dgm:if>
                <dgm:else name="CaseForLayoutDirectionRTL1">
                  <dgm:choose name="CaseForPlacingNodesAboveAndBelowDividerRTL1">
                    <dgm:if name="CaseForPlacingNodeAboveDividerRTL1" axis="self" ptType="node" func="posOdd" op="equ" val="1">
                      <dgm:constrLst>
                        <dgm:constr type="w" for="ch" forName="ConnectorPoint1" refType="h" refFor="ch" refForName="DropPinPlaceHolder1" fact="0.18"/>
                        <dgm:constr type="h" for="ch" forName="ConnectorPoint1" refType="h" refFor="ch" refForName="DropPinPlaceHolder1" fact="0.18"/>
                        <dgm:constr type="ctrX" for="ch" forName="ConnectorPoint1" refType="ctrX" refFor="ch" refForName="ConnectLine1"/>
                        <dgm:constr type="ctrY" for="ch" forName="ConnectorPoint1" refType="h" fact="0.5"/>
                        <dgm:constr type="w" for="ch" forName="DropPinPlaceHolder1" refType="h" fact="0.13"/>
                        <dgm:constr type="h" for="ch" forName="DropPinPlaceHolder1" refType="h" fact="0.13"/>
                        <dgm:constr type="t" for="ch" forName="DropPinPlaceHolder1" refType="h" fact="0"/>
                        <dgm:constr type="l" for="ch" forName="DropPinPlaceHolder1" refType="w" fact="0"/>
                        <dgm:constr type="w" for="ch" forName="L2TextContainer1" refType="w" fact="0.83"/>
                        <dgm:constr type="l" for="ch" forName="L2TextContainer1" refType="r" refFor="ch" refForName="DropPinPlaceHolder1"/>
                        <dgm:constr type="t" for="ch" forName="L2TextContainer1" refType="b" refFor="ch" refForName="DropPinPlaceHolder1"/>
                        <dgm:constr type="b" for="ch" forName="L2TextContainer1" refType="h" fact="0.5"/>
                        <dgm:constr type="w" for="ch" forName="L1TextContainer1" refType="w" fact="0.83"/>
                        <dgm:constr type="l" for="ch" forName="L1TextContainer1" refType="r" refFor="ch" refForName="DropPinPlaceHolder1"/>
                        <dgm:constr type="b" for="ch" forName="L1TextContainer1" refType="b" refFor="ch" refForName="DropPinPlaceHolder1"/>
                        <dgm:constr type="t" for="ch" forName="L1TextContainer1" refType="t" refFor="ch" refForName="DropPinPlaceHolder1"/>
                        <dgm:constr type="w" for="ch" forName="ConnectLine1"/>
                        <dgm:constr type="ctrX" for="ch" forName="ConnectLine1" refType="ctrX" refFor="ch" refForName="DropPinPlaceHolder1"/>
                        <dgm:constr type="b" for="ch" forName="ConnectLine1" refType="h" fact="0.5"/>
                        <dgm:constr type="t" for="ch" forName="ConnectLine1" refType="b" refFor="ch" refForName="DropPinPlaceHolder1"/>
                        <dgm:constr type="w" for="ch" forName="EmptyPlaceHolder1" refType="w"/>
                        <dgm:constr type="h" for="ch" forName="EmptyPlaceHolder1" refType="h" fact="0.5"/>
                        <dgm:constr type="t" for="ch" forName="EmptyPlaceHolder1" refType="h" fact="0.5"/>
                      </dgm:constrLst>
                    </dgm:if>
                    <dgm:else name="CaseForPlacingNodeBelowDividerRTL1">
                      <dgm:constrLst>
                        <dgm:constr type="w" for="ch" forName="ConnectorPoint1" refType="h" refFor="ch" refForName="DropPinPlaceHolder1" fact="0.18"/>
                        <dgm:constr type="h" for="ch" forName="ConnectorPoint1" refType="h" refFor="ch" refForName="DropPinPlaceHolder1" fact="0.18"/>
                        <dgm:constr type="ctrX" for="ch" forName="ConnectorPoint1" refType="ctrX" refFor="ch" refForName="ConnectLine1"/>
                        <dgm:constr type="ctrY" for="ch" forName="ConnectorPoint1" refType="h" fact="0.5"/>
                        <dgm:constr type="w" for="ch" forName="DropPinPlaceHolder1" refType="h" fact="0.13"/>
                        <dgm:constr type="h" for="ch" forName="DropPinPlaceHolder1" refType="h" fact="0.13"/>
                        <dgm:constr type="b" for="ch" forName="DropPinPlaceHolder1" refType="h"/>
                        <dgm:constr type="l" for="ch" forName="DropPinPlaceHolder1" refType="w" fact="0"/>
                        <dgm:constr type="w" for="ch" forName="L2TextContainer1" refType="w" fact="0.83"/>
                        <dgm:constr type="l" for="ch" forName="L2TextContainer1" refType="r" refFor="ch" refForName="DropPinPlaceHolder1"/>
                        <dgm:constr type="b" for="ch" forName="L2TextContainer1" refType="t" refFor="ch" refForName="DropPinPlaceHolder1"/>
                        <dgm:constr type="t" for="ch" forName="L2TextContainer1" refType="h" fact="0.5"/>
                        <dgm:constr type="w" for="ch" forName="L1TextContainer1" refType="w" fact="0.83"/>
                        <dgm:constr type="l" for="ch" forName="L1TextContainer1" refType="r" refFor="ch" refForName="DropPinPlaceHolder1"/>
                        <dgm:constr type="b" for="ch" forName="L1TextContainer1" refType="b" refFor="ch" refForName="DropPinPlaceHolder1"/>
                        <dgm:constr type="t" for="ch" forName="L1TextContainer1" refType="t" refFor="ch" refForName="DropPinPlaceHolder1"/>
                        <dgm:constr type="w" for="ch" forName="ConnectLine1"/>
                        <dgm:constr type="ctrX" for="ch" forName="ConnectLine1" refType="ctrX" refFor="ch" refForName="DropPinPlaceHolder1"/>
                        <dgm:constr type="t" for="ch" forName="ConnectLine1" refType="h" fact="0.5"/>
                        <dgm:constr type="b" for="ch" forName="ConnectLine1" refType="t" refFor="ch" refForName="DropPinPlaceHolder1"/>
                        <dgm:constr type="w" for="ch" forName="EmptyPlaceHolder1" refType="w"/>
                        <dgm:constr type="h" for="ch" forName="EmptyPlaceHolder1" refType="h" fact="0.5"/>
                        <dgm:constr type="t" for="ch" forName="EmptyPlaceHolder1" refType="h" fact="0"/>
                      </dgm:constrLst>
                    </dgm:else>
                  </dgm:choose>
                </dgm:else>
              </dgm:choose>
              <dgm:layoutNode name="ConnectorPoint1" styleLbl="lnNode1" moveWith="ConnectLine1">
                <dgm:alg type="sp"/>
                <dgm:shape xmlns:r="http://schemas.openxmlformats.org/officeDocument/2006/relationships" type="ellipse" r:blip="" zOrderOff="10">
                  <dgm:adjLst/>
                </dgm:shape>
                <dgm:presOf/>
                <dgm:constrLst>
                  <dgm:constr type="w" refType="h" op="equ"/>
                </dgm:constrLst>
              </dgm:layoutNode>
              <dgm:layoutNode name="DropPinPlaceHolder1">
                <dgm:alg type="composite"/>
                <dgm:shape xmlns:r="http://schemas.openxmlformats.org/officeDocument/2006/relationships" r:blip="">
                  <dgm:adjLst/>
                </dgm:shape>
                <dgm:constrLst>
                  <dgm:constr type="w" for="ch" forName="DropPin1" refType="w"/>
                  <dgm:constr type="h" for="ch" forName="DropPin1" refType="h"/>
                  <dgm:constr type="ctrX" for="ch" forName="DropPin1" refType="w" fact="0.5"/>
                  <dgm:constr type="ctrY" for="ch" forName="DropPin1" refType="h" fact="0.5"/>
                  <dgm:constr type="w" for="ch" forName="Ellipse1" refType="w" refFor="ch" refForName="DropPin1" fact="0.55"/>
                  <dgm:constr type="h" for="ch" forName="Ellipse1" refType="w" refFor="ch" refForName="DropPin1" fact="0.55"/>
                  <dgm:constr type="ctrX" for="ch" forName="Ellipse1" refType="ctrX" refFor="ch" refForName="DropPin1"/>
                  <dgm:constr type="ctrY" for="ch" forName="Ellipse1" refType="ctrY" refFor="ch" refForName="DropPin1"/>
                </dgm:constrLst>
                <dgm:layoutNode name="DropPin1" styleLbl="alignNode1">
                  <dgm:alg type="sp"/>
                  <dgm:choose name="CaseForPlacingTearDropAboveAndBelowDivider1">
                    <dgm:if name="CaseForPlacingTearDropAboveDivider1" axis="self" ptType="node" func="posOdd" op="equ" val="1">
                      <dgm:shape xmlns:r="http://schemas.openxmlformats.org/officeDocument/2006/relationships" rot="135" type="teardrop" r:blip="">
                        <dgm:adjLst>
                          <dgm:adj idx="1" val="1.15"/>
                        </dgm:adjLst>
                      </dgm:shape>
                    </dgm:if>
                    <dgm:else name="CaseForPlacingTearDropBelowDivider1">
                      <dgm:shape xmlns:r="http://schemas.openxmlformats.org/officeDocument/2006/relationships" rot="-45" type="teardrop" r:blip="">
                        <dgm:adjLst>
                          <dgm:adj idx="1" val="1.15"/>
                        </dgm:adjLst>
                      </dgm:shape>
                    </dgm:else>
                  </dgm:choose>
                  <dgm:presOf/>
                  <dgm:constrLst/>
                </dgm:layoutNode>
                <dgm:layoutNode name="Ellipse1" styleLbl="fgAcc1" moveWith="DropPin1">
                  <dgm:alg type="sp"/>
                  <dgm:shape xmlns:r="http://schemas.openxmlformats.org/officeDocument/2006/relationships" type="ellipse" r:blip="">
                    <dgm:adjLst/>
                    <dgm:extLst>
                      <a:ext uri="{B698B0E9-8C71-41B9-8309-B3DCBF30829C}">
                        <dgm1612:spPr xmlns:dgm1612="http://schemas.microsoft.com/office/drawing/2016/12/diagram">
                          <a:ln>
                            <a:noFill/>
                          </a:ln>
                        </dgm1612:spPr>
                      </a:ext>
                    </dgm:extLst>
                  </dgm:shape>
                  <dgm:presOf/>
                  <dgm:constrLst/>
                </dgm:layoutNode>
              </dgm:layoutNode>
              <dgm:layoutNode name="L2TextContainer1" styleLbl="revTx" moveWith="L1TextContainer">
                <dgm:varLst>
                  <dgm:bulletEnabled val="1"/>
                </dgm:varLst>
                <dgm:choose name="casesForTxtDirLogic1">
                  <dgm:if name="Name771" axis="self" ptType="node" func="posOdd" op="equ" val="1">
                    <dgm:alg type="tx">
                      <dgm:param type="txAnchorVert" val="t"/>
                      <dgm:param type="parTxLTRAlign" val="l"/>
                      <dgm:param type="parTxRTLAlign" val="l"/>
                      <dgm:param type="txAnchorVertCh" val="t"/>
                      <dgm:param type="shpTxRTLAlignCh" val="l"/>
                      <dgm:param type="shpTxLTRAlignCh" val="l"/>
                    </dgm:alg>
                    <dgm:constrLst>
                      <dgm:constr type="lMarg"/>
                      <dgm:constr type="rMarg"/>
                      <dgm:constr type="tMarg" refType="primFontSz" fact="0.5"/>
                      <dgm:constr type="bMarg" refType="primFontSz" fact="0.75"/>
                    </dgm:constrLst>
                  </dgm:if>
                  <dgm:else name="Name881">
                    <dgm:alg type="tx">
                      <dgm:param type="txAnchorVert" val="b"/>
                      <dgm:param type="parTxLTRAlign" val="l"/>
                      <dgm:param type="parTxRTLAlign" val="l"/>
                      <dgm:param type="txAnchorVertCh" val="b"/>
                      <dgm:param type="shpTxRTLAlignCh" val="l"/>
                      <dgm:param type="shpTxLTRAlignCh" val="l"/>
                    </dgm:alg>
                    <dgm:constrLst>
                      <dgm:constr type="lMarg"/>
                      <dgm:constr type="rMarg" refType="primFontSz" fact="0.5"/>
                      <dgm:constr type="tMarg" refType="primFontSz" fact="0.75"/>
                      <dgm:constr type="bMarg" refType="primFontSz" fact="0.5"/>
                    </dgm:constrLst>
                  </dgm:else>
                </dgm:choose>
                <dgm:shape xmlns:r="http://schemas.openxmlformats.org/officeDocument/2006/relationships" type="rect" r:blip="">
                  <dgm:adjLst/>
                </dgm:shape>
                <dgm:presOf axis="des" ptType="node"/>
                <dgm:ruleLst>
                  <dgm:rule type="primFontSz" val="11" fact="NaN" max="NaN"/>
                </dgm:ruleLst>
              </dgm:layoutNode>
              <dgm:layoutNode name="L1TextContainer1" styleLbl="revTx">
                <dgm:varLst>
                  <dgm:chMax val="1"/>
                  <dgm:chPref val="1"/>
                  <dgm:bulletEnabled val="1"/>
                </dgm:varLst>
                <dgm:alg type="tx">
                  <dgm:param type="txAnchorVert" val="mid"/>
                  <dgm:param type="parTxLTRAlign" val="l"/>
                  <dgm:param type="parTxRTLAlign" val="l"/>
                </dgm:alg>
                <dgm:shape xmlns:r="http://schemas.openxmlformats.org/officeDocument/2006/relationships" type="rect" r:blip="">
                  <dgm:adjLst/>
                </dgm:shape>
                <dgm:presOf axis="self"/>
                <dgm:constrLst>
                  <dgm:constr type="lMarg"/>
                  <dgm:constr type="rMarg" refType="primFontSz" fact="0.5"/>
                  <dgm:constr type="tMarg"/>
                  <dgm:constr type="bMarg"/>
                </dgm:constrLst>
                <dgm:ruleLst>
                  <dgm:rule type="primFontSz" val="13" fact="NaN" max="NaN"/>
                </dgm:ruleLst>
              </dgm:layoutNode>
              <dgm:layoutNode name="ConnectLine1" styleLbl="sibTrans1D1">
                <dgm:alg type="sp"/>
                <dgm:shape xmlns:r="http://schemas.openxmlformats.org/officeDocument/2006/relationships" type="line" r:blip="">
                  <dgm:adjLst/>
                  <dgm:extLst>
                    <a:ext uri="{B698B0E9-8C71-41B9-8309-B3DCBF30829C}">
                      <dgm1612:spPr xmlns:dgm1612="http://schemas.microsoft.com/office/drawing/2016/12/diagram">
                        <a:ln w="12700">
                          <a:prstDash val="dash"/>
                        </a:ln>
                      </dgm1612:spPr>
                    </a:ext>
                  </dgm:extLst>
                </dgm:shape>
                <dgm:presOf/>
                <dgm:constrLst/>
              </dgm:layoutNode>
              <dgm:layoutNode name="EmptyPlaceHolder1">
                <dgm:alg type="sp"/>
                <dgm:shape xmlns:r="http://schemas.openxmlformats.org/officeDocument/2006/relationships" r:blip="">
                  <dgm:adjLst/>
                </dgm:shape>
                <dgm:presOf/>
                <dgm:constrLst/>
              </dgm:layoutNode>
            </dgm:layoutNode>
            <dgm:forEach name="Name281" axis="followSib" ptType="sibTrans" cnt="1">
              <dgm:layoutNode name="spaceBetweenRectangles1">
                <dgm:alg type="sp"/>
                <dgm:shape xmlns:r="http://schemas.openxmlformats.org/officeDocument/2006/relationships" r:blip="">
                  <dgm:adjLst/>
                </dgm:shape>
                <dgm:presOf/>
                <dgm:constrLst/>
                <dgm:ruleLst/>
              </dgm:layoutNode>
            </dgm:forEach>
          </dgm:forEach>
        </dgm:if>
        <dgm:else name="MoreThanTwoNodes">
          <dgm:forEach name="nodesForEach" axis="ch" ptType="node">
            <dgm:layoutNode name="composite">
              <dgm:alg type="composite"/>
              <dgm:shape xmlns:r="http://schemas.openxmlformats.org/officeDocument/2006/relationships" r:blip="">
                <dgm:adjLst/>
              </dgm:shape>
              <dgm:choose name="CaseForLayoutDirection">
                <dgm:if name="CaseForLayoutDirectionLTR" func="var" arg="dir" op="equ" val="norm">
                  <dgm:choose name="CaseForPlacingNodesAboveAndBelowDividerLTR">
                    <dgm:if name="CaseForPlacingNodeAboveDividerLTR" axis="self" ptType="node" func="posOdd" op="equ" val="1">
                      <dgm:constrLst>
                        <dgm:constr type="w" for="ch" forName="ConnectorPoint" refType="h" refFor="ch" refForName="DropPinPlaceHolder" fact="0.18"/>
                        <dgm:constr type="h" for="ch" forName="ConnectorPoint" refType="h" refFor="ch" refForName="DropPinPlaceHolder" fact="0.18"/>
                        <dgm:constr type="ctrX" for="ch" forName="ConnectorPoint" refType="ctrX" refFor="ch" refForName="ConnectLine"/>
                        <dgm:constr type="ctrY" for="ch" forName="ConnectorPoint" refType="h" fact="0.5"/>
                        <dgm:constr type="w" for="ch" forName="DropPinPlaceHolder" refType="h" fact="0.13"/>
                        <dgm:constr type="h" for="ch" forName="DropPinPlaceHolder" refType="h" fact="0.13"/>
                        <dgm:constr type="t" for="ch" forName="DropPinPlaceHolder" refType="h" fact="0"/>
                        <dgm:constr type="l" for="ch" forName="DropPinPlaceHolder" refType="w" fact="0"/>
                        <dgm:constr type="w" for="ch" forName="L2TextContainer" refType="w" fact="0.83"/>
                        <dgm:constr type="l" for="ch" forName="L2TextContainer" refType="r" refFor="ch" refForName="DropPinPlaceHolder"/>
                        <dgm:constr type="t" for="ch" forName="L2TextContainer" refType="b" refFor="ch" refForName="DropPinPlaceHolder"/>
                        <dgm:constr type="b" for="ch" forName="L2TextContainer" refType="h" fact="0.5"/>
                        <dgm:constr type="w" for="ch" forName="L1TextContainer" refType="w" fact="0.83"/>
                        <dgm:constr type="l" for="ch" forName="L1TextContainer" refType="r" refFor="ch" refForName="DropPinPlaceHolder"/>
                        <dgm:constr type="b" for="ch" forName="L1TextContainer" refType="b" refFor="ch" refForName="DropPinPlaceHolder"/>
                        <dgm:constr type="t" for="ch" forName="L1TextContainer" refType="t" refFor="ch" refForName="DropPinPlaceHolder"/>
                        <dgm:constr type="w" for="ch" forName="ConnectLine"/>
                        <dgm:constr type="ctrX" for="ch" forName="ConnectLine" refType="ctrX" refFor="ch" refForName="DropPinPlaceHolder"/>
                        <dgm:constr type="b" for="ch" forName="ConnectLine" refType="h" fact="0.5"/>
                        <dgm:constr type="t" for="ch" forName="ConnectLine" refType="b" refFor="ch" refForName="DropPinPlaceHolder"/>
                        <dgm:constr type="w" for="ch" forName="EmptyPlaceHolder" refType="w"/>
                        <dgm:constr type="h" for="ch" forName="EmptyPlaceHolder" refType="h" fact="0.5"/>
                        <dgm:constr type="t" for="ch" forName="EmptyPlaceHolder" refType="h" fact="0.5"/>
                      </dgm:constrLst>
                    </dgm:if>
                    <dgm:else name="CaseForPlacingNodeBelowDividerLTR">
                      <dgm:constrLst>
                        <dgm:constr type="w" for="ch" forName="ConnectorPoint" refType="h" refFor="ch" refForName="DropPinPlaceHolder" fact="0.18"/>
                        <dgm:constr type="h" for="ch" forName="ConnectorPoint" refType="h" refFor="ch" refForName="DropPinPlaceHolder" fact="0.18"/>
                        <dgm:constr type="ctrX" for="ch" forName="ConnectorPoint" refType="ctrX" refFor="ch" refForName="ConnectLine"/>
                        <dgm:constr type="ctrY" for="ch" forName="ConnectorPoint" refType="h" fact="0.5"/>
                        <dgm:constr type="w" for="ch" forName="DropPinPlaceHolder" refType="h" fact="0.13"/>
                        <dgm:constr type="h" for="ch" forName="DropPinPlaceHolder" refType="h" fact="0.13"/>
                        <dgm:constr type="b" for="ch" forName="DropPinPlaceHolder" refType="h"/>
                        <dgm:constr type="l" for="ch" forName="DropPinPlaceHolder" refType="w" fact="0"/>
                        <dgm:constr type="w" for="ch" forName="L2TextContainer" refType="w" fact="0.83"/>
                        <dgm:constr type="l" for="ch" forName="L2TextContainer" refType="r" refFor="ch" refForName="DropPinPlaceHolder"/>
                        <dgm:constr type="b" for="ch" forName="L2TextContainer" refType="t" refFor="ch" refForName="DropPinPlaceHolder"/>
                        <dgm:constr type="t" for="ch" forName="L2TextContainer" refType="h" fact="0.5"/>
                        <dgm:constr type="w" for="ch" forName="L1TextContainer" refType="w" fact="0.83"/>
                        <dgm:constr type="l" for="ch" forName="L1TextContainer" refType="r" refFor="ch" refForName="DropPinPlaceHolder"/>
                        <dgm:constr type="b" for="ch" forName="L1TextContainer" refType="b" refFor="ch" refForName="DropPinPlaceHolder"/>
                        <dgm:constr type="t" for="ch" forName="L1TextContainer" refType="t" refFor="ch" refForName="DropPinPlaceHolder"/>
                        <dgm:constr type="w" for="ch" forName="ConnectLine"/>
                        <dgm:constr type="ctrX" for="ch" forName="ConnectLine" refType="ctrX" refFor="ch" refForName="DropPinPlaceHolder"/>
                        <dgm:constr type="t" for="ch" forName="ConnectLine" refType="h" fact="0.5"/>
                        <dgm:constr type="b" for="ch" forName="ConnectLine" refType="t" refFor="ch" refForName="DropPinPlaceHolder"/>
                        <dgm:constr type="w" for="ch" forName="EmptyPlaceHolder" refType="w"/>
                        <dgm:constr type="h" for="ch" forName="EmptyPlaceHolder" refType="h" fact="0.5"/>
                        <dgm:constr type="t" for="ch" forName="EmptyPlaceHolder" refType="h" fact="0"/>
                      </dgm:constrLst>
                    </dgm:else>
                  </dgm:choose>
                </dgm:if>
                <dgm:else name="CaseForLayoutDirectionRTL">
                  <dgm:choose name="CaseForPlacingNodesAboveAndBelowDividerRTL">
                    <dgm:if name="CaseForPlacingNodeAboveDividerRTL" axis="self" ptType="node" func="posOdd" op="equ" val="1">
                      <dgm:constrLst>
                        <dgm:constr type="w" for="ch" forName="ConnectorPoint" refType="h" refFor="ch" refForName="DropPinPlaceHolder" fact="0.18"/>
                        <dgm:constr type="h" for="ch" forName="ConnectorPoint" refType="h" refFor="ch" refForName="DropPinPlaceHolder" fact="0.18"/>
                        <dgm:constr type="ctrX" for="ch" forName="ConnectorPoint" refType="ctrX" refFor="ch" refForName="DropPinPlaceHolder"/>
                        <dgm:constr type="ctrY" for="ch" forName="ConnectorPoint" refType="h" fact="0.5"/>
                        <dgm:constr type="w" for="ch" forName="DropPinPlaceHolder" refType="h" fact="0.13"/>
                        <dgm:constr type="h" for="ch" forName="DropPinPlaceHolder" refType="h" fact="0.13"/>
                        <dgm:constr type="t" for="ch" forName="DropPinPlaceHolder" refType="h" fact="0"/>
                        <dgm:constr type="l" for="ch" forName="DropPinPlaceHolder" refType="w" fact="0"/>
                        <dgm:constr type="w" for="ch" forName="L2TextContainer" refType="w" fact="0.83"/>
                        <dgm:constr type="l" for="ch" forName="L2TextContainer" refType="r" refFor="ch" refForName="DropPinPlaceHolder"/>
                        <dgm:constr type="t" for="ch" forName="L2TextContainer" refType="b" refFor="ch" refForName="DropPinPlaceHolder"/>
                        <dgm:constr type="b" for="ch" forName="L2TextContainer" refType="h" fact="0.5"/>
                        <dgm:constr type="w" for="ch" forName="L1TextContainer" refType="w" fact="0.83"/>
                        <dgm:constr type="l" for="ch" forName="L1TextContainer" refType="r" refFor="ch" refForName="DropPinPlaceHolder"/>
                        <dgm:constr type="b" for="ch" forName="L1TextContainer" refType="b" refFor="ch" refForName="DropPinPlaceHolder"/>
                        <dgm:constr type="t" for="ch" forName="L1TextContainer" refType="t" refFor="ch" refForName="DropPinPlaceHolder"/>
                        <dgm:constr type="w" for="ch" forName="ConnectLine"/>
                        <dgm:constr type="ctrX" for="ch" forName="ConnectLine" refType="ctrX" refFor="ch" refForName="DropPinPlaceHolder"/>
                        <dgm:constr type="b" for="ch" forName="ConnectLine" refType="h" fact="0.5"/>
                        <dgm:constr type="t" for="ch" forName="ConnectLine" refType="b" refFor="ch" refForName="DropPinPlaceHolder"/>
                        <dgm:constr type="w" for="ch" forName="EmptyPlaceHolder" refType="w"/>
                        <dgm:constr type="h" for="ch" forName="EmptyPlaceHolder" refType="h" fact="0.5"/>
                        <dgm:constr type="t" for="ch" forName="EmptyPlaceHolder" refType="h" fact="0.5"/>
                      </dgm:constrLst>
                    </dgm:if>
                    <dgm:else name="CaseForPlacingNodeBelowDividerRTL">
                      <dgm:constrLst>
                        <dgm:constr type="w" for="ch" forName="ConnectorPoint" refType="h" refFor="ch" refForName="DropPinPlaceHolder" fact="0.18"/>
                        <dgm:constr type="h" for="ch" forName="ConnectorPoint" refType="h" refFor="ch" refForName="DropPinPlaceHolder" fact="0.18"/>
                        <dgm:constr type="ctrX" for="ch" forName="ConnectorPoint" refType="ctrX" refFor="ch" refForName="DropPinPlaceHolder"/>
                        <dgm:constr type="ctrY" for="ch" forName="ConnectorPoint" refType="h" fact="0.5"/>
                        <dgm:constr type="w" for="ch" forName="DropPinPlaceHolder" refType="h" fact="0.13"/>
                        <dgm:constr type="h" for="ch" forName="DropPinPlaceHolder" refType="h" fact="0.13"/>
                        <dgm:constr type="b" for="ch" forName="DropPinPlaceHolder" refType="h"/>
                        <dgm:constr type="l" for="ch" forName="DropPinPlaceHolder" refType="w" fact="0"/>
                        <dgm:constr type="w" for="ch" forName="L2TextContainer" refType="w" fact="0.83"/>
                        <dgm:constr type="l" for="ch" forName="L2TextContainer" refType="r" refFor="ch" refForName="DropPinPlaceHolder"/>
                        <dgm:constr type="b" for="ch" forName="L2TextContainer" refType="t" refFor="ch" refForName="DropPinPlaceHolder"/>
                        <dgm:constr type="t" for="ch" forName="L2TextContainer" refType="h" fact="0.5"/>
                        <dgm:constr type="w" for="ch" forName="L1TextContainer" refType="w" fact="0.83"/>
                        <dgm:constr type="l" for="ch" forName="L1TextContainer" refType="r" refFor="ch" refForName="DropPinPlaceHolder"/>
                        <dgm:constr type="b" for="ch" forName="L1TextContainer" refType="b" refFor="ch" refForName="DropPinPlaceHolder"/>
                        <dgm:constr type="t" for="ch" forName="L1TextContainer" refType="t" refFor="ch" refForName="DropPinPlaceHolder"/>
                        <dgm:constr type="w" for="ch" forName="ConnectLine"/>
                        <dgm:constr type="ctrX" for="ch" forName="ConnectLine" refType="ctrX" refFor="ch" refForName="DropPinPlaceHolder"/>
                        <dgm:constr type="t" for="ch" forName="ConnectLine" refType="h" fact="0.5"/>
                        <dgm:constr type="b" for="ch" forName="ConnectLine" refType="t" refFor="ch" refForName="DropPinPlaceHolder"/>
                        <dgm:constr type="w" for="ch" forName="EmptyPlaceHolder" refType="w"/>
                        <dgm:constr type="h" for="ch" forName="EmptyPlaceHolder" refType="h" fact="0.5"/>
                        <dgm:constr type="t" for="ch" forName="EmptyPlaceHolder" refType="h" fact="0"/>
                      </dgm:constrLst>
                    </dgm:else>
                  </dgm:choose>
                </dgm:else>
              </dgm:choose>
              <dgm:layoutNode name="ConnectorPoint" styleLbl="lnNode1" moveWith="ConnectLine">
                <dgm:alg type="sp"/>
                <dgm:shape xmlns:r="http://schemas.openxmlformats.org/officeDocument/2006/relationships" type="ellipse" r:blip="" zOrderOff="10">
                  <dgm:adjLst/>
                  <dgm:extLst>
                    <a:ext uri="{B698B0E9-8C71-41B9-8309-B3DCBF30829C}">
                      <dgm1612:spPr xmlns:dgm1612="http://schemas.microsoft.com/office/drawing/2016/12/diagram">
                        <a:ln w="6350"/>
                      </dgm1612:spPr>
                    </a:ext>
                  </dgm:extLst>
                </dgm:shape>
                <dgm:presOf/>
                <dgm:constrLst>
                  <dgm:constr type="w" refType="h" op="equ"/>
                </dgm:constrLst>
              </dgm:layoutNode>
              <dgm:layoutNode name="DropPinPlaceHolder">
                <dgm:alg type="composite"/>
                <dgm:shape xmlns:r="http://schemas.openxmlformats.org/officeDocument/2006/relationships" r:blip="">
                  <dgm:adjLst/>
                </dgm:shape>
                <dgm:constrLst>
                  <dgm:constr type="w" for="ch" forName="DropPin" refType="w"/>
                  <dgm:constr type="h" for="ch" forName="DropPin" refType="h"/>
                  <dgm:constr type="ctrX" for="ch" forName="DropPin" refType="w" fact="0.5"/>
                  <dgm:constr type="ctrY" for="ch" forName="DropPin" refType="h" fact="0.5"/>
                  <dgm:constr type="w" for="ch" forName="Ellipse" refType="w" refFor="ch" refForName="DropPin" fact="0.55"/>
                  <dgm:constr type="h" for="ch" forName="Ellipse" refType="w" refFor="ch" refForName="DropPin" fact="0.55"/>
                  <dgm:constr type="ctrX" for="ch" forName="Ellipse" refType="ctrX" refFor="ch" refForName="DropPin"/>
                  <dgm:constr type="ctrY" for="ch" forName="Ellipse" refType="ctrY" refFor="ch" refForName="DropPin"/>
                </dgm:constrLst>
                <dgm:layoutNode name="DropPin" styleLbl="alignNode1">
                  <dgm:alg type="sp"/>
                  <dgm:choose name="CaseForPlacingTearDropAboveAndBelowDivider">
                    <dgm:if name="CaseForPlacingTearDropAboveDivider" axis="self" ptType="node" func="posOdd" op="equ" val="1">
                      <dgm:shape xmlns:r="http://schemas.openxmlformats.org/officeDocument/2006/relationships" rot="135" type="teardrop" r:blip="">
                        <dgm:adjLst>
                          <dgm:adj idx="1" val="1.15"/>
                        </dgm:adjLst>
                      </dgm:shape>
                    </dgm:if>
                    <dgm:else name="CaseForPlacingTearDropBelowDivider">
                      <dgm:shape xmlns:r="http://schemas.openxmlformats.org/officeDocument/2006/relationships" rot="-45" type="teardrop" r:blip="">
                        <dgm:adjLst>
                          <dgm:adj idx="1" val="1.15"/>
                        </dgm:adjLst>
                      </dgm:shape>
                    </dgm:else>
                  </dgm:choose>
                  <dgm:presOf/>
                  <dgm:constrLst/>
                </dgm:layoutNode>
                <dgm:layoutNode name="Ellipse" styleLbl="fgAcc1" moveWith="DropPin">
                  <dgm:alg type="sp"/>
                  <dgm:shape xmlns:r="http://schemas.openxmlformats.org/officeDocument/2006/relationships" type="ellipse" r:blip="">
                    <dgm:adjLst/>
                    <dgm:extLst>
                      <a:ext uri="{B698B0E9-8C71-41B9-8309-B3DCBF30829C}">
                        <dgm1612:spPr xmlns:dgm1612="http://schemas.microsoft.com/office/drawing/2016/12/diagram">
                          <a:ln>
                            <a:noFill/>
                          </a:ln>
                        </dgm1612:spPr>
                      </a:ext>
                    </dgm:extLst>
                  </dgm:shape>
                  <dgm:presOf/>
                  <dgm:constrLst/>
                </dgm:layoutNode>
              </dgm:layoutNode>
              <dgm:layoutNode name="L2TextContainer" styleLbl="revTx" moveWith="L1TextContainer">
                <dgm:varLst>
                  <dgm:bulletEnabled val="1"/>
                </dgm:varLst>
                <dgm:choose name="casesForTxtDirLogic">
                  <dgm:if name="Name77" axis="self" ptType="node" func="posOdd" op="equ" val="1">
                    <dgm:alg type="tx">
                      <dgm:param type="txAnchorVert" val="t"/>
                      <dgm:param type="parTxLTRAlign" val="l"/>
                      <dgm:param type="parTxRTLAlign" val="l"/>
                      <dgm:param type="txAnchorVertCh" val="t"/>
                      <dgm:param type="shpTxRTLAlignCh" val="l"/>
                      <dgm:param type="shpTxLTRAlignCh" val="l"/>
                    </dgm:alg>
                    <dgm:constrLst>
                      <dgm:constr type="lMarg"/>
                      <dgm:constr type="rMarg" refType="primFontSz" fact="0.5"/>
                      <dgm:constr type="tMarg" refType="primFontSz" fact="0.5"/>
                      <dgm:constr type="bMarg" refType="primFontSz" fact="0.75"/>
                    </dgm:constrLst>
                  </dgm:if>
                  <dgm:else name="Name88">
                    <dgm:alg type="tx">
                      <dgm:param type="txAnchorVert" val="b"/>
                      <dgm:param type="parTxLTRAlign" val="l"/>
                      <dgm:param type="parTxRTLAlign" val="l"/>
                      <dgm:param type="txAnchorVertCh" val="b"/>
                      <dgm:param type="shpTxRTLAlignCh" val="l"/>
                      <dgm:param type="shpTxLTRAlignCh" val="l"/>
                    </dgm:alg>
                    <dgm:constrLst>
                      <dgm:constr type="lMarg"/>
                      <dgm:constr type="rMarg"/>
                      <dgm:constr type="tMarg" refType="primFontSz" fact="0.75"/>
                      <dgm:constr type="bMarg" refType="primFontSz" fact="0.5"/>
                    </dgm:constrLst>
                  </dgm:else>
                </dgm:choose>
                <dgm:shape xmlns:r="http://schemas.openxmlformats.org/officeDocument/2006/relationships" type="rect" r:blip="">
                  <dgm:adjLst/>
                </dgm:shape>
                <dgm:presOf axis="des" ptType="node"/>
                <dgm:ruleLst>
                  <dgm:rule type="primFontSz" val="11" fact="NaN" max="NaN"/>
                </dgm:ruleLst>
              </dgm:layoutNode>
              <dgm:layoutNode name="L1TextContainer" styleLbl="revTx">
                <dgm:varLst>
                  <dgm:chMax val="1"/>
                  <dgm:chPref val="1"/>
                  <dgm:bulletEnabled val="1"/>
                </dgm:varLst>
                <dgm:alg type="tx">
                  <dgm:param type="txAnchorVert" val="mid"/>
                  <dgm:param type="parTxLTRAlign" val="l"/>
                  <dgm:param type="parTxRTLAlign" val="l"/>
                </dgm:alg>
                <dgm:shape xmlns:r="http://schemas.openxmlformats.org/officeDocument/2006/relationships" type="rect" r:blip="">
                  <dgm:adjLst/>
                </dgm:shape>
                <dgm:presOf axis="self"/>
                <dgm:constrLst>
                  <dgm:constr type="lMarg"/>
                  <dgm:constr type="rMarg" refType="primFontSz" fact="0.5"/>
                  <dgm:constr type="tMarg"/>
                  <dgm:constr type="bMarg"/>
                </dgm:constrLst>
                <dgm:ruleLst>
                  <dgm:rule type="primFontSz" val="13" fact="NaN" max="NaN"/>
                </dgm:ruleLst>
              </dgm:layoutNode>
              <dgm:layoutNode name="ConnectLine" styleLbl="sibTrans1D1">
                <dgm:alg type="sp"/>
                <dgm:shape xmlns:r="http://schemas.openxmlformats.org/officeDocument/2006/relationships" type="line" r:blip="">
                  <dgm:adjLst/>
                  <dgm:extLst>
                    <a:ext uri="{B698B0E9-8C71-41B9-8309-B3DCBF30829C}">
                      <dgm1612:spPr xmlns:dgm1612="http://schemas.microsoft.com/office/drawing/2016/12/diagram">
                        <a:ln w="12700">
                          <a:prstDash val="dash"/>
                        </a:ln>
                      </dgm1612:spPr>
                    </a:ext>
                  </dgm:extLst>
                </dgm:shape>
                <dgm:presOf/>
                <dgm:constrLst/>
              </dgm:layoutNode>
              <dgm:layoutNode name="EmptyPlaceHolder">
                <dgm:alg type="sp"/>
                <dgm:shape xmlns:r="http://schemas.openxmlformats.org/officeDocument/2006/relationships" r:blip="">
                  <dgm:adjLst/>
                </dgm:shape>
                <dgm:presOf/>
                <dgm:constrLst/>
              </dgm:layoutNode>
            </dgm:layoutNode>
            <dgm:forEach name="Name28" axis="followSib" ptType="sibTrans" cnt="1">
              <dgm:layoutNode name="spaceBetweenRectangles">
                <dgm:alg type="sp"/>
                <dgm:shape xmlns:r="http://schemas.openxmlformats.org/officeDocument/2006/relationships" r:blip="">
                  <dgm:adjLst/>
                </dgm:shape>
                <dgm:presOf/>
                <dgm:constrLst/>
                <dgm:ruleLst/>
              </dgm:layoutNode>
            </dgm:forEach>
          </dgm:forEach>
        </dgm:else>
      </dgm:choose>
    </dgm:layoutNode>
  </dgm:layoutNode>
  <dgm:extLst>
    <a:ext uri="{68A01E43-0DF5-4B5B-8FA6-DAF915123BFB}">
      <dgm1612:lstStyle xmlns:dgm1612="http://schemas.microsoft.com/office/drawing/2016/12/diagram">
        <a:lvl1pPr>
          <a:defRPr b="1"/>
        </a:lvl1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5.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EAF03AE-1CC2-475F-B909-50970E9699A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0B63C45E-73BA-4C86-A24F-A5006B4E7BA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37A4CE-17BB-4BB2-AC7B-97495293E2AC}" type="datetimeFigureOut">
              <a:rPr lang="en-US" smtClean="0"/>
              <a:t>3/26/2026</a:t>
            </a:fld>
            <a:endParaRPr lang="en-US" dirty="0"/>
          </a:p>
        </p:txBody>
      </p:sp>
      <p:sp>
        <p:nvSpPr>
          <p:cNvPr id="4" name="Footer Placeholder 3">
            <a:extLst>
              <a:ext uri="{FF2B5EF4-FFF2-40B4-BE49-F238E27FC236}">
                <a16:creationId xmlns:a16="http://schemas.microsoft.com/office/drawing/2014/main" id="{D71DB874-DF6A-4AFA-8055-4AD7EE4CE3A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7677078F-04CB-4625-B536-5BCAA2EC6CAD}"/>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E0EF92D-82DD-4142-BCE8-036B91487D2E}" type="slidenum">
              <a:rPr lang="en-US" smtClean="0"/>
              <a:t>‹#›</a:t>
            </a:fld>
            <a:endParaRPr lang="en-US" dirty="0"/>
          </a:p>
        </p:txBody>
      </p:sp>
    </p:spTree>
    <p:extLst>
      <p:ext uri="{BB962C8B-B14F-4D97-AF65-F5344CB8AC3E}">
        <p14:creationId xmlns:p14="http://schemas.microsoft.com/office/powerpoint/2010/main" val="75707088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C86C8F5-2FDA-4718-81AA-24F4816BBD56}" type="datetimeFigureOut">
              <a:rPr lang="en-US" smtClean="0"/>
              <a:t>3/26/2026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58EC616-C518-4358-9496-6C33B2F5FA56}" type="slidenum">
              <a:rPr lang="en-US" smtClean="0"/>
              <a:t>‹#›</a:t>
            </a:fld>
            <a:endParaRPr lang="en-US" dirty="0"/>
          </a:p>
        </p:txBody>
      </p:sp>
    </p:spTree>
    <p:extLst>
      <p:ext uri="{BB962C8B-B14F-4D97-AF65-F5344CB8AC3E}">
        <p14:creationId xmlns:p14="http://schemas.microsoft.com/office/powerpoint/2010/main" val="17323220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33841682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23412854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4557111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11418983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26177911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1308495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168753331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9256140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397435319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168751494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85505350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278565017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380172290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304222488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206147911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67570293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298386015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370989849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25812638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423088064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368011840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7.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 Id="rId5" Type="http://schemas.openxmlformats.org/officeDocument/2006/relationships/image" Target="../media/image12.svg"/><Relationship Id="rId4" Type="http://schemas.openxmlformats.org/officeDocument/2006/relationships/image" Target="../media/image11.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slideMaster" Target="../slideMasters/slideMaster1.xml"/><Relationship Id="rId5" Type="http://schemas.openxmlformats.org/officeDocument/2006/relationships/image" Target="../media/image2.svg"/><Relationship Id="rId4" Type="http://schemas.openxmlformats.org/officeDocument/2006/relationships/image" Target="../media/image1.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10.svg"/><Relationship Id="rId4" Type="http://schemas.openxmlformats.org/officeDocument/2006/relationships/image" Target="../media/image9.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91A476F7-D5C8-1CEC-9F4A-86A24C0BF39F}"/>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25455" t="5126"/>
          <a:stretch/>
        </p:blipFill>
        <p:spPr>
          <a:xfrm>
            <a:off x="0" y="0"/>
            <a:ext cx="5423337" cy="5356522"/>
          </a:xfrm>
          <a:prstGeom prst="rect">
            <a:avLst/>
          </a:prstGeom>
        </p:spPr>
      </p:pic>
      <p:pic>
        <p:nvPicPr>
          <p:cNvPr id="3" name="Graphic 2">
            <a:extLst>
              <a:ext uri="{FF2B5EF4-FFF2-40B4-BE49-F238E27FC236}">
                <a16:creationId xmlns:a16="http://schemas.microsoft.com/office/drawing/2014/main" id="{D0CBB0B7-F53E-97B4-C0F5-2D1842F1D237}"/>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6214735" y="726953"/>
            <a:ext cx="3069021" cy="2381688"/>
          </a:xfrm>
          <a:prstGeom prst="rect">
            <a:avLst/>
          </a:prstGeom>
        </p:spPr>
      </p:pic>
      <p:sp>
        <p:nvSpPr>
          <p:cNvPr id="4" name="Rectangle 3">
            <a:extLst>
              <a:ext uri="{FF2B5EF4-FFF2-40B4-BE49-F238E27FC236}">
                <a16:creationId xmlns:a16="http://schemas.microsoft.com/office/drawing/2014/main" id="{EABE1252-9BC4-8186-499A-2A7107C2945E}"/>
              </a:ext>
              <a:ext uri="{C183D7F6-B498-43B3-948B-1728B52AA6E4}">
                <adec:decorative xmlns:adec="http://schemas.microsoft.com/office/drawing/2017/decorative" val="1"/>
              </a:ext>
            </a:extLst>
          </p:cNvPr>
          <p:cNvSpPr/>
          <p:nvPr userDrawn="1"/>
        </p:nvSpPr>
        <p:spPr>
          <a:xfrm>
            <a:off x="7315203" y="0"/>
            <a:ext cx="2045247" cy="68580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itle 6">
            <a:extLst>
              <a:ext uri="{FF2B5EF4-FFF2-40B4-BE49-F238E27FC236}">
                <a16:creationId xmlns:a16="http://schemas.microsoft.com/office/drawing/2014/main" id="{544ACCFF-64A9-40AA-93F9-86E3CE016187}"/>
              </a:ext>
            </a:extLst>
          </p:cNvPr>
          <p:cNvSpPr>
            <a:spLocks noGrp="1"/>
          </p:cNvSpPr>
          <p:nvPr>
            <p:ph type="title" hasCustomPrompt="1"/>
          </p:nvPr>
        </p:nvSpPr>
        <p:spPr>
          <a:xfrm>
            <a:off x="768096" y="667512"/>
            <a:ext cx="5916168" cy="4873752"/>
          </a:xfrm>
          <a:prstGeom prst="rect">
            <a:avLst/>
          </a:prstGeom>
        </p:spPr>
        <p:txBody>
          <a:bodyPr anchor="b"/>
          <a:lstStyle>
            <a:lvl1pPr>
              <a:lnSpc>
                <a:spcPct val="100000"/>
              </a:lnSpc>
              <a:defRPr sz="5000" cap="all" spc="200" baseline="0"/>
            </a:lvl1pPr>
          </a:lstStyle>
          <a:p>
            <a:r>
              <a:rPr lang="en-US" dirty="0"/>
              <a:t>Click to add title</a:t>
            </a:r>
          </a:p>
        </p:txBody>
      </p:sp>
      <p:sp>
        <p:nvSpPr>
          <p:cNvPr id="9" name="Text Placeholder 8">
            <a:extLst>
              <a:ext uri="{FF2B5EF4-FFF2-40B4-BE49-F238E27FC236}">
                <a16:creationId xmlns:a16="http://schemas.microsoft.com/office/drawing/2014/main" id="{AD785D0F-160C-4A31-93B3-F251B0730757}"/>
              </a:ext>
            </a:extLst>
          </p:cNvPr>
          <p:cNvSpPr>
            <a:spLocks noGrp="1"/>
          </p:cNvSpPr>
          <p:nvPr>
            <p:ph type="body" sz="quarter" idx="10" hasCustomPrompt="1"/>
          </p:nvPr>
        </p:nvSpPr>
        <p:spPr>
          <a:xfrm>
            <a:off x="768096" y="5568696"/>
            <a:ext cx="5276088" cy="859536"/>
          </a:xfrm>
          <a:prstGeom prst="rect">
            <a:avLst/>
          </a:prstGeom>
        </p:spPr>
        <p:txBody>
          <a:bodyPr anchor="t"/>
          <a:lstStyle>
            <a:lvl1pPr marL="0" indent="0">
              <a:buNone/>
              <a:defRPr sz="2000" b="0" i="0" spc="200" baseline="0">
                <a:solidFill>
                  <a:schemeClr val="accent4"/>
                </a:solidFill>
              </a:defRPr>
            </a:lvl1pPr>
          </a:lstStyle>
          <a:p>
            <a:pPr lvl="0"/>
            <a:r>
              <a:rPr lang="en-US" dirty="0"/>
              <a:t>Click to add name</a:t>
            </a:r>
          </a:p>
        </p:txBody>
      </p:sp>
      <p:sp>
        <p:nvSpPr>
          <p:cNvPr id="11" name="Picture Placeholder 10">
            <a:extLst>
              <a:ext uri="{FF2B5EF4-FFF2-40B4-BE49-F238E27FC236}">
                <a16:creationId xmlns:a16="http://schemas.microsoft.com/office/drawing/2014/main" id="{31CCC134-2698-41E9-A225-76300EF59E5D}"/>
              </a:ext>
            </a:extLst>
          </p:cNvPr>
          <p:cNvSpPr>
            <a:spLocks noGrp="1"/>
          </p:cNvSpPr>
          <p:nvPr>
            <p:ph type="pic" sz="quarter" idx="11" hasCustomPrompt="1"/>
          </p:nvPr>
        </p:nvSpPr>
        <p:spPr>
          <a:xfrm>
            <a:off x="7754112" y="947737"/>
            <a:ext cx="4048124" cy="4962525"/>
          </a:xfrm>
          <a:prstGeom prst="rect">
            <a:avLst/>
          </a:prstGeom>
        </p:spPr>
        <p:txBody>
          <a:bodyPr/>
          <a:lstStyle>
            <a:lvl1pPr marL="0" indent="0" algn="ctr">
              <a:buNone/>
              <a:defRPr spc="400" baseline="0"/>
            </a:lvl1pPr>
          </a:lstStyle>
          <a:p>
            <a:r>
              <a:rPr lang="en-US" dirty="0"/>
              <a:t>Click to add photo</a:t>
            </a:r>
          </a:p>
        </p:txBody>
      </p:sp>
    </p:spTree>
    <p:extLst>
      <p:ext uri="{BB962C8B-B14F-4D97-AF65-F5344CB8AC3E}">
        <p14:creationId xmlns:p14="http://schemas.microsoft.com/office/powerpoint/2010/main" val="27797085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FED2A3BD-B73E-1BD7-6B8B-22C9FB124839}"/>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1" r="27085" b="-104"/>
          <a:stretch/>
        </p:blipFill>
        <p:spPr>
          <a:xfrm rot="10800000">
            <a:off x="0" y="671161"/>
            <a:ext cx="3089740" cy="4876799"/>
          </a:xfrm>
          <a:prstGeom prst="rect">
            <a:avLst/>
          </a:prstGeom>
        </p:spPr>
      </p:pic>
      <p:sp>
        <p:nvSpPr>
          <p:cNvPr id="8" name="Rectangle 7">
            <a:extLst>
              <a:ext uri="{FF2B5EF4-FFF2-40B4-BE49-F238E27FC236}">
                <a16:creationId xmlns:a16="http://schemas.microsoft.com/office/drawing/2014/main" id="{0B3FCFB4-857F-ED0B-D469-F2A392F06BE2}"/>
              </a:ext>
              <a:ext uri="{C183D7F6-B498-43B3-948B-1728B52AA6E4}">
                <adec:decorative xmlns:adec="http://schemas.microsoft.com/office/drawing/2017/decorative" val="1"/>
              </a:ext>
            </a:extLst>
          </p:cNvPr>
          <p:cNvSpPr/>
          <p:nvPr userDrawn="1"/>
        </p:nvSpPr>
        <p:spPr>
          <a:xfrm>
            <a:off x="10142482" y="0"/>
            <a:ext cx="2049517" cy="68580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0E0604BC-34A9-95A0-8560-88E7547176F4}"/>
              </a:ext>
              <a:ext uri="{C183D7F6-B498-43B3-948B-1728B52AA6E4}">
                <adec:decorative xmlns:adec="http://schemas.microsoft.com/office/drawing/2017/decorative" val="1"/>
              </a:ext>
            </a:extLst>
          </p:cNvPr>
          <p:cNvSpPr/>
          <p:nvPr userDrawn="1"/>
        </p:nvSpPr>
        <p:spPr>
          <a:xfrm flipH="1">
            <a:off x="9911255" y="0"/>
            <a:ext cx="45719" cy="6858000"/>
          </a:xfrm>
          <a:prstGeom prst="rect">
            <a:avLst/>
          </a:prstGeom>
          <a:solidFill>
            <a:schemeClr val="accent6">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Graphic 9">
            <a:extLst>
              <a:ext uri="{FF2B5EF4-FFF2-40B4-BE49-F238E27FC236}">
                <a16:creationId xmlns:a16="http://schemas.microsoft.com/office/drawing/2014/main" id="{FF2F08ED-0715-2E8A-476E-A005A7D75B50}"/>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rot="5400000">
            <a:off x="9013145" y="4934929"/>
            <a:ext cx="1841938" cy="968936"/>
          </a:xfrm>
          <a:prstGeom prst="rect">
            <a:avLst/>
          </a:prstGeom>
        </p:spPr>
      </p:pic>
      <p:sp>
        <p:nvSpPr>
          <p:cNvPr id="2" name="Title 1">
            <a:extLst>
              <a:ext uri="{FF2B5EF4-FFF2-40B4-BE49-F238E27FC236}">
                <a16:creationId xmlns:a16="http://schemas.microsoft.com/office/drawing/2014/main" id="{F657BD59-35CC-9BB3-8621-6FA3356F81AA}"/>
              </a:ext>
            </a:extLst>
          </p:cNvPr>
          <p:cNvSpPr>
            <a:spLocks noGrp="1"/>
          </p:cNvSpPr>
          <p:nvPr>
            <p:ph type="title"/>
          </p:nvPr>
        </p:nvSpPr>
        <p:spPr>
          <a:xfrm>
            <a:off x="768096" y="667512"/>
            <a:ext cx="3291840" cy="5513832"/>
          </a:xfrm>
          <a:solidFill>
            <a:schemeClr val="bg1">
              <a:lumMod val="95000"/>
            </a:schemeClr>
          </a:solidFill>
        </p:spPr>
        <p:txBody>
          <a:bodyPr/>
          <a:lstStyle/>
          <a:p>
            <a:r>
              <a:rPr lang="en-US"/>
              <a:t>Click to edit Master title style</a:t>
            </a:r>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p:nvPr>
        </p:nvSpPr>
        <p:spPr>
          <a:xfrm>
            <a:off x="5239512" y="667512"/>
            <a:ext cx="4105656" cy="5568696"/>
          </a:xfrm>
          <a:solidFill>
            <a:schemeClr val="bg1">
              <a:lumMod val="95000"/>
            </a:schemeClr>
          </a:solidFill>
        </p:spPr>
        <p:txBody>
          <a:bodyPr anchor="ctr" anchorCtr="0"/>
          <a:lstStyle>
            <a:lvl1pPr>
              <a:lnSpc>
                <a:spcPct val="150000"/>
              </a:lnSpc>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r>
              <a:rPr lang="en-US" dirty="0"/>
              <a:t>20XX</a:t>
            </a:r>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13619318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ubtitle, and image lef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6248277F-DB00-5149-6533-E8AEF0BAD4D5}"/>
              </a:ext>
              <a:ext uri="{C183D7F6-B498-43B3-948B-1728B52AA6E4}">
                <adec:decorative xmlns:adec="http://schemas.microsoft.com/office/drawing/2017/decorative" val="1"/>
              </a:ext>
            </a:extLst>
          </p:cNvPr>
          <p:cNvSpPr/>
          <p:nvPr userDrawn="1"/>
        </p:nvSpPr>
        <p:spPr>
          <a:xfrm>
            <a:off x="3573518" y="0"/>
            <a:ext cx="1334321" cy="68580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Graphic 5">
            <a:extLst>
              <a:ext uri="{FF2B5EF4-FFF2-40B4-BE49-F238E27FC236}">
                <a16:creationId xmlns:a16="http://schemas.microsoft.com/office/drawing/2014/main" id="{8067A69A-84EE-0E71-D053-F462EBCC8E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063520" y="655677"/>
            <a:ext cx="2438400" cy="2070100"/>
          </a:xfrm>
          <a:prstGeom prst="rect">
            <a:avLst/>
          </a:prstGeom>
        </p:spPr>
      </p:pic>
      <p:sp>
        <p:nvSpPr>
          <p:cNvPr id="7" name="Title 6">
            <a:extLst>
              <a:ext uri="{FF2B5EF4-FFF2-40B4-BE49-F238E27FC236}">
                <a16:creationId xmlns:a16="http://schemas.microsoft.com/office/drawing/2014/main" id="{544ACCFF-64A9-40AA-93F9-86E3CE016187}"/>
              </a:ext>
            </a:extLst>
          </p:cNvPr>
          <p:cNvSpPr>
            <a:spLocks noGrp="1"/>
          </p:cNvSpPr>
          <p:nvPr>
            <p:ph type="title" hasCustomPrompt="1"/>
          </p:nvPr>
        </p:nvSpPr>
        <p:spPr>
          <a:xfrm>
            <a:off x="6099048" y="658368"/>
            <a:ext cx="5486400" cy="3621024"/>
          </a:xfrm>
          <a:prstGeom prst="rect">
            <a:avLst/>
          </a:prstGeom>
          <a:solidFill>
            <a:schemeClr val="bg1">
              <a:lumMod val="95000"/>
            </a:schemeClr>
          </a:solidFill>
        </p:spPr>
        <p:txBody>
          <a:bodyPr anchor="b"/>
          <a:lstStyle>
            <a:lvl1pPr>
              <a:lnSpc>
                <a:spcPct val="90000"/>
              </a:lnSpc>
              <a:defRPr sz="4800" cap="all" spc="0" baseline="0"/>
            </a:lvl1pPr>
          </a:lstStyle>
          <a:p>
            <a:r>
              <a:rPr lang="en-US" dirty="0"/>
              <a:t>Click to add title</a:t>
            </a:r>
          </a:p>
        </p:txBody>
      </p:sp>
      <p:sp>
        <p:nvSpPr>
          <p:cNvPr id="11" name="Picture Placeholder 10">
            <a:extLst>
              <a:ext uri="{FF2B5EF4-FFF2-40B4-BE49-F238E27FC236}">
                <a16:creationId xmlns:a16="http://schemas.microsoft.com/office/drawing/2014/main" id="{31CCC134-2698-41E9-A225-76300EF59E5D}"/>
              </a:ext>
            </a:extLst>
          </p:cNvPr>
          <p:cNvSpPr>
            <a:spLocks noGrp="1"/>
          </p:cNvSpPr>
          <p:nvPr>
            <p:ph type="pic" sz="quarter" idx="11" hasCustomPrompt="1"/>
          </p:nvPr>
        </p:nvSpPr>
        <p:spPr>
          <a:xfrm>
            <a:off x="630936" y="576072"/>
            <a:ext cx="4023360" cy="5495544"/>
          </a:xfrm>
          <a:prstGeom prst="rect">
            <a:avLst/>
          </a:prstGeom>
        </p:spPr>
        <p:txBody>
          <a:bodyPr/>
          <a:lstStyle>
            <a:lvl1pPr marL="0" indent="0" algn="ctr">
              <a:buNone/>
              <a:defRPr spc="400" baseline="0"/>
            </a:lvl1pPr>
          </a:lstStyle>
          <a:p>
            <a:r>
              <a:rPr lang="en-US" dirty="0"/>
              <a:t>Click to add photo</a:t>
            </a:r>
          </a:p>
        </p:txBody>
      </p:sp>
      <p:sp>
        <p:nvSpPr>
          <p:cNvPr id="9" name="Text Placeholder 8">
            <a:extLst>
              <a:ext uri="{FF2B5EF4-FFF2-40B4-BE49-F238E27FC236}">
                <a16:creationId xmlns:a16="http://schemas.microsoft.com/office/drawing/2014/main" id="{AD785D0F-160C-4A31-93B3-F251B0730757}"/>
              </a:ext>
            </a:extLst>
          </p:cNvPr>
          <p:cNvSpPr>
            <a:spLocks noGrp="1"/>
          </p:cNvSpPr>
          <p:nvPr>
            <p:ph type="body" sz="quarter" idx="10" hasCustomPrompt="1"/>
          </p:nvPr>
        </p:nvSpPr>
        <p:spPr>
          <a:xfrm>
            <a:off x="6099048" y="4553712"/>
            <a:ext cx="5486400" cy="1005840"/>
          </a:xfrm>
          <a:prstGeom prst="rect">
            <a:avLst/>
          </a:prstGeom>
          <a:solidFill>
            <a:schemeClr val="bg1">
              <a:lumMod val="95000"/>
            </a:schemeClr>
          </a:solidFill>
        </p:spPr>
        <p:txBody>
          <a:bodyPr anchor="t">
            <a:normAutofit/>
          </a:bodyPr>
          <a:lstStyle>
            <a:lvl1pPr marL="0" indent="0">
              <a:buNone/>
              <a:defRPr sz="2400" b="0" i="0" spc="0" baseline="0">
                <a:solidFill>
                  <a:schemeClr val="accent4"/>
                </a:solidFill>
              </a:defRPr>
            </a:lvl1pPr>
          </a:lstStyle>
          <a:p>
            <a:pPr lvl="0"/>
            <a:r>
              <a:rPr lang="en-US" dirty="0"/>
              <a:t>Click to add name</a:t>
            </a:r>
          </a:p>
        </p:txBody>
      </p:sp>
    </p:spTree>
    <p:extLst>
      <p:ext uri="{BB962C8B-B14F-4D97-AF65-F5344CB8AC3E}">
        <p14:creationId xmlns:p14="http://schemas.microsoft.com/office/powerpoint/2010/main" val="34513317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E17B23C3-2F98-4465-21EA-A49296DA1F66}"/>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1" r="27085" b="-104"/>
          <a:stretch/>
        </p:blipFill>
        <p:spPr>
          <a:xfrm rot="5400000">
            <a:off x="7746274" y="2898378"/>
            <a:ext cx="3089740" cy="4876799"/>
          </a:xfrm>
          <a:prstGeom prst="rect">
            <a:avLst/>
          </a:prstGeom>
        </p:spPr>
      </p:pic>
      <p:sp>
        <p:nvSpPr>
          <p:cNvPr id="8" name="Rectangle 7">
            <a:extLst>
              <a:ext uri="{FF2B5EF4-FFF2-40B4-BE49-F238E27FC236}">
                <a16:creationId xmlns:a16="http://schemas.microsoft.com/office/drawing/2014/main" id="{3397A4D6-9D7A-63FE-63C9-A585FFE05579}"/>
              </a:ext>
              <a:ext uri="{C183D7F6-B498-43B3-948B-1728B52AA6E4}">
                <adec:decorative xmlns:adec="http://schemas.microsoft.com/office/drawing/2017/decorative" val="1"/>
              </a:ext>
            </a:extLst>
          </p:cNvPr>
          <p:cNvSpPr/>
          <p:nvPr userDrawn="1"/>
        </p:nvSpPr>
        <p:spPr>
          <a:xfrm>
            <a:off x="0" y="4383"/>
            <a:ext cx="12192000" cy="1524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657BD59-35CC-9BB3-8621-6FA3356F81AA}"/>
              </a:ext>
            </a:extLst>
          </p:cNvPr>
          <p:cNvSpPr>
            <a:spLocks noGrp="1"/>
          </p:cNvSpPr>
          <p:nvPr>
            <p:ph type="title"/>
          </p:nvPr>
        </p:nvSpPr>
        <p:spPr>
          <a:xfrm>
            <a:off x="777240" y="365760"/>
            <a:ext cx="10149840" cy="1545336"/>
          </a:xfrm>
          <a:solidFill>
            <a:schemeClr val="bg1">
              <a:lumMod val="95000"/>
            </a:schemeClr>
          </a:solidFill>
        </p:spPr>
        <p:txBody>
          <a:bodyPr/>
          <a:lstStyle>
            <a:lvl1pPr>
              <a:defRPr baseline="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p:nvPr>
        </p:nvSpPr>
        <p:spPr>
          <a:xfrm>
            <a:off x="777240" y="2093976"/>
            <a:ext cx="4370832" cy="3776472"/>
          </a:xfrm>
          <a:solidFill>
            <a:schemeClr val="bg1">
              <a:lumMod val="95000"/>
            </a:schemeClr>
          </a:solidFill>
        </p:spPr>
        <p:txBody>
          <a:bodyPr rIns="45720" anchor="t" anchorCtr="0">
            <a:normAutofit/>
          </a:bodyPr>
          <a:lstStyle>
            <a:lvl1pPr>
              <a:spcAft>
                <a:spcPts val="1800"/>
              </a:spcAft>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2">
            <a:extLst>
              <a:ext uri="{FF2B5EF4-FFF2-40B4-BE49-F238E27FC236}">
                <a16:creationId xmlns:a16="http://schemas.microsoft.com/office/drawing/2014/main" id="{33A182AF-83EB-0BA6-3ADD-B49BDD9E37ED}"/>
              </a:ext>
            </a:extLst>
          </p:cNvPr>
          <p:cNvSpPr>
            <a:spLocks noGrp="1"/>
          </p:cNvSpPr>
          <p:nvPr>
            <p:ph idx="13"/>
          </p:nvPr>
        </p:nvSpPr>
        <p:spPr>
          <a:xfrm>
            <a:off x="6099048" y="2112264"/>
            <a:ext cx="4370832" cy="3776472"/>
          </a:xfrm>
          <a:noFill/>
        </p:spPr>
        <p:txBody>
          <a:bodyPr anchor="t" anchorCtr="0">
            <a:normAutofit/>
          </a:bodyPr>
          <a:lstStyle>
            <a:lvl1pPr>
              <a:spcAft>
                <a:spcPts val="1800"/>
              </a:spcAft>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r>
              <a:rPr lang="en-US" dirty="0"/>
              <a:t>20XX</a:t>
            </a:r>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30637861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content, and image righ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E7C8AFE-E640-9C6A-F20C-CDE1D4EF5745}"/>
              </a:ext>
              <a:ext uri="{C183D7F6-B498-43B3-948B-1728B52AA6E4}">
                <adec:decorative xmlns:adec="http://schemas.microsoft.com/office/drawing/2017/decorative" val="1"/>
              </a:ext>
            </a:extLst>
          </p:cNvPr>
          <p:cNvSpPr/>
          <p:nvPr userDrawn="1"/>
        </p:nvSpPr>
        <p:spPr>
          <a:xfrm>
            <a:off x="9627476" y="0"/>
            <a:ext cx="1334321" cy="68580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Graphic 2">
            <a:extLst>
              <a:ext uri="{FF2B5EF4-FFF2-40B4-BE49-F238E27FC236}">
                <a16:creationId xmlns:a16="http://schemas.microsoft.com/office/drawing/2014/main" id="{31CF2607-B5C7-9992-C51D-DD5E7FC5FB3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279827" y="3157140"/>
            <a:ext cx="2438400" cy="2070100"/>
          </a:xfrm>
          <a:prstGeom prst="rect">
            <a:avLst/>
          </a:prstGeom>
        </p:spPr>
      </p:pic>
      <p:pic>
        <p:nvPicPr>
          <p:cNvPr id="4" name="Graphic 3">
            <a:extLst>
              <a:ext uri="{FF2B5EF4-FFF2-40B4-BE49-F238E27FC236}">
                <a16:creationId xmlns:a16="http://schemas.microsoft.com/office/drawing/2014/main" id="{6D2F83CD-8345-462A-4412-5A54CB1FDDE3}"/>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l="28916"/>
          <a:stretch/>
        </p:blipFill>
        <p:spPr>
          <a:xfrm>
            <a:off x="0" y="3950466"/>
            <a:ext cx="3005804" cy="2224362"/>
          </a:xfrm>
          <a:prstGeom prst="rect">
            <a:avLst/>
          </a:prstGeom>
        </p:spPr>
      </p:pic>
      <p:sp>
        <p:nvSpPr>
          <p:cNvPr id="7" name="Title 6">
            <a:extLst>
              <a:ext uri="{FF2B5EF4-FFF2-40B4-BE49-F238E27FC236}">
                <a16:creationId xmlns:a16="http://schemas.microsoft.com/office/drawing/2014/main" id="{544ACCFF-64A9-40AA-93F9-86E3CE016187}"/>
              </a:ext>
            </a:extLst>
          </p:cNvPr>
          <p:cNvSpPr>
            <a:spLocks noGrp="1"/>
          </p:cNvSpPr>
          <p:nvPr>
            <p:ph type="title" hasCustomPrompt="1"/>
          </p:nvPr>
        </p:nvSpPr>
        <p:spPr>
          <a:xfrm>
            <a:off x="768096" y="685800"/>
            <a:ext cx="5486400" cy="3383280"/>
          </a:xfrm>
          <a:prstGeom prst="rect">
            <a:avLst/>
          </a:prstGeom>
          <a:solidFill>
            <a:schemeClr val="bg1">
              <a:lumMod val="95000"/>
            </a:schemeClr>
          </a:solidFill>
        </p:spPr>
        <p:txBody>
          <a:bodyPr anchor="b"/>
          <a:lstStyle>
            <a:lvl1pPr>
              <a:lnSpc>
                <a:spcPct val="90000"/>
              </a:lnSpc>
              <a:defRPr sz="4800" cap="all" spc="0" baseline="0"/>
            </a:lvl1pPr>
          </a:lstStyle>
          <a:p>
            <a:r>
              <a:rPr lang="en-US" dirty="0"/>
              <a:t>Click to add title</a:t>
            </a:r>
          </a:p>
        </p:txBody>
      </p:sp>
      <p:sp>
        <p:nvSpPr>
          <p:cNvPr id="9" name="Text Placeholder 8">
            <a:extLst>
              <a:ext uri="{FF2B5EF4-FFF2-40B4-BE49-F238E27FC236}">
                <a16:creationId xmlns:a16="http://schemas.microsoft.com/office/drawing/2014/main" id="{AD785D0F-160C-4A31-93B3-F251B0730757}"/>
              </a:ext>
            </a:extLst>
          </p:cNvPr>
          <p:cNvSpPr>
            <a:spLocks noGrp="1"/>
          </p:cNvSpPr>
          <p:nvPr>
            <p:ph type="body" sz="quarter" idx="10" hasCustomPrompt="1"/>
          </p:nvPr>
        </p:nvSpPr>
        <p:spPr>
          <a:xfrm>
            <a:off x="768096" y="4343400"/>
            <a:ext cx="5486400" cy="1005840"/>
          </a:xfrm>
          <a:prstGeom prst="rect">
            <a:avLst/>
          </a:prstGeom>
          <a:solidFill>
            <a:schemeClr val="tx1">
              <a:alpha val="5000"/>
            </a:schemeClr>
          </a:solidFill>
        </p:spPr>
        <p:txBody>
          <a:bodyPr anchor="t">
            <a:normAutofit/>
          </a:bodyPr>
          <a:lstStyle>
            <a:lvl1pPr marL="0" indent="0">
              <a:buNone/>
              <a:defRPr sz="2400" b="0" i="0" spc="0" baseline="0">
                <a:solidFill>
                  <a:schemeClr val="accent4"/>
                </a:solidFill>
              </a:defRPr>
            </a:lvl1pPr>
          </a:lstStyle>
          <a:p>
            <a:pPr lvl="0"/>
            <a:r>
              <a:rPr lang="en-US" dirty="0"/>
              <a:t>Click to add name</a:t>
            </a:r>
          </a:p>
        </p:txBody>
      </p:sp>
      <p:sp>
        <p:nvSpPr>
          <p:cNvPr id="11" name="Picture Placeholder 10">
            <a:extLst>
              <a:ext uri="{FF2B5EF4-FFF2-40B4-BE49-F238E27FC236}">
                <a16:creationId xmlns:a16="http://schemas.microsoft.com/office/drawing/2014/main" id="{31CCC134-2698-41E9-A225-76300EF59E5D}"/>
              </a:ext>
            </a:extLst>
          </p:cNvPr>
          <p:cNvSpPr>
            <a:spLocks noGrp="1"/>
          </p:cNvSpPr>
          <p:nvPr>
            <p:ph type="pic" sz="quarter" idx="11" hasCustomPrompt="1"/>
          </p:nvPr>
        </p:nvSpPr>
        <p:spPr>
          <a:xfrm>
            <a:off x="6684264" y="576072"/>
            <a:ext cx="4023360" cy="5495544"/>
          </a:xfrm>
          <a:prstGeom prst="rect">
            <a:avLst/>
          </a:prstGeom>
        </p:spPr>
        <p:txBody>
          <a:bodyPr/>
          <a:lstStyle>
            <a:lvl1pPr marL="0" indent="0" algn="ctr">
              <a:buNone/>
              <a:defRPr spc="400" baseline="0"/>
            </a:lvl1pPr>
          </a:lstStyle>
          <a:p>
            <a:r>
              <a:rPr lang="en-US" dirty="0"/>
              <a:t>Click to add photo</a:t>
            </a:r>
          </a:p>
        </p:txBody>
      </p:sp>
    </p:spTree>
    <p:extLst>
      <p:ext uri="{BB962C8B-B14F-4D97-AF65-F5344CB8AC3E}">
        <p14:creationId xmlns:p14="http://schemas.microsoft.com/office/powerpoint/2010/main" val="13067377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ntent 2">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397A4D6-9D7A-63FE-63C9-A585FFE05579}"/>
              </a:ext>
              <a:ext uri="{C183D7F6-B498-43B3-948B-1728B52AA6E4}">
                <adec:decorative xmlns:adec="http://schemas.microsoft.com/office/drawing/2017/decorative" val="1"/>
              </a:ext>
            </a:extLst>
          </p:cNvPr>
          <p:cNvSpPr/>
          <p:nvPr userDrawn="1"/>
        </p:nvSpPr>
        <p:spPr>
          <a:xfrm>
            <a:off x="0" y="4383"/>
            <a:ext cx="12192000" cy="1524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657BD59-35CC-9BB3-8621-6FA3356F81AA}"/>
              </a:ext>
            </a:extLst>
          </p:cNvPr>
          <p:cNvSpPr>
            <a:spLocks noGrp="1"/>
          </p:cNvSpPr>
          <p:nvPr>
            <p:ph type="title"/>
          </p:nvPr>
        </p:nvSpPr>
        <p:spPr>
          <a:xfrm>
            <a:off x="777240" y="365760"/>
            <a:ext cx="10890504" cy="1545336"/>
          </a:xfrm>
          <a:solidFill>
            <a:schemeClr val="bg1">
              <a:lumMod val="95000"/>
            </a:schemeClr>
          </a:solidFill>
        </p:spPr>
        <p:txBody>
          <a:bodyPr/>
          <a:lstStyle>
            <a:lvl1pPr>
              <a:defRPr baseline="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p:nvPr>
        </p:nvSpPr>
        <p:spPr>
          <a:xfrm>
            <a:off x="777240" y="2093976"/>
            <a:ext cx="3419856" cy="3776472"/>
          </a:xfrm>
          <a:solidFill>
            <a:schemeClr val="tx1">
              <a:alpha val="5000"/>
            </a:schemeClr>
          </a:solidFill>
        </p:spPr>
        <p:txBody>
          <a:bodyPr rIns="45720" anchor="t" anchorCtr="0">
            <a:normAutofit/>
          </a:bodyPr>
          <a:lstStyle>
            <a:lvl1pPr>
              <a:spcAft>
                <a:spcPts val="1800"/>
              </a:spcAft>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2">
            <a:extLst>
              <a:ext uri="{FF2B5EF4-FFF2-40B4-BE49-F238E27FC236}">
                <a16:creationId xmlns:a16="http://schemas.microsoft.com/office/drawing/2014/main" id="{33A182AF-83EB-0BA6-3ADD-B49BDD9E37ED}"/>
              </a:ext>
            </a:extLst>
          </p:cNvPr>
          <p:cNvSpPr>
            <a:spLocks noGrp="1"/>
          </p:cNvSpPr>
          <p:nvPr>
            <p:ph idx="13"/>
          </p:nvPr>
        </p:nvSpPr>
        <p:spPr>
          <a:xfrm>
            <a:off x="4864608" y="2093976"/>
            <a:ext cx="6382512" cy="3749040"/>
          </a:xfrm>
          <a:noFill/>
        </p:spPr>
        <p:txBody>
          <a:bodyPr anchor="t" anchorCtr="0">
            <a:normAutofit/>
          </a:bodyPr>
          <a:lstStyle>
            <a:lvl1pPr>
              <a:spcAft>
                <a:spcPts val="1800"/>
              </a:spcAft>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r>
              <a:rPr lang="en-US" dirty="0"/>
              <a:t>20XX</a:t>
            </a:r>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dirty="0"/>
          </a:p>
        </p:txBody>
      </p:sp>
      <p:pic>
        <p:nvPicPr>
          <p:cNvPr id="10" name="Graphic 9">
            <a:extLst>
              <a:ext uri="{FF2B5EF4-FFF2-40B4-BE49-F238E27FC236}">
                <a16:creationId xmlns:a16="http://schemas.microsoft.com/office/drawing/2014/main" id="{CB897DD0-4462-B31B-50A9-D399FD0F589C}"/>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23529"/>
          <a:stretch/>
        </p:blipFill>
        <p:spPr>
          <a:xfrm>
            <a:off x="3815" y="4389845"/>
            <a:ext cx="5024198" cy="2463772"/>
          </a:xfrm>
          <a:prstGeom prst="rect">
            <a:avLst/>
          </a:prstGeom>
        </p:spPr>
      </p:pic>
    </p:spTree>
    <p:extLst>
      <p:ext uri="{BB962C8B-B14F-4D97-AF65-F5344CB8AC3E}">
        <p14:creationId xmlns:p14="http://schemas.microsoft.com/office/powerpoint/2010/main" val="36454255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with image righ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B5EA319-BD06-493B-D1CD-EC2AF739443B}"/>
              </a:ext>
              <a:ext uri="{C183D7F6-B498-43B3-948B-1728B52AA6E4}">
                <adec:decorative xmlns:adec="http://schemas.microsoft.com/office/drawing/2017/decorative" val="1"/>
              </a:ext>
            </a:extLst>
          </p:cNvPr>
          <p:cNvSpPr/>
          <p:nvPr userDrawn="1"/>
        </p:nvSpPr>
        <p:spPr>
          <a:xfrm>
            <a:off x="7547991" y="0"/>
            <a:ext cx="1703832" cy="68580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Graphic 7">
            <a:extLst>
              <a:ext uri="{FF2B5EF4-FFF2-40B4-BE49-F238E27FC236}">
                <a16:creationId xmlns:a16="http://schemas.microsoft.com/office/drawing/2014/main" id="{8560446E-E817-5E2A-D76A-43A4168EF19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6200000">
            <a:off x="7246669" y="4842646"/>
            <a:ext cx="1611949" cy="1853259"/>
          </a:xfrm>
          <a:prstGeom prst="rect">
            <a:avLst/>
          </a:prstGeom>
        </p:spPr>
      </p:pic>
      <p:sp>
        <p:nvSpPr>
          <p:cNvPr id="10" name="Title 1">
            <a:extLst>
              <a:ext uri="{FF2B5EF4-FFF2-40B4-BE49-F238E27FC236}">
                <a16:creationId xmlns:a16="http://schemas.microsoft.com/office/drawing/2014/main" id="{17DC846D-C40C-085A-6A57-EBD733E9C244}"/>
              </a:ext>
            </a:extLst>
          </p:cNvPr>
          <p:cNvSpPr>
            <a:spLocks noGrp="1"/>
          </p:cNvSpPr>
          <p:nvPr>
            <p:ph type="title"/>
          </p:nvPr>
        </p:nvSpPr>
        <p:spPr>
          <a:xfrm>
            <a:off x="777240" y="365760"/>
            <a:ext cx="6291072" cy="2670048"/>
          </a:xfrm>
          <a:solidFill>
            <a:schemeClr val="bg1">
              <a:lumMod val="95000"/>
            </a:schemeClr>
          </a:solidFill>
        </p:spPr>
        <p:txBody>
          <a:bodyPr/>
          <a:lstStyle>
            <a:lvl1pPr>
              <a:defRPr baseline="0"/>
            </a:lvl1pPr>
          </a:lstStyle>
          <a:p>
            <a:r>
              <a:rPr lang="en-US"/>
              <a:t>Click to edit Master title style</a:t>
            </a:r>
            <a:endParaRPr lang="en-US" dirty="0"/>
          </a:p>
        </p:txBody>
      </p:sp>
      <p:sp>
        <p:nvSpPr>
          <p:cNvPr id="11" name="Content Placeholder 2">
            <a:extLst>
              <a:ext uri="{FF2B5EF4-FFF2-40B4-BE49-F238E27FC236}">
                <a16:creationId xmlns:a16="http://schemas.microsoft.com/office/drawing/2014/main" id="{0F5F674E-A7FF-FC97-AC6B-9E98247F633F}"/>
              </a:ext>
            </a:extLst>
          </p:cNvPr>
          <p:cNvSpPr>
            <a:spLocks noGrp="1"/>
          </p:cNvSpPr>
          <p:nvPr>
            <p:ph idx="1"/>
          </p:nvPr>
        </p:nvSpPr>
        <p:spPr>
          <a:xfrm>
            <a:off x="777240" y="3346704"/>
            <a:ext cx="6016752" cy="2670048"/>
          </a:xfrm>
          <a:solidFill>
            <a:schemeClr val="bg1">
              <a:lumMod val="95000"/>
            </a:schemeClr>
          </a:solidFill>
        </p:spPr>
        <p:txBody>
          <a:bodyPr rIns="45720" anchor="t" anchorCtr="0">
            <a:normAutofit/>
          </a:bodyPr>
          <a:lstStyle>
            <a:lvl1pPr>
              <a:spcAft>
                <a:spcPts val="1800"/>
              </a:spcAft>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Picture Placeholder 10">
            <a:extLst>
              <a:ext uri="{FF2B5EF4-FFF2-40B4-BE49-F238E27FC236}">
                <a16:creationId xmlns:a16="http://schemas.microsoft.com/office/drawing/2014/main" id="{F3752326-0FB4-41C5-2D91-5CBFDC2DAD85}"/>
              </a:ext>
            </a:extLst>
          </p:cNvPr>
          <p:cNvSpPr>
            <a:spLocks noGrp="1"/>
          </p:cNvSpPr>
          <p:nvPr>
            <p:ph type="pic" sz="quarter" idx="13" hasCustomPrompt="1"/>
          </p:nvPr>
        </p:nvSpPr>
        <p:spPr>
          <a:xfrm>
            <a:off x="7818120" y="950976"/>
            <a:ext cx="4050792" cy="4965192"/>
          </a:xfrm>
          <a:prstGeom prst="rect">
            <a:avLst/>
          </a:prstGeom>
        </p:spPr>
        <p:txBody>
          <a:bodyPr/>
          <a:lstStyle>
            <a:lvl1pPr marL="0" indent="0" algn="ctr">
              <a:buNone/>
              <a:defRPr spc="400" baseline="0"/>
            </a:lvl1pPr>
          </a:lstStyle>
          <a:p>
            <a:r>
              <a:rPr lang="en-US" dirty="0"/>
              <a:t>Click to add photo</a:t>
            </a:r>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r>
              <a:rPr lang="en-US" dirty="0"/>
              <a:t>20XX</a:t>
            </a:r>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42715923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2">
    <p:spTree>
      <p:nvGrpSpPr>
        <p:cNvPr id="1" name=""/>
        <p:cNvGrpSpPr/>
        <p:nvPr/>
      </p:nvGrpSpPr>
      <p:grpSpPr>
        <a:xfrm>
          <a:off x="0" y="0"/>
          <a:ext cx="0" cy="0"/>
          <a:chOff x="0" y="0"/>
          <a:chExt cx="0" cy="0"/>
        </a:xfrm>
      </p:grpSpPr>
      <p:pic>
        <p:nvPicPr>
          <p:cNvPr id="11" name="Graphic 10">
            <a:extLst>
              <a:ext uri="{FF2B5EF4-FFF2-40B4-BE49-F238E27FC236}">
                <a16:creationId xmlns:a16="http://schemas.microsoft.com/office/drawing/2014/main" id="{14BC85D4-4139-2AAA-166E-6FBA095A8B10}"/>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25455" t="5126"/>
          <a:stretch/>
        </p:blipFill>
        <p:spPr>
          <a:xfrm>
            <a:off x="0" y="1729776"/>
            <a:ext cx="5423337" cy="5356522"/>
          </a:xfrm>
          <a:prstGeom prst="rect">
            <a:avLst/>
          </a:prstGeom>
        </p:spPr>
      </p:pic>
      <p:sp>
        <p:nvSpPr>
          <p:cNvPr id="13" name="Rectangle 12">
            <a:extLst>
              <a:ext uri="{FF2B5EF4-FFF2-40B4-BE49-F238E27FC236}">
                <a16:creationId xmlns:a16="http://schemas.microsoft.com/office/drawing/2014/main" id="{A931BC73-A262-809F-6027-25B33F16B5F3}"/>
              </a:ext>
              <a:ext uri="{C183D7F6-B498-43B3-948B-1728B52AA6E4}">
                <adec:decorative xmlns:adec="http://schemas.microsoft.com/office/drawing/2017/decorative" val="1"/>
              </a:ext>
            </a:extLst>
          </p:cNvPr>
          <p:cNvSpPr/>
          <p:nvPr userDrawn="1"/>
        </p:nvSpPr>
        <p:spPr>
          <a:xfrm>
            <a:off x="10941270" y="0"/>
            <a:ext cx="1250729" cy="68580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EFAEA2C9-0142-1847-0FE5-307C101C610D}"/>
              </a:ext>
              <a:ext uri="{C183D7F6-B498-43B3-948B-1728B52AA6E4}">
                <adec:decorative xmlns:adec="http://schemas.microsoft.com/office/drawing/2017/decorative" val="1"/>
              </a:ext>
            </a:extLst>
          </p:cNvPr>
          <p:cNvSpPr/>
          <p:nvPr userDrawn="1"/>
        </p:nvSpPr>
        <p:spPr>
          <a:xfrm flipH="1">
            <a:off x="10683241" y="0"/>
            <a:ext cx="45719" cy="6858000"/>
          </a:xfrm>
          <a:prstGeom prst="rect">
            <a:avLst/>
          </a:prstGeom>
          <a:solidFill>
            <a:schemeClr val="accent6">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Title 1">
            <a:extLst>
              <a:ext uri="{FF2B5EF4-FFF2-40B4-BE49-F238E27FC236}">
                <a16:creationId xmlns:a16="http://schemas.microsoft.com/office/drawing/2014/main" id="{6007DF4F-A4F8-98C7-5975-55CBED0DB375}"/>
              </a:ext>
            </a:extLst>
          </p:cNvPr>
          <p:cNvSpPr>
            <a:spLocks noGrp="1"/>
          </p:cNvSpPr>
          <p:nvPr>
            <p:ph type="title"/>
          </p:nvPr>
        </p:nvSpPr>
        <p:spPr>
          <a:xfrm>
            <a:off x="777240" y="667512"/>
            <a:ext cx="3621024" cy="5513832"/>
          </a:xfrm>
          <a:solidFill>
            <a:schemeClr val="bg1">
              <a:lumMod val="95000"/>
            </a:schemeClr>
          </a:solidFill>
        </p:spPr>
        <p:txBody>
          <a:bodyPr/>
          <a:lstStyle/>
          <a:p>
            <a:r>
              <a:rPr lang="en-US"/>
              <a:t>Click to edit Master title style</a:t>
            </a:r>
          </a:p>
        </p:txBody>
      </p:sp>
      <p:sp>
        <p:nvSpPr>
          <p:cNvPr id="16" name="Content Placeholder 2">
            <a:extLst>
              <a:ext uri="{FF2B5EF4-FFF2-40B4-BE49-F238E27FC236}">
                <a16:creationId xmlns:a16="http://schemas.microsoft.com/office/drawing/2014/main" id="{659D4968-2C08-763C-19C6-59134968556A}"/>
              </a:ext>
            </a:extLst>
          </p:cNvPr>
          <p:cNvSpPr>
            <a:spLocks noGrp="1"/>
          </p:cNvSpPr>
          <p:nvPr>
            <p:ph idx="1"/>
          </p:nvPr>
        </p:nvSpPr>
        <p:spPr>
          <a:xfrm>
            <a:off x="4846320" y="1161288"/>
            <a:ext cx="5276088" cy="4535424"/>
          </a:xfrm>
          <a:solidFill>
            <a:schemeClr val="bg1">
              <a:lumMod val="95000"/>
            </a:schemeClr>
          </a:solidFill>
        </p:spPr>
        <p:txBody>
          <a:bodyPr anchor="t" anchorCtr="0">
            <a:normAutofit/>
          </a:bodyPr>
          <a:lstStyle>
            <a:lvl1pPr marL="457200" indent="-457200">
              <a:lnSpc>
                <a:spcPct val="80000"/>
              </a:lnSpc>
              <a:spcAft>
                <a:spcPts val="1800"/>
              </a:spcAft>
              <a:buFont typeface="+mj-lt"/>
              <a:buAutoNum type="arabicPeriod"/>
              <a:defRPr sz="2000"/>
            </a:lvl1pPr>
            <a:lvl2pPr marL="914400" indent="-457200">
              <a:buFont typeface="+mj-lt"/>
              <a:buAutoNum type="alphaLcPeriod"/>
              <a:defRPr sz="1800"/>
            </a:lvl2pPr>
            <a:lvl3pPr marL="1371600" indent="-457200">
              <a:buFont typeface="+mj-lt"/>
              <a:buAutoNum type="arabicParenR"/>
              <a:defRPr sz="1600"/>
            </a:lvl3pPr>
            <a:lvl4pPr marL="1714500" indent="-342900">
              <a:buFont typeface="+mj-lt"/>
              <a:buAutoNum type="alphaLcParenR"/>
              <a:defRPr sz="1400"/>
            </a:lvl4pPr>
            <a:lvl5pPr marL="2228850" indent="-400050">
              <a:buFont typeface="+mj-lt"/>
              <a:buAutoNum type="romanL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r>
              <a:rPr lang="en-US" dirty="0"/>
              <a:t>20XX</a:t>
            </a:r>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21415344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content 3">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9F0B854-EF27-FB51-FED5-D9C462D789D0}"/>
              </a:ext>
              <a:ext uri="{C183D7F6-B498-43B3-948B-1728B52AA6E4}">
                <adec:decorative xmlns:adec="http://schemas.microsoft.com/office/drawing/2017/decorative" val="1"/>
              </a:ext>
            </a:extLst>
          </p:cNvPr>
          <p:cNvSpPr/>
          <p:nvPr userDrawn="1"/>
        </p:nvSpPr>
        <p:spPr>
          <a:xfrm>
            <a:off x="0" y="4383"/>
            <a:ext cx="12192000" cy="1524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itle 1">
            <a:extLst>
              <a:ext uri="{FF2B5EF4-FFF2-40B4-BE49-F238E27FC236}">
                <a16:creationId xmlns:a16="http://schemas.microsoft.com/office/drawing/2014/main" id="{7AAF96D3-D3E2-FEAC-EE69-279502A579CE}"/>
              </a:ext>
            </a:extLst>
          </p:cNvPr>
          <p:cNvSpPr>
            <a:spLocks noGrp="1"/>
          </p:cNvSpPr>
          <p:nvPr>
            <p:ph type="title"/>
          </p:nvPr>
        </p:nvSpPr>
        <p:spPr>
          <a:xfrm>
            <a:off x="777240" y="365760"/>
            <a:ext cx="10890504" cy="1545336"/>
          </a:xfrm>
          <a:solidFill>
            <a:schemeClr val="bg1">
              <a:lumMod val="95000"/>
            </a:schemeClr>
          </a:solidFill>
        </p:spPr>
        <p:txBody>
          <a:bodyPr/>
          <a:lstStyle>
            <a:lvl1pPr>
              <a:defRPr baseline="0"/>
            </a:lvl1pPr>
          </a:lstStyle>
          <a:p>
            <a:r>
              <a:rPr lang="en-US"/>
              <a:t>Click to edit Master title style</a:t>
            </a:r>
            <a:endParaRPr lang="en-US" dirty="0"/>
          </a:p>
        </p:txBody>
      </p:sp>
      <p:sp>
        <p:nvSpPr>
          <p:cNvPr id="9" name="Content Placeholder 2">
            <a:extLst>
              <a:ext uri="{FF2B5EF4-FFF2-40B4-BE49-F238E27FC236}">
                <a16:creationId xmlns:a16="http://schemas.microsoft.com/office/drawing/2014/main" id="{FFA9ADD0-45A7-DB71-D010-70B5B174CC7B}"/>
              </a:ext>
            </a:extLst>
          </p:cNvPr>
          <p:cNvSpPr>
            <a:spLocks noGrp="1"/>
          </p:cNvSpPr>
          <p:nvPr>
            <p:ph idx="1"/>
          </p:nvPr>
        </p:nvSpPr>
        <p:spPr>
          <a:xfrm>
            <a:off x="777240" y="2093976"/>
            <a:ext cx="2880360" cy="3776472"/>
          </a:xfrm>
          <a:solidFill>
            <a:schemeClr val="tx1">
              <a:alpha val="5000"/>
            </a:schemeClr>
          </a:solidFill>
        </p:spPr>
        <p:txBody>
          <a:bodyPr rIns="45720" anchor="t" anchorCtr="0">
            <a:normAutofit/>
          </a:bodyPr>
          <a:lstStyle>
            <a:lvl1pPr>
              <a:spcAft>
                <a:spcPts val="1800"/>
              </a:spcAft>
              <a:defRPr sz="20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2">
            <a:extLst>
              <a:ext uri="{FF2B5EF4-FFF2-40B4-BE49-F238E27FC236}">
                <a16:creationId xmlns:a16="http://schemas.microsoft.com/office/drawing/2014/main" id="{D4ECD368-DD7D-CC8B-3678-D0BFE829181C}"/>
              </a:ext>
            </a:extLst>
          </p:cNvPr>
          <p:cNvSpPr>
            <a:spLocks noGrp="1"/>
          </p:cNvSpPr>
          <p:nvPr>
            <p:ph idx="13"/>
          </p:nvPr>
        </p:nvSpPr>
        <p:spPr>
          <a:xfrm>
            <a:off x="4261104" y="2093976"/>
            <a:ext cx="6967728" cy="4014216"/>
          </a:xfrm>
          <a:noFill/>
        </p:spPr>
        <p:txBody>
          <a:bodyPr anchor="t" anchorCtr="0">
            <a:normAutofit/>
          </a:bodyPr>
          <a:lstStyle>
            <a:lvl1pPr>
              <a:spcAft>
                <a:spcPts val="1800"/>
              </a:spcAft>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r>
              <a:rPr lang="en-US" dirty="0"/>
              <a:t>20XX</a:t>
            </a:r>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13359642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content 3">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83F9824-10E6-81A0-0A31-9658CC0091BE}"/>
              </a:ext>
              <a:ext uri="{C183D7F6-B498-43B3-948B-1728B52AA6E4}">
                <adec:decorative xmlns:adec="http://schemas.microsoft.com/office/drawing/2017/decorative" val="1"/>
              </a:ext>
            </a:extLst>
          </p:cNvPr>
          <p:cNvSpPr/>
          <p:nvPr userDrawn="1"/>
        </p:nvSpPr>
        <p:spPr>
          <a:xfrm>
            <a:off x="0" y="4383"/>
            <a:ext cx="12192000" cy="1524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itle 1">
            <a:extLst>
              <a:ext uri="{FF2B5EF4-FFF2-40B4-BE49-F238E27FC236}">
                <a16:creationId xmlns:a16="http://schemas.microsoft.com/office/drawing/2014/main" id="{C3002FB0-0A62-2FA3-FB8D-3275F1072D07}"/>
              </a:ext>
            </a:extLst>
          </p:cNvPr>
          <p:cNvSpPr>
            <a:spLocks noGrp="1"/>
          </p:cNvSpPr>
          <p:nvPr>
            <p:ph type="title"/>
          </p:nvPr>
        </p:nvSpPr>
        <p:spPr>
          <a:xfrm>
            <a:off x="777240" y="365760"/>
            <a:ext cx="10890504" cy="1545336"/>
          </a:xfrm>
          <a:solidFill>
            <a:schemeClr val="bg1">
              <a:lumMod val="95000"/>
            </a:schemeClr>
          </a:solidFill>
        </p:spPr>
        <p:txBody>
          <a:bodyPr/>
          <a:lstStyle>
            <a:lvl1pPr>
              <a:defRPr baseline="0"/>
            </a:lvl1pPr>
          </a:lstStyle>
          <a:p>
            <a:r>
              <a:rPr lang="en-US"/>
              <a:t>Click to edit Master title style</a:t>
            </a:r>
            <a:endParaRPr lang="en-US" dirty="0"/>
          </a:p>
        </p:txBody>
      </p:sp>
      <p:sp>
        <p:nvSpPr>
          <p:cNvPr id="9" name="Content Placeholder 2">
            <a:extLst>
              <a:ext uri="{FF2B5EF4-FFF2-40B4-BE49-F238E27FC236}">
                <a16:creationId xmlns:a16="http://schemas.microsoft.com/office/drawing/2014/main" id="{4B5BF220-87F8-C1D3-102B-15C9BF2EE478}"/>
              </a:ext>
            </a:extLst>
          </p:cNvPr>
          <p:cNvSpPr>
            <a:spLocks noGrp="1"/>
          </p:cNvSpPr>
          <p:nvPr>
            <p:ph idx="13"/>
          </p:nvPr>
        </p:nvSpPr>
        <p:spPr>
          <a:xfrm>
            <a:off x="804672" y="2093976"/>
            <a:ext cx="10469880" cy="4014216"/>
          </a:xfrm>
          <a:noFill/>
        </p:spPr>
        <p:txBody>
          <a:bodyPr anchor="t" anchorCtr="0">
            <a:normAutofit/>
          </a:bodyPr>
          <a:lstStyle>
            <a:lvl1pPr>
              <a:spcAft>
                <a:spcPts val="1800"/>
              </a:spcAft>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r>
              <a:rPr lang="en-US" dirty="0"/>
              <a:t>20XX</a:t>
            </a:r>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19104712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ection break">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EE4764D-8226-78DF-9303-299C95FA31F7}"/>
              </a:ext>
              <a:ext uri="{C183D7F6-B498-43B3-948B-1728B52AA6E4}">
                <adec:decorative xmlns:adec="http://schemas.microsoft.com/office/drawing/2017/decorative" val="1"/>
              </a:ext>
            </a:extLst>
          </p:cNvPr>
          <p:cNvSpPr/>
          <p:nvPr userDrawn="1"/>
        </p:nvSpPr>
        <p:spPr>
          <a:xfrm>
            <a:off x="3598984" y="0"/>
            <a:ext cx="1336431" cy="68580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Graphic 9">
            <a:extLst>
              <a:ext uri="{FF2B5EF4-FFF2-40B4-BE49-F238E27FC236}">
                <a16:creationId xmlns:a16="http://schemas.microsoft.com/office/drawing/2014/main" id="{77C27D79-5B49-F06F-29C2-BF642952740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353477" y="5154421"/>
            <a:ext cx="3279227" cy="1229710"/>
          </a:xfrm>
          <a:prstGeom prst="rect">
            <a:avLst/>
          </a:prstGeom>
        </p:spPr>
      </p:pic>
      <p:pic>
        <p:nvPicPr>
          <p:cNvPr id="11" name="Graphic 10">
            <a:extLst>
              <a:ext uri="{FF2B5EF4-FFF2-40B4-BE49-F238E27FC236}">
                <a16:creationId xmlns:a16="http://schemas.microsoft.com/office/drawing/2014/main" id="{1545B34A-525D-FD4C-2384-D583B495C037}"/>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l="25455" t="5126"/>
          <a:stretch/>
        </p:blipFill>
        <p:spPr>
          <a:xfrm flipH="1">
            <a:off x="6768663" y="1729776"/>
            <a:ext cx="5423337" cy="5356522"/>
          </a:xfrm>
          <a:prstGeom prst="rect">
            <a:avLst/>
          </a:prstGeom>
        </p:spPr>
      </p:pic>
      <p:sp>
        <p:nvSpPr>
          <p:cNvPr id="7" name="Title 6">
            <a:extLst>
              <a:ext uri="{FF2B5EF4-FFF2-40B4-BE49-F238E27FC236}">
                <a16:creationId xmlns:a16="http://schemas.microsoft.com/office/drawing/2014/main" id="{1B59FA15-E93F-D07D-D82B-86E08C540E92}"/>
              </a:ext>
            </a:extLst>
          </p:cNvPr>
          <p:cNvSpPr>
            <a:spLocks noGrp="1"/>
          </p:cNvSpPr>
          <p:nvPr>
            <p:ph type="title" hasCustomPrompt="1"/>
          </p:nvPr>
        </p:nvSpPr>
        <p:spPr>
          <a:xfrm>
            <a:off x="5632704" y="795528"/>
            <a:ext cx="6099048" cy="5120640"/>
          </a:xfrm>
          <a:prstGeom prst="rect">
            <a:avLst/>
          </a:prstGeom>
          <a:solidFill>
            <a:schemeClr val="tx1">
              <a:alpha val="5000"/>
            </a:schemeClr>
          </a:solidFill>
        </p:spPr>
        <p:txBody>
          <a:bodyPr anchor="ctr"/>
          <a:lstStyle>
            <a:lvl1pPr>
              <a:lnSpc>
                <a:spcPct val="90000"/>
              </a:lnSpc>
              <a:defRPr sz="4800" cap="all" spc="0" baseline="0"/>
            </a:lvl1pPr>
          </a:lstStyle>
          <a:p>
            <a:r>
              <a:rPr lang="en-US" dirty="0"/>
              <a:t>Click to add title</a:t>
            </a:r>
          </a:p>
        </p:txBody>
      </p:sp>
      <p:sp>
        <p:nvSpPr>
          <p:cNvPr id="8" name="Picture Placeholder 10">
            <a:extLst>
              <a:ext uri="{FF2B5EF4-FFF2-40B4-BE49-F238E27FC236}">
                <a16:creationId xmlns:a16="http://schemas.microsoft.com/office/drawing/2014/main" id="{4F1B2B40-3852-2BC5-AA67-3AC0C94B5350}"/>
              </a:ext>
            </a:extLst>
          </p:cNvPr>
          <p:cNvSpPr>
            <a:spLocks noGrp="1"/>
          </p:cNvSpPr>
          <p:nvPr>
            <p:ph type="pic" sz="quarter" idx="13" hasCustomPrompt="1"/>
          </p:nvPr>
        </p:nvSpPr>
        <p:spPr>
          <a:xfrm>
            <a:off x="576072" y="950976"/>
            <a:ext cx="4050792" cy="4965192"/>
          </a:xfrm>
          <a:prstGeom prst="rect">
            <a:avLst/>
          </a:prstGeom>
        </p:spPr>
        <p:txBody>
          <a:bodyPr/>
          <a:lstStyle>
            <a:lvl1pPr marL="0" indent="0" algn="ctr">
              <a:buNone/>
              <a:defRPr spc="400" baseline="0"/>
            </a:lvl1pPr>
          </a:lstStyle>
          <a:p>
            <a:r>
              <a:rPr lang="en-US" dirty="0"/>
              <a:t>Click to add photo</a:t>
            </a:r>
          </a:p>
        </p:txBody>
      </p:sp>
    </p:spTree>
    <p:extLst>
      <p:ext uri="{BB962C8B-B14F-4D97-AF65-F5344CB8AC3E}">
        <p14:creationId xmlns:p14="http://schemas.microsoft.com/office/powerpoint/2010/main" val="418542198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content 4">
    <p:spTree>
      <p:nvGrpSpPr>
        <p:cNvPr id="1" name=""/>
        <p:cNvGrpSpPr/>
        <p:nvPr/>
      </p:nvGrpSpPr>
      <p:grpSpPr>
        <a:xfrm>
          <a:off x="0" y="0"/>
          <a:ext cx="0" cy="0"/>
          <a:chOff x="0" y="0"/>
          <a:chExt cx="0" cy="0"/>
        </a:xfrm>
      </p:grpSpPr>
      <p:pic>
        <p:nvPicPr>
          <p:cNvPr id="11" name="Graphic 10">
            <a:extLst>
              <a:ext uri="{FF2B5EF4-FFF2-40B4-BE49-F238E27FC236}">
                <a16:creationId xmlns:a16="http://schemas.microsoft.com/office/drawing/2014/main" id="{6177962F-BF83-8BF0-521C-AC2FE18512C0}"/>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1" r="27085" b="-104"/>
          <a:stretch/>
        </p:blipFill>
        <p:spPr>
          <a:xfrm rot="5400000">
            <a:off x="7746274" y="2898378"/>
            <a:ext cx="3089740" cy="4876799"/>
          </a:xfrm>
          <a:prstGeom prst="rect">
            <a:avLst/>
          </a:prstGeom>
        </p:spPr>
      </p:pic>
      <p:sp>
        <p:nvSpPr>
          <p:cNvPr id="7" name="Rectangle 6">
            <a:extLst>
              <a:ext uri="{FF2B5EF4-FFF2-40B4-BE49-F238E27FC236}">
                <a16:creationId xmlns:a16="http://schemas.microsoft.com/office/drawing/2014/main" id="{5D003ACC-3116-807F-81D2-E8057D4C2C0F}"/>
              </a:ext>
              <a:ext uri="{C183D7F6-B498-43B3-948B-1728B52AA6E4}">
                <adec:decorative xmlns:adec="http://schemas.microsoft.com/office/drawing/2017/decorative" val="1"/>
              </a:ext>
            </a:extLst>
          </p:cNvPr>
          <p:cNvSpPr/>
          <p:nvPr userDrawn="1"/>
        </p:nvSpPr>
        <p:spPr>
          <a:xfrm>
            <a:off x="0" y="4383"/>
            <a:ext cx="12192000" cy="1524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itle 1">
            <a:extLst>
              <a:ext uri="{FF2B5EF4-FFF2-40B4-BE49-F238E27FC236}">
                <a16:creationId xmlns:a16="http://schemas.microsoft.com/office/drawing/2014/main" id="{B43485B2-AA3A-87CC-3B1B-A193C6EB5985}"/>
              </a:ext>
            </a:extLst>
          </p:cNvPr>
          <p:cNvSpPr>
            <a:spLocks noGrp="1"/>
          </p:cNvSpPr>
          <p:nvPr>
            <p:ph type="title"/>
          </p:nvPr>
        </p:nvSpPr>
        <p:spPr>
          <a:xfrm>
            <a:off x="777240" y="365760"/>
            <a:ext cx="10890504" cy="1545336"/>
          </a:xfrm>
          <a:solidFill>
            <a:schemeClr val="bg1">
              <a:lumMod val="95000"/>
            </a:schemeClr>
          </a:solidFill>
        </p:spPr>
        <p:txBody>
          <a:bodyPr/>
          <a:lstStyle>
            <a:lvl1pPr>
              <a:defRPr baseline="0"/>
            </a:lvl1pPr>
          </a:lstStyle>
          <a:p>
            <a:r>
              <a:rPr lang="en-US"/>
              <a:t>Click to edit Master title style</a:t>
            </a:r>
            <a:endParaRPr lang="en-US" dirty="0"/>
          </a:p>
        </p:txBody>
      </p:sp>
      <p:sp>
        <p:nvSpPr>
          <p:cNvPr id="9" name="Content Placeholder 2">
            <a:extLst>
              <a:ext uri="{FF2B5EF4-FFF2-40B4-BE49-F238E27FC236}">
                <a16:creationId xmlns:a16="http://schemas.microsoft.com/office/drawing/2014/main" id="{16EF9689-52F4-4A6F-BEAC-E0B840C117B5}"/>
              </a:ext>
            </a:extLst>
          </p:cNvPr>
          <p:cNvSpPr>
            <a:spLocks noGrp="1"/>
          </p:cNvSpPr>
          <p:nvPr>
            <p:ph idx="1"/>
          </p:nvPr>
        </p:nvSpPr>
        <p:spPr>
          <a:xfrm>
            <a:off x="777240" y="2093976"/>
            <a:ext cx="5833872" cy="3776472"/>
          </a:xfrm>
          <a:solidFill>
            <a:schemeClr val="bg1">
              <a:lumMod val="95000"/>
            </a:schemeClr>
          </a:solidFill>
        </p:spPr>
        <p:txBody>
          <a:bodyPr rIns="91440" anchor="t" anchorCtr="0">
            <a:normAutofit/>
          </a:bodyPr>
          <a:lstStyle>
            <a:lvl1pPr marL="457200" indent="-457200">
              <a:spcAft>
                <a:spcPts val="1800"/>
              </a:spcAft>
              <a:buFont typeface="+mj-lt"/>
              <a:buAutoNum type="arabicPeriod"/>
              <a:defRPr sz="2000"/>
            </a:lvl1pPr>
            <a:lvl2pPr marL="914400" indent="-457200">
              <a:buFont typeface="+mj-lt"/>
              <a:buAutoNum type="alphaLcPeriod"/>
              <a:defRPr sz="1800"/>
            </a:lvl2pPr>
            <a:lvl3pPr marL="1371600" indent="-457200">
              <a:buFont typeface="+mj-lt"/>
              <a:buAutoNum type="arabicParenR"/>
              <a:defRPr sz="1600"/>
            </a:lvl3pPr>
            <a:lvl4pPr marL="1828800" indent="-457200">
              <a:buFont typeface="+mj-lt"/>
              <a:buAutoNum type="alphaLcParenR"/>
              <a:defRPr sz="1400"/>
            </a:lvl4pPr>
            <a:lvl5pPr marL="2286000" indent="-457200">
              <a:buFont typeface="+mj-lt"/>
              <a:buAutoNum type="romanL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2">
            <a:extLst>
              <a:ext uri="{FF2B5EF4-FFF2-40B4-BE49-F238E27FC236}">
                <a16:creationId xmlns:a16="http://schemas.microsoft.com/office/drawing/2014/main" id="{DB532826-83B5-DC67-7DDB-45FD78E830A1}"/>
              </a:ext>
            </a:extLst>
          </p:cNvPr>
          <p:cNvSpPr>
            <a:spLocks noGrp="1"/>
          </p:cNvSpPr>
          <p:nvPr>
            <p:ph idx="13"/>
          </p:nvPr>
        </p:nvSpPr>
        <p:spPr>
          <a:xfrm>
            <a:off x="7306056" y="2093976"/>
            <a:ext cx="3172968" cy="3776472"/>
          </a:xfrm>
          <a:noFill/>
        </p:spPr>
        <p:txBody>
          <a:bodyPr anchor="t" anchorCtr="0">
            <a:normAutofit/>
          </a:bodyPr>
          <a:lstStyle>
            <a:lvl1pPr>
              <a:spcAft>
                <a:spcPts val="1800"/>
              </a:spcAft>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r>
              <a:rPr lang="en-US" dirty="0"/>
              <a:t>20XX</a:t>
            </a:r>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242190438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647051E-220B-9586-3E85-05AF9DC9B680}"/>
              </a:ext>
              <a:ext uri="{C183D7F6-B498-43B3-948B-1728B52AA6E4}">
                <adec:decorative xmlns:adec="http://schemas.microsoft.com/office/drawing/2017/decorative" val="1"/>
              </a:ext>
            </a:extLst>
          </p:cNvPr>
          <p:cNvSpPr/>
          <p:nvPr userDrawn="1"/>
        </p:nvSpPr>
        <p:spPr>
          <a:xfrm>
            <a:off x="7315203" y="0"/>
            <a:ext cx="2045247" cy="68580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Graphic 5">
            <a:extLst>
              <a:ext uri="{FF2B5EF4-FFF2-40B4-BE49-F238E27FC236}">
                <a16:creationId xmlns:a16="http://schemas.microsoft.com/office/drawing/2014/main" id="{68FA6629-B230-F528-AAE3-D182D963F05E}"/>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1" r="27085" b="-104"/>
          <a:stretch/>
        </p:blipFill>
        <p:spPr>
          <a:xfrm rot="10800000">
            <a:off x="0" y="671161"/>
            <a:ext cx="3089740" cy="4876799"/>
          </a:xfrm>
          <a:prstGeom prst="rect">
            <a:avLst/>
          </a:prstGeom>
        </p:spPr>
      </p:pic>
      <p:pic>
        <p:nvPicPr>
          <p:cNvPr id="8" name="Graphic 7">
            <a:extLst>
              <a:ext uri="{FF2B5EF4-FFF2-40B4-BE49-F238E27FC236}">
                <a16:creationId xmlns:a16="http://schemas.microsoft.com/office/drawing/2014/main" id="{7FA0390C-256A-CE3C-1348-C39DBAE01D80}"/>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6237644" y="655677"/>
            <a:ext cx="2438400" cy="2070100"/>
          </a:xfrm>
          <a:prstGeom prst="rect">
            <a:avLst/>
          </a:prstGeom>
        </p:spPr>
      </p:pic>
      <p:sp>
        <p:nvSpPr>
          <p:cNvPr id="7" name="Title 6">
            <a:extLst>
              <a:ext uri="{FF2B5EF4-FFF2-40B4-BE49-F238E27FC236}">
                <a16:creationId xmlns:a16="http://schemas.microsoft.com/office/drawing/2014/main" id="{544ACCFF-64A9-40AA-93F9-86E3CE016187}"/>
              </a:ext>
            </a:extLst>
          </p:cNvPr>
          <p:cNvSpPr>
            <a:spLocks noGrp="1"/>
          </p:cNvSpPr>
          <p:nvPr>
            <p:ph type="title" hasCustomPrompt="1"/>
          </p:nvPr>
        </p:nvSpPr>
        <p:spPr>
          <a:xfrm>
            <a:off x="768096" y="667512"/>
            <a:ext cx="5916168" cy="3666744"/>
          </a:xfrm>
          <a:prstGeom prst="rect">
            <a:avLst/>
          </a:prstGeom>
        </p:spPr>
        <p:txBody>
          <a:bodyPr anchor="b">
            <a:normAutofit/>
          </a:bodyPr>
          <a:lstStyle>
            <a:lvl1pPr>
              <a:lnSpc>
                <a:spcPct val="100000"/>
              </a:lnSpc>
              <a:defRPr sz="4800" cap="all" spc="200" baseline="0"/>
            </a:lvl1pPr>
          </a:lstStyle>
          <a:p>
            <a:r>
              <a:rPr lang="en-US" dirty="0"/>
              <a:t>Click to add title</a:t>
            </a:r>
          </a:p>
        </p:txBody>
      </p:sp>
      <p:sp>
        <p:nvSpPr>
          <p:cNvPr id="9" name="Text Placeholder 8">
            <a:extLst>
              <a:ext uri="{FF2B5EF4-FFF2-40B4-BE49-F238E27FC236}">
                <a16:creationId xmlns:a16="http://schemas.microsoft.com/office/drawing/2014/main" id="{AD785D0F-160C-4A31-93B3-F251B0730757}"/>
              </a:ext>
            </a:extLst>
          </p:cNvPr>
          <p:cNvSpPr>
            <a:spLocks noGrp="1"/>
          </p:cNvSpPr>
          <p:nvPr>
            <p:ph type="body" sz="quarter" idx="10" hasCustomPrompt="1"/>
          </p:nvPr>
        </p:nvSpPr>
        <p:spPr>
          <a:xfrm>
            <a:off x="768096" y="4636008"/>
            <a:ext cx="5276088" cy="1554480"/>
          </a:xfrm>
          <a:prstGeom prst="rect">
            <a:avLst/>
          </a:prstGeom>
        </p:spPr>
        <p:txBody>
          <a:bodyPr anchor="t"/>
          <a:lstStyle>
            <a:lvl1pPr marL="0" indent="0">
              <a:spcAft>
                <a:spcPts val="600"/>
              </a:spcAft>
              <a:buNone/>
              <a:defRPr sz="2000" b="0" i="0" spc="200" baseline="0">
                <a:solidFill>
                  <a:schemeClr val="accent4"/>
                </a:solidFill>
              </a:defRPr>
            </a:lvl1pPr>
          </a:lstStyle>
          <a:p>
            <a:pPr lvl="0"/>
            <a:r>
              <a:rPr lang="en-US" dirty="0"/>
              <a:t>Click to add name</a:t>
            </a:r>
          </a:p>
        </p:txBody>
      </p:sp>
      <p:sp>
        <p:nvSpPr>
          <p:cNvPr id="11" name="Picture Placeholder 10">
            <a:extLst>
              <a:ext uri="{FF2B5EF4-FFF2-40B4-BE49-F238E27FC236}">
                <a16:creationId xmlns:a16="http://schemas.microsoft.com/office/drawing/2014/main" id="{31CCC134-2698-41E9-A225-76300EF59E5D}"/>
              </a:ext>
            </a:extLst>
          </p:cNvPr>
          <p:cNvSpPr>
            <a:spLocks noGrp="1"/>
          </p:cNvSpPr>
          <p:nvPr>
            <p:ph type="pic" sz="quarter" idx="11" hasCustomPrompt="1"/>
          </p:nvPr>
        </p:nvSpPr>
        <p:spPr>
          <a:xfrm>
            <a:off x="7754112" y="947737"/>
            <a:ext cx="4023360" cy="4962525"/>
          </a:xfrm>
          <a:prstGeom prst="rect">
            <a:avLst/>
          </a:prstGeom>
        </p:spPr>
        <p:txBody>
          <a:bodyPr/>
          <a:lstStyle>
            <a:lvl1pPr marL="0" indent="0" algn="ctr">
              <a:buNone/>
              <a:defRPr spc="400" baseline="0"/>
            </a:lvl1pPr>
          </a:lstStyle>
          <a:p>
            <a:r>
              <a:rPr lang="en-US" dirty="0"/>
              <a:t>Click to add photo</a:t>
            </a:r>
          </a:p>
        </p:txBody>
      </p:sp>
    </p:spTree>
    <p:extLst>
      <p:ext uri="{BB962C8B-B14F-4D97-AF65-F5344CB8AC3E}">
        <p14:creationId xmlns:p14="http://schemas.microsoft.com/office/powerpoint/2010/main" val="5535657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D3FB4E19-B10C-43FA-AB4B-5D0396BD64D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000" cap="all" spc="150" baseline="0">
                <a:solidFill>
                  <a:schemeClr val="accent4">
                    <a:lumMod val="75000"/>
                  </a:schemeClr>
                </a:solidFill>
              </a:defRPr>
            </a:lvl1pPr>
          </a:lstStyle>
          <a:p>
            <a:r>
              <a:rPr lang="en-US" dirty="0"/>
              <a:t>20XX</a:t>
            </a:r>
          </a:p>
        </p:txBody>
      </p:sp>
      <p:sp>
        <p:nvSpPr>
          <p:cNvPr id="5" name="Footer Placeholder 4">
            <a:extLst>
              <a:ext uri="{FF2B5EF4-FFF2-40B4-BE49-F238E27FC236}">
                <a16:creationId xmlns:a16="http://schemas.microsoft.com/office/drawing/2014/main" id="{3E5C552B-0CAD-4920-B258-233A9F86DF9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000" cap="all" spc="150" baseline="0">
                <a:solidFill>
                  <a:schemeClr val="accent4">
                    <a:lumMod val="75000"/>
                  </a:schemeClr>
                </a:solidFill>
              </a:defRPr>
            </a:lvl1pPr>
          </a:lstStyle>
          <a:p>
            <a:endParaRPr lang="en-US" dirty="0"/>
          </a:p>
        </p:txBody>
      </p:sp>
      <p:sp>
        <p:nvSpPr>
          <p:cNvPr id="6" name="Slide Number Placeholder 5">
            <a:extLst>
              <a:ext uri="{FF2B5EF4-FFF2-40B4-BE49-F238E27FC236}">
                <a16:creationId xmlns:a16="http://schemas.microsoft.com/office/drawing/2014/main" id="{CE983FFB-15A3-4B11-A130-4565577A3F7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000" cap="all" spc="150" baseline="0">
                <a:solidFill>
                  <a:schemeClr val="accent4">
                    <a:lumMod val="75000"/>
                  </a:schemeClr>
                </a:solidFill>
              </a:defRPr>
            </a:lvl1pPr>
          </a:lstStyle>
          <a:p>
            <a:fld id="{F91729D4-A164-47A3-830D-E792BCE699E4}" type="slidenum">
              <a:rPr lang="en-US" smtClean="0"/>
              <a:pPr/>
              <a:t>‹#›</a:t>
            </a:fld>
            <a:endParaRPr lang="en-US" dirty="0"/>
          </a:p>
        </p:txBody>
      </p:sp>
      <p:sp>
        <p:nvSpPr>
          <p:cNvPr id="2" name="Title Placeholder 1">
            <a:extLst>
              <a:ext uri="{FF2B5EF4-FFF2-40B4-BE49-F238E27FC236}">
                <a16:creationId xmlns:a16="http://schemas.microsoft.com/office/drawing/2014/main" id="{7575F976-A881-DB46-9D98-9D55727C192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29C7589-D4CD-50AB-9AA4-198FD4932D8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87109018"/>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6" r:id="rId3"/>
    <p:sldLayoutId id="2147483675" r:id="rId4"/>
    <p:sldLayoutId id="2147483683" r:id="rId5"/>
    <p:sldLayoutId id="2147483684" r:id="rId6"/>
    <p:sldLayoutId id="2147483677" r:id="rId7"/>
    <p:sldLayoutId id="2147483678" r:id="rId8"/>
    <p:sldLayoutId id="2147483679" r:id="rId9"/>
    <p:sldLayoutId id="2147483680" r:id="rId10"/>
    <p:sldLayoutId id="2147483681" r:id="rId11"/>
    <p:sldLayoutId id="2147483682" r:id="rId12"/>
    <p:sldLayoutId id="2147483685" r:id="rId13"/>
  </p:sldLayoutIdLst>
  <p:hf hdr="0" ftr="0" dt="0"/>
  <p:txStyles>
    <p:titleStyle>
      <a:lvl1pPr algn="l" defTabSz="914400" rtl="0" eaLnBrk="1" latinLnBrk="0" hangingPunct="1">
        <a:lnSpc>
          <a:spcPct val="90000"/>
        </a:lnSpc>
        <a:spcBef>
          <a:spcPct val="0"/>
        </a:spcBef>
        <a:buNone/>
        <a:defRPr sz="4400" kern="1200">
          <a:solidFill>
            <a:schemeClr val="accent4">
              <a:lumMod val="75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accent4">
              <a:lumMod val="7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accent4">
              <a:lumMod val="7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accent4">
              <a:lumMod val="7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accent4">
              <a:lumMod val="7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accent4">
              <a:lumMod val="7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hyperlink" Target="https://www.flickr.com/photos/44947946@N06/6042886100/"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20.jpeg"/><Relationship Id="rId7" Type="http://schemas.openxmlformats.org/officeDocument/2006/relationships/diagramColors" Target="../diagrams/colors1.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8.xml"/><Relationship Id="rId1" Type="http://schemas.openxmlformats.org/officeDocument/2006/relationships/slideLayout" Target="../slideLayouts/slideLayout8.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9.xml"/><Relationship Id="rId1" Type="http://schemas.openxmlformats.org/officeDocument/2006/relationships/slideLayout" Target="../slideLayouts/slideLayout6.xml"/><Relationship Id="rId4" Type="http://schemas.openxmlformats.org/officeDocument/2006/relationships/hyperlink" Target="https://www.pinterest.cl/pin/766597167800216358/" TargetMode="External"/></Relationships>
</file>

<file path=ppt/slides/_rels/slide10.xml.rels><?xml version="1.0" encoding="UTF-8" standalone="yes"?>
<Relationships xmlns="http://schemas.openxmlformats.org/package/2006/relationships"><Relationship Id="rId8" Type="http://schemas.openxmlformats.org/officeDocument/2006/relationships/hyperlink" Target="https://www.onetonline.org/" TargetMode="External"/><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3.xml"/><Relationship Id="rId1" Type="http://schemas.openxmlformats.org/officeDocument/2006/relationships/slideLayout" Target="../slideLayouts/slideLayout10.xml"/><Relationship Id="rId4" Type="http://schemas.openxmlformats.org/officeDocument/2006/relationships/hyperlink" Target="https://www.pitchnhire.com/blog/chain-of-command" TargetMode="Externa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34.jpg"/><Relationship Id="rId2" Type="http://schemas.openxmlformats.org/officeDocument/2006/relationships/notesSlide" Target="../notesSlides/notesSlide19.xml"/><Relationship Id="rId1" Type="http://schemas.openxmlformats.org/officeDocument/2006/relationships/slideLayout" Target="../slideLayouts/slideLayout10.xml"/><Relationship Id="rId4" Type="http://schemas.openxmlformats.org/officeDocument/2006/relationships/hyperlink" Target="https://www.thehansindia.com/hans/young-hans/today-is-education-technology-day-benefits-of-educational-technology-762730" TargetMode="Externa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B56DCC-AE35-A8D4-597B-DAE7A10E143F}"/>
              </a:ext>
            </a:extLst>
          </p:cNvPr>
          <p:cNvSpPr>
            <a:spLocks noGrp="1"/>
          </p:cNvSpPr>
          <p:nvPr>
            <p:ph type="title"/>
          </p:nvPr>
        </p:nvSpPr>
        <p:spPr/>
        <p:txBody>
          <a:bodyPr/>
          <a:lstStyle/>
          <a:p>
            <a:r>
              <a:rPr lang="en-US" dirty="0"/>
              <a:t>Industrial-Organizational Psychology </a:t>
            </a:r>
          </a:p>
        </p:txBody>
      </p:sp>
      <p:sp>
        <p:nvSpPr>
          <p:cNvPr id="3" name="Text Placeholder 2">
            <a:extLst>
              <a:ext uri="{FF2B5EF4-FFF2-40B4-BE49-F238E27FC236}">
                <a16:creationId xmlns:a16="http://schemas.microsoft.com/office/drawing/2014/main" id="{5B00A2D9-55BE-07C5-5751-AD4B69190181}"/>
              </a:ext>
            </a:extLst>
          </p:cNvPr>
          <p:cNvSpPr>
            <a:spLocks noGrp="1"/>
          </p:cNvSpPr>
          <p:nvPr>
            <p:ph type="body" sz="quarter" idx="10"/>
          </p:nvPr>
        </p:nvSpPr>
        <p:spPr/>
        <p:txBody>
          <a:bodyPr/>
          <a:lstStyle/>
          <a:p>
            <a:r>
              <a:rPr lang="en-US" dirty="0"/>
              <a:t>Chapter 13</a:t>
            </a:r>
          </a:p>
        </p:txBody>
      </p:sp>
      <p:pic>
        <p:nvPicPr>
          <p:cNvPr id="8" name="Picture Placeholder 7">
            <a:extLst>
              <a:ext uri="{FF2B5EF4-FFF2-40B4-BE49-F238E27FC236}">
                <a16:creationId xmlns:a16="http://schemas.microsoft.com/office/drawing/2014/main" id="{87A1C531-315C-5346-A7D4-A3C6D4D48DDA}"/>
              </a:ext>
              <a:ext uri="{C183D7F6-B498-43B3-948B-1728B52AA6E4}">
                <adec:decorative xmlns:adec="http://schemas.microsoft.com/office/drawing/2017/decorative" val="1"/>
              </a:ext>
            </a:extLst>
          </p:cNvPr>
          <p:cNvPicPr>
            <a:picLocks noGrp="1" noChangeAspect="1"/>
          </p:cNvPicPr>
          <p:nvPr>
            <p:ph type="pic" sz="quarter" idx="11"/>
          </p:nvPr>
        </p:nvPicPr>
        <p:blipFill>
          <a:blip r:embed="rId3">
            <a:extLst>
              <a:ext uri="{837473B0-CC2E-450A-ABE3-18F120FF3D39}">
                <a1611:picAttrSrcUrl xmlns:a1611="http://schemas.microsoft.com/office/drawing/2016/11/main" r:id="rId4"/>
              </a:ext>
            </a:extLst>
          </a:blip>
          <a:srcRect t="4891" b="4891"/>
          <a:stretch>
            <a:fillRect/>
          </a:stretch>
        </p:blipFill>
        <p:spPr/>
      </p:pic>
    </p:spTree>
    <p:extLst>
      <p:ext uri="{BB962C8B-B14F-4D97-AF65-F5344CB8AC3E}">
        <p14:creationId xmlns:p14="http://schemas.microsoft.com/office/powerpoint/2010/main" val="40198980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165774-2A59-88B9-83D9-F90ECF42E58C}"/>
              </a:ext>
            </a:extLst>
          </p:cNvPr>
          <p:cNvSpPr>
            <a:spLocks noGrp="1"/>
          </p:cNvSpPr>
          <p:nvPr>
            <p:ph type="title"/>
          </p:nvPr>
        </p:nvSpPr>
        <p:spPr/>
        <p:txBody>
          <a:bodyPr/>
          <a:lstStyle/>
          <a:p>
            <a:r>
              <a:rPr lang="en-US" dirty="0"/>
              <a:t>Agenda</a:t>
            </a:r>
          </a:p>
        </p:txBody>
      </p:sp>
      <p:sp>
        <p:nvSpPr>
          <p:cNvPr id="3" name="Content Placeholder 2">
            <a:extLst>
              <a:ext uri="{FF2B5EF4-FFF2-40B4-BE49-F238E27FC236}">
                <a16:creationId xmlns:a16="http://schemas.microsoft.com/office/drawing/2014/main" id="{77B6CDEA-EE7B-E5F5-2C9D-B16594F845DE}"/>
              </a:ext>
            </a:extLst>
          </p:cNvPr>
          <p:cNvSpPr>
            <a:spLocks noGrp="1"/>
          </p:cNvSpPr>
          <p:nvPr>
            <p:ph idx="1"/>
          </p:nvPr>
        </p:nvSpPr>
        <p:spPr>
          <a:xfrm>
            <a:off x="4608576" y="667512"/>
            <a:ext cx="4736592" cy="5568696"/>
          </a:xfrm>
        </p:spPr>
        <p:txBody>
          <a:bodyPr/>
          <a:lstStyle/>
          <a:p>
            <a:r>
              <a:rPr lang="en-US" dirty="0"/>
              <a:t>What is I-O Psychology?</a:t>
            </a:r>
          </a:p>
          <a:p>
            <a:r>
              <a:rPr lang="en-US" dirty="0"/>
              <a:t>Industrial Psychology</a:t>
            </a:r>
          </a:p>
          <a:p>
            <a:r>
              <a:rPr lang="en-US" dirty="0"/>
              <a:t>Organizational Psychology</a:t>
            </a:r>
          </a:p>
          <a:p>
            <a:r>
              <a:rPr lang="en-US" dirty="0"/>
              <a:t>Human Factors Psychology</a:t>
            </a:r>
          </a:p>
          <a:p>
            <a:endParaRPr lang="en-US" dirty="0"/>
          </a:p>
          <a:p>
            <a:endParaRPr lang="en-US" dirty="0"/>
          </a:p>
        </p:txBody>
      </p:sp>
      <p:sp>
        <p:nvSpPr>
          <p:cNvPr id="4" name="Slide Number Placeholder 3">
            <a:extLst>
              <a:ext uri="{FF2B5EF4-FFF2-40B4-BE49-F238E27FC236}">
                <a16:creationId xmlns:a16="http://schemas.microsoft.com/office/drawing/2014/main" id="{0937694A-0676-0018-F0BE-E8EEEDA51521}"/>
              </a:ext>
            </a:extLst>
          </p:cNvPr>
          <p:cNvSpPr>
            <a:spLocks noGrp="1"/>
          </p:cNvSpPr>
          <p:nvPr>
            <p:ph type="sldNum" sz="quarter" idx="12"/>
          </p:nvPr>
        </p:nvSpPr>
        <p:spPr/>
        <p:txBody>
          <a:bodyPr/>
          <a:lstStyle/>
          <a:p>
            <a:fld id="{CBD12358-51D2-46B3-9BDE-DF29528B9454}" type="slidenum">
              <a:rPr lang="en-US" smtClean="0"/>
              <a:t>2</a:t>
            </a:fld>
            <a:endParaRPr lang="en-US" dirty="0"/>
          </a:p>
        </p:txBody>
      </p:sp>
    </p:spTree>
    <p:extLst>
      <p:ext uri="{BB962C8B-B14F-4D97-AF65-F5344CB8AC3E}">
        <p14:creationId xmlns:p14="http://schemas.microsoft.com/office/powerpoint/2010/main" val="1542151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 name="Picture 18" descr="Background pattern&#10;&#10;Description automatically generated">
            <a:extLst>
              <a:ext uri="{FF2B5EF4-FFF2-40B4-BE49-F238E27FC236}">
                <a16:creationId xmlns:a16="http://schemas.microsoft.com/office/drawing/2014/main" id="{A0B10DA7-CBC1-4E20-8246-6AF73935A30B}"/>
              </a:ext>
            </a:extLst>
          </p:cNvPr>
          <p:cNvPicPr>
            <a:picLocks noChangeAspect="1"/>
          </p:cNvPicPr>
          <p:nvPr/>
        </p:nvPicPr>
        <p:blipFill rotWithShape="1">
          <a:blip r:embed="rId3">
            <a:alphaModFix amt="35000"/>
          </a:blip>
          <a:srcRect t="15760" r="1" b="1"/>
          <a:stretch/>
        </p:blipFill>
        <p:spPr>
          <a:xfrm>
            <a:off x="-4243" y="10"/>
            <a:ext cx="12196243" cy="6857990"/>
          </a:xfrm>
          <a:prstGeom prst="rect">
            <a:avLst/>
          </a:prstGeom>
        </p:spPr>
      </p:pic>
      <p:sp>
        <p:nvSpPr>
          <p:cNvPr id="2" name="Title 1">
            <a:extLst>
              <a:ext uri="{FF2B5EF4-FFF2-40B4-BE49-F238E27FC236}">
                <a16:creationId xmlns:a16="http://schemas.microsoft.com/office/drawing/2014/main" id="{FBFE5206-663D-4F1C-B091-BF6ED4DFFEE8}"/>
              </a:ext>
            </a:extLst>
          </p:cNvPr>
          <p:cNvSpPr>
            <a:spLocks noGrp="1"/>
          </p:cNvSpPr>
          <p:nvPr>
            <p:ph type="title"/>
          </p:nvPr>
        </p:nvSpPr>
        <p:spPr>
          <a:xfrm>
            <a:off x="643467" y="321734"/>
            <a:ext cx="10905066" cy="1135737"/>
          </a:xfrm>
        </p:spPr>
        <p:txBody>
          <a:bodyPr>
            <a:normAutofit/>
          </a:bodyPr>
          <a:lstStyle/>
          <a:p>
            <a:r>
              <a:rPr lang="en-US" sz="3600" dirty="0"/>
              <a:t>What is the focus of each area of I-O psychology? </a:t>
            </a:r>
          </a:p>
        </p:txBody>
      </p:sp>
      <p:graphicFrame>
        <p:nvGraphicFramePr>
          <p:cNvPr id="27" name="Content Placeholder 2">
            <a:extLst>
              <a:ext uri="{FF2B5EF4-FFF2-40B4-BE49-F238E27FC236}">
                <a16:creationId xmlns:a16="http://schemas.microsoft.com/office/drawing/2014/main" id="{07B56844-A4E3-4251-9A1D-97D1CACDE28C}"/>
              </a:ext>
            </a:extLst>
          </p:cNvPr>
          <p:cNvGraphicFramePr>
            <a:graphicFrameLocks noGrp="1"/>
          </p:cNvGraphicFramePr>
          <p:nvPr>
            <p:ph idx="1"/>
            <p:extLst>
              <p:ext uri="{D42A27DB-BD31-4B8C-83A1-F6EECF244321}">
                <p14:modId xmlns:p14="http://schemas.microsoft.com/office/powerpoint/2010/main" val="1945826560"/>
              </p:ext>
            </p:extLst>
          </p:nvPr>
        </p:nvGraphicFramePr>
        <p:xfrm>
          <a:off x="643467" y="1782981"/>
          <a:ext cx="10905066" cy="4393982"/>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9197040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251E0C1-29AB-3FCD-9510-3012EEA52D34}"/>
              </a:ext>
            </a:extLst>
          </p:cNvPr>
          <p:cNvSpPr>
            <a:spLocks noGrp="1"/>
          </p:cNvSpPr>
          <p:nvPr>
            <p:ph type="title"/>
          </p:nvPr>
        </p:nvSpPr>
        <p:spPr/>
        <p:txBody>
          <a:bodyPr/>
          <a:lstStyle/>
          <a:p>
            <a:r>
              <a:rPr lang="en-US" dirty="0"/>
              <a:t>Industrial Psychologist</a:t>
            </a:r>
          </a:p>
        </p:txBody>
      </p:sp>
      <p:sp>
        <p:nvSpPr>
          <p:cNvPr id="6" name="Content Placeholder 5">
            <a:extLst>
              <a:ext uri="{FF2B5EF4-FFF2-40B4-BE49-F238E27FC236}">
                <a16:creationId xmlns:a16="http://schemas.microsoft.com/office/drawing/2014/main" id="{9196024D-DDAE-F576-FDC4-F3C86E41E902}"/>
              </a:ext>
            </a:extLst>
          </p:cNvPr>
          <p:cNvSpPr>
            <a:spLocks noGrp="1"/>
          </p:cNvSpPr>
          <p:nvPr>
            <p:ph idx="1"/>
          </p:nvPr>
        </p:nvSpPr>
        <p:spPr>
          <a:solidFill>
            <a:schemeClr val="tx2">
              <a:lumMod val="20000"/>
              <a:lumOff val="80000"/>
            </a:schemeClr>
          </a:solidFill>
        </p:spPr>
        <p:txBody>
          <a:bodyPr/>
          <a:lstStyle/>
          <a:p>
            <a:pPr marL="0" indent="0">
              <a:buNone/>
            </a:pPr>
            <a:r>
              <a:rPr lang="en-US" b="1" dirty="0"/>
              <a:t>Description</a:t>
            </a:r>
          </a:p>
          <a:p>
            <a:r>
              <a:rPr lang="en-US" dirty="0"/>
              <a:t>Specializes and focuses on the retention of employees and hiring practices to ensure the least number of firings and the greatest number of hirings relative to the organization’s size.</a:t>
            </a:r>
          </a:p>
          <a:p>
            <a:endParaRPr lang="en-US" dirty="0"/>
          </a:p>
        </p:txBody>
      </p:sp>
      <p:sp>
        <p:nvSpPr>
          <p:cNvPr id="7" name="Content Placeholder 6">
            <a:extLst>
              <a:ext uri="{FF2B5EF4-FFF2-40B4-BE49-F238E27FC236}">
                <a16:creationId xmlns:a16="http://schemas.microsoft.com/office/drawing/2014/main" id="{253475EE-A911-0EDF-33B0-19F22FE68023}"/>
              </a:ext>
            </a:extLst>
          </p:cNvPr>
          <p:cNvSpPr>
            <a:spLocks noGrp="1"/>
          </p:cNvSpPr>
          <p:nvPr>
            <p:ph idx="13"/>
          </p:nvPr>
        </p:nvSpPr>
        <p:spPr>
          <a:solidFill>
            <a:schemeClr val="tx2">
              <a:lumMod val="20000"/>
              <a:lumOff val="80000"/>
            </a:schemeClr>
          </a:solidFill>
        </p:spPr>
        <p:txBody>
          <a:bodyPr/>
          <a:lstStyle/>
          <a:p>
            <a:pPr marL="0" indent="0">
              <a:spcBef>
                <a:spcPts val="600"/>
              </a:spcBef>
              <a:spcAft>
                <a:spcPts val="600"/>
              </a:spcAft>
              <a:buNone/>
            </a:pPr>
            <a:r>
              <a:rPr lang="en-US" b="1" dirty="0"/>
              <a:t>Types of Jobs</a:t>
            </a:r>
          </a:p>
          <a:p>
            <a:pPr>
              <a:spcBef>
                <a:spcPts val="600"/>
              </a:spcBef>
              <a:spcAft>
                <a:spcPts val="600"/>
              </a:spcAft>
            </a:pPr>
            <a:r>
              <a:rPr lang="en-US" dirty="0"/>
              <a:t>Personnel Analyst</a:t>
            </a:r>
          </a:p>
          <a:p>
            <a:pPr>
              <a:spcBef>
                <a:spcPts val="600"/>
              </a:spcBef>
              <a:spcAft>
                <a:spcPts val="600"/>
              </a:spcAft>
            </a:pPr>
            <a:r>
              <a:rPr lang="en-US" dirty="0"/>
              <a:t>Instructional Designer</a:t>
            </a:r>
          </a:p>
          <a:p>
            <a:pPr>
              <a:spcBef>
                <a:spcPts val="600"/>
              </a:spcBef>
              <a:spcAft>
                <a:spcPts val="600"/>
              </a:spcAft>
            </a:pPr>
            <a:r>
              <a:rPr lang="en-US" dirty="0"/>
              <a:t>Professor</a:t>
            </a:r>
          </a:p>
          <a:p>
            <a:pPr>
              <a:spcBef>
                <a:spcPts val="600"/>
              </a:spcBef>
              <a:spcAft>
                <a:spcPts val="600"/>
              </a:spcAft>
            </a:pPr>
            <a:r>
              <a:rPr lang="en-US" dirty="0"/>
              <a:t>Research Analyst</a:t>
            </a:r>
          </a:p>
        </p:txBody>
      </p:sp>
      <p:sp>
        <p:nvSpPr>
          <p:cNvPr id="4" name="Slide Number Placeholder 3">
            <a:extLst>
              <a:ext uri="{FF2B5EF4-FFF2-40B4-BE49-F238E27FC236}">
                <a16:creationId xmlns:a16="http://schemas.microsoft.com/office/drawing/2014/main" id="{93DCC892-804B-8328-D5E9-F9BCF37074D9}"/>
              </a:ext>
            </a:extLst>
          </p:cNvPr>
          <p:cNvSpPr>
            <a:spLocks noGrp="1"/>
          </p:cNvSpPr>
          <p:nvPr>
            <p:ph type="sldNum" sz="quarter" idx="12"/>
          </p:nvPr>
        </p:nvSpPr>
        <p:spPr/>
        <p:txBody>
          <a:bodyPr/>
          <a:lstStyle/>
          <a:p>
            <a:fld id="{CBD12358-51D2-46B3-9BDE-DF29528B9454}" type="slidenum">
              <a:rPr lang="en-US" smtClean="0"/>
              <a:t>4</a:t>
            </a:fld>
            <a:endParaRPr lang="en-US" dirty="0"/>
          </a:p>
        </p:txBody>
      </p:sp>
    </p:spTree>
    <p:extLst>
      <p:ext uri="{BB962C8B-B14F-4D97-AF65-F5344CB8AC3E}">
        <p14:creationId xmlns:p14="http://schemas.microsoft.com/office/powerpoint/2010/main" val="41466319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A1154D-8B88-5A60-DE99-562722C09A35}"/>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3FB50FA-4E6C-C5D4-F9A8-FD2EAFA1EA79}"/>
              </a:ext>
            </a:extLst>
          </p:cNvPr>
          <p:cNvSpPr>
            <a:spLocks noGrp="1"/>
          </p:cNvSpPr>
          <p:nvPr>
            <p:ph type="title"/>
          </p:nvPr>
        </p:nvSpPr>
        <p:spPr/>
        <p:txBody>
          <a:bodyPr/>
          <a:lstStyle/>
          <a:p>
            <a:r>
              <a:rPr lang="en-US" dirty="0"/>
              <a:t>Organizational Psychologist</a:t>
            </a:r>
          </a:p>
        </p:txBody>
      </p:sp>
      <p:sp>
        <p:nvSpPr>
          <p:cNvPr id="6" name="Content Placeholder 5">
            <a:extLst>
              <a:ext uri="{FF2B5EF4-FFF2-40B4-BE49-F238E27FC236}">
                <a16:creationId xmlns:a16="http://schemas.microsoft.com/office/drawing/2014/main" id="{A85E5684-FB3F-6FDE-76B7-68F014886BF0}"/>
              </a:ext>
            </a:extLst>
          </p:cNvPr>
          <p:cNvSpPr>
            <a:spLocks noGrp="1"/>
          </p:cNvSpPr>
          <p:nvPr>
            <p:ph idx="1"/>
          </p:nvPr>
        </p:nvSpPr>
        <p:spPr>
          <a:solidFill>
            <a:schemeClr val="tx2">
              <a:lumMod val="20000"/>
              <a:lumOff val="80000"/>
            </a:schemeClr>
          </a:solidFill>
        </p:spPr>
        <p:txBody>
          <a:bodyPr/>
          <a:lstStyle/>
          <a:p>
            <a:pPr marL="0" indent="0">
              <a:buNone/>
            </a:pPr>
            <a:r>
              <a:rPr lang="en-US" b="1" dirty="0"/>
              <a:t>Description</a:t>
            </a:r>
          </a:p>
          <a:p>
            <a:r>
              <a:rPr lang="en-US" dirty="0"/>
              <a:t>Works with the relationships that employees develop with their organizations and conversely that their organization develops with them. In addition, studies the relationships that develop between co-workers and how that is influenced by organizational norms.</a:t>
            </a:r>
          </a:p>
          <a:p>
            <a:pPr marL="0" indent="0">
              <a:buNone/>
            </a:pPr>
            <a:endParaRPr lang="en-US" dirty="0"/>
          </a:p>
        </p:txBody>
      </p:sp>
      <p:sp>
        <p:nvSpPr>
          <p:cNvPr id="7" name="Content Placeholder 6">
            <a:extLst>
              <a:ext uri="{FF2B5EF4-FFF2-40B4-BE49-F238E27FC236}">
                <a16:creationId xmlns:a16="http://schemas.microsoft.com/office/drawing/2014/main" id="{1C987495-25B9-24E4-A263-64D5F99DE9CC}"/>
              </a:ext>
            </a:extLst>
          </p:cNvPr>
          <p:cNvSpPr>
            <a:spLocks noGrp="1"/>
          </p:cNvSpPr>
          <p:nvPr>
            <p:ph idx="13"/>
          </p:nvPr>
        </p:nvSpPr>
        <p:spPr>
          <a:solidFill>
            <a:schemeClr val="tx2">
              <a:lumMod val="20000"/>
              <a:lumOff val="80000"/>
            </a:schemeClr>
          </a:solidFill>
        </p:spPr>
        <p:txBody>
          <a:bodyPr>
            <a:normAutofit lnSpcReduction="10000"/>
          </a:bodyPr>
          <a:lstStyle/>
          <a:p>
            <a:pPr marL="0" indent="0">
              <a:spcBef>
                <a:spcPts val="600"/>
              </a:spcBef>
              <a:spcAft>
                <a:spcPts val="600"/>
              </a:spcAft>
              <a:buNone/>
            </a:pPr>
            <a:r>
              <a:rPr lang="en-US" b="1" dirty="0"/>
              <a:t>Types of Jobs</a:t>
            </a:r>
          </a:p>
          <a:p>
            <a:pPr>
              <a:spcBef>
                <a:spcPts val="600"/>
              </a:spcBef>
              <a:spcAft>
                <a:spcPts val="600"/>
              </a:spcAft>
            </a:pPr>
            <a:r>
              <a:rPr lang="en-US" dirty="0"/>
              <a:t>HR Research Specialist</a:t>
            </a:r>
          </a:p>
          <a:p>
            <a:pPr>
              <a:spcBef>
                <a:spcPts val="600"/>
              </a:spcBef>
              <a:spcAft>
                <a:spcPts val="600"/>
              </a:spcAft>
            </a:pPr>
            <a:r>
              <a:rPr lang="en-US" dirty="0"/>
              <a:t>Professor</a:t>
            </a:r>
          </a:p>
          <a:p>
            <a:pPr>
              <a:spcBef>
                <a:spcPts val="600"/>
              </a:spcBef>
              <a:spcAft>
                <a:spcPts val="600"/>
              </a:spcAft>
            </a:pPr>
            <a:r>
              <a:rPr lang="en-US" dirty="0"/>
              <a:t>Project Consultant</a:t>
            </a:r>
          </a:p>
          <a:p>
            <a:pPr>
              <a:spcBef>
                <a:spcPts val="600"/>
              </a:spcBef>
              <a:spcAft>
                <a:spcPts val="600"/>
              </a:spcAft>
            </a:pPr>
            <a:r>
              <a:rPr lang="en-US" dirty="0"/>
              <a:t>Personnel Psychologist</a:t>
            </a:r>
          </a:p>
          <a:p>
            <a:pPr>
              <a:spcBef>
                <a:spcPts val="600"/>
              </a:spcBef>
              <a:spcAft>
                <a:spcPts val="600"/>
              </a:spcAft>
            </a:pPr>
            <a:r>
              <a:rPr lang="en-US" dirty="0"/>
              <a:t>Test Developer</a:t>
            </a:r>
          </a:p>
          <a:p>
            <a:pPr>
              <a:spcBef>
                <a:spcPts val="600"/>
              </a:spcBef>
              <a:spcAft>
                <a:spcPts val="600"/>
              </a:spcAft>
            </a:pPr>
            <a:r>
              <a:rPr lang="en-US" dirty="0"/>
              <a:t>Training Developer</a:t>
            </a:r>
          </a:p>
          <a:p>
            <a:pPr>
              <a:spcBef>
                <a:spcPts val="600"/>
              </a:spcBef>
              <a:spcAft>
                <a:spcPts val="600"/>
              </a:spcAft>
            </a:pPr>
            <a:r>
              <a:rPr lang="en-US" dirty="0"/>
              <a:t>Leadership Developer</a:t>
            </a:r>
          </a:p>
          <a:p>
            <a:pPr>
              <a:spcBef>
                <a:spcPts val="600"/>
              </a:spcBef>
              <a:spcAft>
                <a:spcPts val="600"/>
              </a:spcAft>
            </a:pPr>
            <a:r>
              <a:rPr lang="en-US" dirty="0"/>
              <a:t>Talent Developer</a:t>
            </a:r>
          </a:p>
        </p:txBody>
      </p:sp>
      <p:sp>
        <p:nvSpPr>
          <p:cNvPr id="4" name="Slide Number Placeholder 3">
            <a:extLst>
              <a:ext uri="{FF2B5EF4-FFF2-40B4-BE49-F238E27FC236}">
                <a16:creationId xmlns:a16="http://schemas.microsoft.com/office/drawing/2014/main" id="{84EAD34C-B391-37F0-A267-35B0121D1392}"/>
              </a:ext>
            </a:extLst>
          </p:cNvPr>
          <p:cNvSpPr>
            <a:spLocks noGrp="1"/>
          </p:cNvSpPr>
          <p:nvPr>
            <p:ph type="sldNum" sz="quarter" idx="12"/>
          </p:nvPr>
        </p:nvSpPr>
        <p:spPr/>
        <p:txBody>
          <a:bodyPr/>
          <a:lstStyle/>
          <a:p>
            <a:fld id="{CBD12358-51D2-46B3-9BDE-DF29528B9454}" type="slidenum">
              <a:rPr lang="en-US" smtClean="0"/>
              <a:t>5</a:t>
            </a:fld>
            <a:endParaRPr lang="en-US" dirty="0"/>
          </a:p>
        </p:txBody>
      </p:sp>
    </p:spTree>
    <p:extLst>
      <p:ext uri="{BB962C8B-B14F-4D97-AF65-F5344CB8AC3E}">
        <p14:creationId xmlns:p14="http://schemas.microsoft.com/office/powerpoint/2010/main" val="5720866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4DCEF5-9D03-5CB2-8095-CCC5F7D0E9B5}"/>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9772C9EF-3055-1282-E563-18374337F403}"/>
              </a:ext>
            </a:extLst>
          </p:cNvPr>
          <p:cNvSpPr>
            <a:spLocks noGrp="1"/>
          </p:cNvSpPr>
          <p:nvPr>
            <p:ph type="title"/>
          </p:nvPr>
        </p:nvSpPr>
        <p:spPr/>
        <p:txBody>
          <a:bodyPr/>
          <a:lstStyle/>
          <a:p>
            <a:r>
              <a:rPr lang="en-US" dirty="0"/>
              <a:t>Human Factors and Engineering</a:t>
            </a:r>
          </a:p>
        </p:txBody>
      </p:sp>
      <p:sp>
        <p:nvSpPr>
          <p:cNvPr id="6" name="Content Placeholder 5">
            <a:extLst>
              <a:ext uri="{FF2B5EF4-FFF2-40B4-BE49-F238E27FC236}">
                <a16:creationId xmlns:a16="http://schemas.microsoft.com/office/drawing/2014/main" id="{55DDDA9E-7E09-883B-1078-01AA15ECD3EF}"/>
              </a:ext>
            </a:extLst>
          </p:cNvPr>
          <p:cNvSpPr>
            <a:spLocks noGrp="1"/>
          </p:cNvSpPr>
          <p:nvPr>
            <p:ph idx="1"/>
          </p:nvPr>
        </p:nvSpPr>
        <p:spPr>
          <a:solidFill>
            <a:schemeClr val="tx2">
              <a:lumMod val="20000"/>
              <a:lumOff val="80000"/>
            </a:schemeClr>
          </a:solidFill>
        </p:spPr>
        <p:txBody>
          <a:bodyPr>
            <a:normAutofit lnSpcReduction="10000"/>
          </a:bodyPr>
          <a:lstStyle/>
          <a:p>
            <a:pPr marL="0" indent="0">
              <a:buNone/>
            </a:pPr>
            <a:r>
              <a:rPr lang="en-US" b="1" dirty="0"/>
              <a:t>Description</a:t>
            </a:r>
          </a:p>
          <a:p>
            <a:r>
              <a:rPr lang="en-US" dirty="0"/>
              <a:t>Researches advances and changes in technology in an effort to improve the way technology is used by consumers, whether with consumer products, technologies, transportation, work environments, or communications. Seeks to be better able to predict the ways in which people can and will utilize technology and products in an effort to provide improved safety and reliability.</a:t>
            </a:r>
          </a:p>
        </p:txBody>
      </p:sp>
      <p:sp>
        <p:nvSpPr>
          <p:cNvPr id="7" name="Content Placeholder 6">
            <a:extLst>
              <a:ext uri="{FF2B5EF4-FFF2-40B4-BE49-F238E27FC236}">
                <a16:creationId xmlns:a16="http://schemas.microsoft.com/office/drawing/2014/main" id="{E6539E17-6473-22E4-3889-0358D068BA8A}"/>
              </a:ext>
            </a:extLst>
          </p:cNvPr>
          <p:cNvSpPr>
            <a:spLocks noGrp="1"/>
          </p:cNvSpPr>
          <p:nvPr>
            <p:ph idx="13"/>
          </p:nvPr>
        </p:nvSpPr>
        <p:spPr>
          <a:solidFill>
            <a:schemeClr val="tx2">
              <a:lumMod val="20000"/>
              <a:lumOff val="80000"/>
            </a:schemeClr>
          </a:solidFill>
        </p:spPr>
        <p:txBody>
          <a:bodyPr>
            <a:normAutofit lnSpcReduction="10000"/>
          </a:bodyPr>
          <a:lstStyle/>
          <a:p>
            <a:pPr marL="0" indent="0">
              <a:spcBef>
                <a:spcPts val="600"/>
              </a:spcBef>
              <a:spcAft>
                <a:spcPts val="600"/>
              </a:spcAft>
              <a:buNone/>
            </a:pPr>
            <a:r>
              <a:rPr lang="en-US" b="1" dirty="0"/>
              <a:t>Types of Jobs</a:t>
            </a:r>
          </a:p>
          <a:p>
            <a:pPr>
              <a:spcBef>
                <a:spcPts val="600"/>
              </a:spcBef>
              <a:spcAft>
                <a:spcPts val="600"/>
              </a:spcAft>
            </a:pPr>
            <a:r>
              <a:rPr lang="en-US" dirty="0"/>
              <a:t>Professor</a:t>
            </a:r>
          </a:p>
          <a:p>
            <a:pPr>
              <a:spcBef>
                <a:spcPts val="600"/>
              </a:spcBef>
              <a:spcAft>
                <a:spcPts val="600"/>
              </a:spcAft>
            </a:pPr>
            <a:r>
              <a:rPr lang="en-US" dirty="0"/>
              <a:t>Ergonomist</a:t>
            </a:r>
          </a:p>
          <a:p>
            <a:pPr>
              <a:spcBef>
                <a:spcPts val="600"/>
              </a:spcBef>
              <a:spcAft>
                <a:spcPts val="600"/>
              </a:spcAft>
            </a:pPr>
            <a:r>
              <a:rPr lang="en-US" dirty="0"/>
              <a:t>Safety Scientist</a:t>
            </a:r>
          </a:p>
          <a:p>
            <a:pPr>
              <a:spcBef>
                <a:spcPts val="600"/>
              </a:spcBef>
              <a:spcAft>
                <a:spcPts val="600"/>
              </a:spcAft>
            </a:pPr>
            <a:r>
              <a:rPr lang="en-US" dirty="0"/>
              <a:t>Project Consultant</a:t>
            </a:r>
          </a:p>
          <a:p>
            <a:pPr>
              <a:spcBef>
                <a:spcPts val="600"/>
              </a:spcBef>
              <a:spcAft>
                <a:spcPts val="600"/>
              </a:spcAft>
            </a:pPr>
            <a:r>
              <a:rPr lang="en-US" dirty="0"/>
              <a:t>Inspector</a:t>
            </a:r>
          </a:p>
          <a:p>
            <a:pPr>
              <a:spcBef>
                <a:spcPts val="600"/>
              </a:spcBef>
              <a:spcAft>
                <a:spcPts val="600"/>
              </a:spcAft>
            </a:pPr>
            <a:r>
              <a:rPr lang="en-US" dirty="0"/>
              <a:t>Research Scientist</a:t>
            </a:r>
          </a:p>
          <a:p>
            <a:pPr>
              <a:spcBef>
                <a:spcPts val="600"/>
              </a:spcBef>
              <a:spcAft>
                <a:spcPts val="600"/>
              </a:spcAft>
            </a:pPr>
            <a:r>
              <a:rPr lang="en-US" dirty="0"/>
              <a:t>Marketer</a:t>
            </a:r>
          </a:p>
          <a:p>
            <a:pPr>
              <a:spcBef>
                <a:spcPts val="600"/>
              </a:spcBef>
              <a:spcAft>
                <a:spcPts val="600"/>
              </a:spcAft>
            </a:pPr>
            <a:r>
              <a:rPr lang="en-US" dirty="0"/>
              <a:t>Product Development</a:t>
            </a:r>
          </a:p>
        </p:txBody>
      </p:sp>
      <p:sp>
        <p:nvSpPr>
          <p:cNvPr id="4" name="Slide Number Placeholder 3">
            <a:extLst>
              <a:ext uri="{FF2B5EF4-FFF2-40B4-BE49-F238E27FC236}">
                <a16:creationId xmlns:a16="http://schemas.microsoft.com/office/drawing/2014/main" id="{5841051A-46BE-A959-CB23-04F1DA7C671C}"/>
              </a:ext>
            </a:extLst>
          </p:cNvPr>
          <p:cNvSpPr>
            <a:spLocks noGrp="1"/>
          </p:cNvSpPr>
          <p:nvPr>
            <p:ph type="sldNum" sz="quarter" idx="12"/>
          </p:nvPr>
        </p:nvSpPr>
        <p:spPr/>
        <p:txBody>
          <a:bodyPr/>
          <a:lstStyle/>
          <a:p>
            <a:fld id="{CBD12358-51D2-46B3-9BDE-DF29528B9454}" type="slidenum">
              <a:rPr lang="en-US" smtClean="0"/>
              <a:t>6</a:t>
            </a:fld>
            <a:endParaRPr lang="en-US" dirty="0"/>
          </a:p>
        </p:txBody>
      </p:sp>
    </p:spTree>
    <p:extLst>
      <p:ext uri="{BB962C8B-B14F-4D97-AF65-F5344CB8AC3E}">
        <p14:creationId xmlns:p14="http://schemas.microsoft.com/office/powerpoint/2010/main" val="34191915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C7C1BE-53BA-57D5-D015-7CD70F24BDF1}"/>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F5D963ED-FCF3-305A-026A-D1D46CF12A62}"/>
              </a:ext>
            </a:extLst>
          </p:cNvPr>
          <p:cNvSpPr>
            <a:spLocks noGrp="1"/>
          </p:cNvSpPr>
          <p:nvPr>
            <p:ph type="title"/>
          </p:nvPr>
        </p:nvSpPr>
        <p:spPr/>
        <p:txBody>
          <a:bodyPr/>
          <a:lstStyle/>
          <a:p>
            <a:r>
              <a:rPr lang="en-US" dirty="0"/>
              <a:t>Sub-Specialties in I-O Psychology</a:t>
            </a:r>
          </a:p>
        </p:txBody>
      </p:sp>
      <p:sp>
        <p:nvSpPr>
          <p:cNvPr id="6" name="Content Placeholder 5">
            <a:extLst>
              <a:ext uri="{FF2B5EF4-FFF2-40B4-BE49-F238E27FC236}">
                <a16:creationId xmlns:a16="http://schemas.microsoft.com/office/drawing/2014/main" id="{B2C3A822-DE6C-87DC-5161-920B82465AD6}"/>
              </a:ext>
            </a:extLst>
          </p:cNvPr>
          <p:cNvSpPr>
            <a:spLocks noGrp="1"/>
          </p:cNvSpPr>
          <p:nvPr>
            <p:ph idx="1"/>
          </p:nvPr>
        </p:nvSpPr>
        <p:spPr>
          <a:solidFill>
            <a:schemeClr val="tx2">
              <a:lumMod val="20000"/>
              <a:lumOff val="80000"/>
            </a:schemeClr>
          </a:solidFill>
        </p:spPr>
        <p:txBody>
          <a:bodyPr/>
          <a:lstStyle/>
          <a:p>
            <a:pPr marL="0" indent="0">
              <a:buNone/>
            </a:pPr>
            <a:r>
              <a:rPr lang="en-US" b="1" dirty="0"/>
              <a:t>Humanitarian Work Psychologist</a:t>
            </a:r>
          </a:p>
          <a:p>
            <a:r>
              <a:rPr lang="en-US" dirty="0"/>
              <a:t>Works to improve the conditions of individuals who have faced serious disaster or who are part of an underserved population. Focuses on labor relations, enhancing public health services, effects on populations due to climate change, recession, and diseases.</a:t>
            </a:r>
          </a:p>
          <a:p>
            <a:r>
              <a:rPr lang="en-US" dirty="0"/>
              <a:t>Ex: Consultant, research scientist</a:t>
            </a:r>
          </a:p>
          <a:p>
            <a:endParaRPr lang="en-US" dirty="0"/>
          </a:p>
        </p:txBody>
      </p:sp>
      <p:sp>
        <p:nvSpPr>
          <p:cNvPr id="7" name="Content Placeholder 6">
            <a:extLst>
              <a:ext uri="{FF2B5EF4-FFF2-40B4-BE49-F238E27FC236}">
                <a16:creationId xmlns:a16="http://schemas.microsoft.com/office/drawing/2014/main" id="{06890F98-67AE-DCE8-D4A0-277281780D6E}"/>
              </a:ext>
            </a:extLst>
          </p:cNvPr>
          <p:cNvSpPr>
            <a:spLocks noGrp="1"/>
          </p:cNvSpPr>
          <p:nvPr>
            <p:ph idx="13"/>
          </p:nvPr>
        </p:nvSpPr>
        <p:spPr>
          <a:solidFill>
            <a:schemeClr val="tx2">
              <a:lumMod val="20000"/>
              <a:lumOff val="80000"/>
            </a:schemeClr>
          </a:solidFill>
        </p:spPr>
        <p:txBody>
          <a:bodyPr/>
          <a:lstStyle/>
          <a:p>
            <a:pPr marL="0" indent="0">
              <a:spcBef>
                <a:spcPts val="600"/>
              </a:spcBef>
              <a:spcAft>
                <a:spcPts val="600"/>
              </a:spcAft>
              <a:buNone/>
            </a:pPr>
            <a:r>
              <a:rPr lang="en-US" b="1" dirty="0"/>
              <a:t>Occupational Health Psychologist</a:t>
            </a:r>
          </a:p>
          <a:p>
            <a:pPr>
              <a:spcBef>
                <a:spcPts val="600"/>
              </a:spcBef>
              <a:spcAft>
                <a:spcPts val="600"/>
              </a:spcAft>
            </a:pPr>
            <a:r>
              <a:rPr lang="en-US" dirty="0"/>
              <a:t>Concerned with the overall well-being of both employees and organizations.</a:t>
            </a:r>
          </a:p>
          <a:p>
            <a:pPr>
              <a:spcBef>
                <a:spcPts val="600"/>
              </a:spcBef>
              <a:spcAft>
                <a:spcPts val="600"/>
              </a:spcAft>
            </a:pPr>
            <a:r>
              <a:rPr lang="en-US" dirty="0"/>
              <a:t>Ex: occupational therapist, research scientist, HR specialist</a:t>
            </a:r>
          </a:p>
        </p:txBody>
      </p:sp>
      <p:sp>
        <p:nvSpPr>
          <p:cNvPr id="4" name="Slide Number Placeholder 3">
            <a:extLst>
              <a:ext uri="{FF2B5EF4-FFF2-40B4-BE49-F238E27FC236}">
                <a16:creationId xmlns:a16="http://schemas.microsoft.com/office/drawing/2014/main" id="{4EDCD1A3-57F9-B8A9-8111-9452D6DC0FC2}"/>
              </a:ext>
            </a:extLst>
          </p:cNvPr>
          <p:cNvSpPr>
            <a:spLocks noGrp="1"/>
          </p:cNvSpPr>
          <p:nvPr>
            <p:ph type="sldNum" sz="quarter" idx="12"/>
          </p:nvPr>
        </p:nvSpPr>
        <p:spPr/>
        <p:txBody>
          <a:bodyPr/>
          <a:lstStyle/>
          <a:p>
            <a:fld id="{CBD12358-51D2-46B3-9BDE-DF29528B9454}" type="slidenum">
              <a:rPr lang="en-US" smtClean="0"/>
              <a:t>7</a:t>
            </a:fld>
            <a:endParaRPr lang="en-US" dirty="0"/>
          </a:p>
        </p:txBody>
      </p:sp>
    </p:spTree>
    <p:extLst>
      <p:ext uri="{BB962C8B-B14F-4D97-AF65-F5344CB8AC3E}">
        <p14:creationId xmlns:p14="http://schemas.microsoft.com/office/powerpoint/2010/main" val="8195276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F285B291-4185-413B-AAE0-BD71983B3D3C}"/>
              </a:ext>
            </a:extLst>
          </p:cNvPr>
          <p:cNvSpPr>
            <a:spLocks noGrp="1"/>
          </p:cNvSpPr>
          <p:nvPr>
            <p:ph type="title"/>
          </p:nvPr>
        </p:nvSpPr>
        <p:spPr>
          <a:xfrm>
            <a:off x="759133" y="640352"/>
            <a:ext cx="8721090" cy="681454"/>
          </a:xfrm>
        </p:spPr>
        <p:txBody>
          <a:bodyPr>
            <a:normAutofit fontScale="90000"/>
          </a:bodyPr>
          <a:lstStyle/>
          <a:p>
            <a:r>
              <a:rPr lang="en-US" dirty="0"/>
              <a:t>How I-O Psychology Began</a:t>
            </a:r>
          </a:p>
        </p:txBody>
      </p:sp>
      <p:graphicFrame>
        <p:nvGraphicFramePr>
          <p:cNvPr id="33" name="Content Placeholder 7">
            <a:extLst>
              <a:ext uri="{FF2B5EF4-FFF2-40B4-BE49-F238E27FC236}">
                <a16:creationId xmlns:a16="http://schemas.microsoft.com/office/drawing/2014/main" id="{A099FE28-249F-4173-B82A-7BA3B9ABA685}"/>
              </a:ext>
            </a:extLst>
          </p:cNvPr>
          <p:cNvGraphicFramePr>
            <a:graphicFrameLocks noGrp="1"/>
          </p:cNvGraphicFramePr>
          <p:nvPr>
            <p:ph idx="1"/>
            <p:extLst>
              <p:ext uri="{D42A27DB-BD31-4B8C-83A1-F6EECF244321}">
                <p14:modId xmlns:p14="http://schemas.microsoft.com/office/powerpoint/2010/main" val="997261389"/>
              </p:ext>
            </p:extLst>
          </p:nvPr>
        </p:nvGraphicFramePr>
        <p:xfrm>
          <a:off x="1074419" y="1162050"/>
          <a:ext cx="9988915" cy="48387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7243976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050989F9-E6B7-5AC2-95E5-DC2A086367D8}"/>
              </a:ext>
            </a:extLst>
          </p:cNvPr>
          <p:cNvSpPr>
            <a:spLocks noGrp="1"/>
          </p:cNvSpPr>
          <p:nvPr>
            <p:ph type="title"/>
          </p:nvPr>
        </p:nvSpPr>
        <p:spPr>
          <a:xfrm>
            <a:off x="777240" y="662940"/>
            <a:ext cx="6297930" cy="2571750"/>
          </a:xfrm>
        </p:spPr>
        <p:txBody>
          <a:bodyPr anchor="ctr">
            <a:normAutofit/>
          </a:bodyPr>
          <a:lstStyle/>
          <a:p>
            <a:r>
              <a:rPr lang="en-US" dirty="0"/>
              <a:t>How might being watched impact how people act?</a:t>
            </a:r>
          </a:p>
        </p:txBody>
      </p:sp>
      <p:sp>
        <p:nvSpPr>
          <p:cNvPr id="3" name="Content Placeholder 2">
            <a:extLst>
              <a:ext uri="{FF2B5EF4-FFF2-40B4-BE49-F238E27FC236}">
                <a16:creationId xmlns:a16="http://schemas.microsoft.com/office/drawing/2014/main" id="{34C781CD-3FC0-C846-306C-2ABF49067673}"/>
              </a:ext>
            </a:extLst>
          </p:cNvPr>
          <p:cNvSpPr>
            <a:spLocks noGrp="1"/>
          </p:cNvSpPr>
          <p:nvPr>
            <p:ph idx="1"/>
          </p:nvPr>
        </p:nvSpPr>
        <p:spPr>
          <a:xfrm>
            <a:off x="1417320" y="3623311"/>
            <a:ext cx="3419856" cy="1485900"/>
          </a:xfrm>
        </p:spPr>
        <p:txBody>
          <a:bodyPr anchor="t">
            <a:normAutofit/>
          </a:bodyPr>
          <a:lstStyle/>
          <a:p>
            <a:pPr marL="0" indent="0">
              <a:buNone/>
            </a:pPr>
            <a:r>
              <a:rPr lang="en-US" b="1" u="sng" dirty="0"/>
              <a:t>Hawthorne effect </a:t>
            </a:r>
            <a:r>
              <a:rPr lang="en-US" dirty="0"/>
              <a:t>– the increase in performance of individuals who are noticed, watched, and paid attention to by researchers or supervisors</a:t>
            </a:r>
          </a:p>
        </p:txBody>
      </p:sp>
      <p:pic>
        <p:nvPicPr>
          <p:cNvPr id="6" name="Picture Placeholder 5">
            <a:extLst>
              <a:ext uri="{FF2B5EF4-FFF2-40B4-BE49-F238E27FC236}">
                <a16:creationId xmlns:a16="http://schemas.microsoft.com/office/drawing/2014/main" id="{C567D7A6-AE21-AD67-D71E-C2CD63723F9A}"/>
              </a:ext>
              <a:ext uri="{C183D7F6-B498-43B3-948B-1728B52AA6E4}">
                <adec:decorative xmlns:adec="http://schemas.microsoft.com/office/drawing/2017/decorative" val="1"/>
              </a:ext>
            </a:extLst>
          </p:cNvPr>
          <p:cNvPicPr>
            <a:picLocks noGrp="1" noChangeAspect="1"/>
          </p:cNvPicPr>
          <p:nvPr>
            <p:ph idx="13"/>
          </p:nvPr>
        </p:nvPicPr>
        <p:blipFill>
          <a:blip r:embed="rId3">
            <a:extLst>
              <a:ext uri="{837473B0-CC2E-450A-ABE3-18F120FF3D39}">
                <a1611:picAttrSrcUrl xmlns:a1611="http://schemas.microsoft.com/office/drawing/2016/11/main" r:id="rId4"/>
              </a:ext>
            </a:extLst>
          </a:blip>
          <a:srcRect t="20704" r="-2" b="20702"/>
          <a:stretch>
            <a:fillRect/>
          </a:stretch>
        </p:blipFill>
        <p:spPr>
          <a:xfrm>
            <a:off x="5316474" y="2446020"/>
            <a:ext cx="6382512" cy="3749040"/>
          </a:xfrm>
          <a:noFill/>
        </p:spPr>
      </p:pic>
      <p:sp>
        <p:nvSpPr>
          <p:cNvPr id="4" name="Slide Number Placeholder 3">
            <a:extLst>
              <a:ext uri="{FF2B5EF4-FFF2-40B4-BE49-F238E27FC236}">
                <a16:creationId xmlns:a16="http://schemas.microsoft.com/office/drawing/2014/main" id="{4219D98B-3BE3-E6CE-3D15-68336E46C82F}"/>
              </a:ext>
            </a:extLst>
          </p:cNvPr>
          <p:cNvSpPr>
            <a:spLocks noGrp="1"/>
          </p:cNvSpPr>
          <p:nvPr>
            <p:ph type="sldNum" sz="quarter" idx="12"/>
          </p:nvPr>
        </p:nvSpPr>
        <p:spPr>
          <a:xfrm>
            <a:off x="8610600" y="6356350"/>
            <a:ext cx="2743200" cy="365125"/>
          </a:xfrm>
        </p:spPr>
        <p:txBody>
          <a:bodyPr anchor="ctr">
            <a:normAutofit/>
          </a:bodyPr>
          <a:lstStyle/>
          <a:p>
            <a:pPr>
              <a:spcAft>
                <a:spcPts val="600"/>
              </a:spcAft>
            </a:pPr>
            <a:fld id="{CBD12358-51D2-46B3-9BDE-DF29528B9454}" type="slidenum">
              <a:rPr lang="en-US" smtClean="0"/>
              <a:pPr>
                <a:spcAft>
                  <a:spcPts val="600"/>
                </a:spcAft>
              </a:pPr>
              <a:t>9</a:t>
            </a:fld>
            <a:endParaRPr lang="en-US"/>
          </a:p>
        </p:txBody>
      </p:sp>
    </p:spTree>
    <p:extLst>
      <p:ext uri="{BB962C8B-B14F-4D97-AF65-F5344CB8AC3E}">
        <p14:creationId xmlns:p14="http://schemas.microsoft.com/office/powerpoint/2010/main" val="8225760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animEffect transition="in" filter="fade">
                                      <p:cBhvr>
                                        <p:cTn id="7" dur="1000"/>
                                        <p:tgtEl>
                                          <p:spTgt spid="3">
                                            <p:bg/>
                                          </p:spTgt>
                                        </p:tgtEl>
                                      </p:cBhvr>
                                    </p:animEffect>
                                    <p:anim calcmode="lin" valueType="num">
                                      <p:cBhvr>
                                        <p:cTn id="8" dur="1000" fill="hold"/>
                                        <p:tgtEl>
                                          <p:spTgt spid="3">
                                            <p:bg/>
                                          </p:spTgt>
                                        </p:tgtEl>
                                        <p:attrNameLst>
                                          <p:attrName>ppt_x</p:attrName>
                                        </p:attrNameLst>
                                      </p:cBhvr>
                                      <p:tavLst>
                                        <p:tav tm="0">
                                          <p:val>
                                            <p:strVal val="#ppt_x"/>
                                          </p:val>
                                        </p:tav>
                                        <p:tav tm="100000">
                                          <p:val>
                                            <p:strVal val="#ppt_x"/>
                                          </p:val>
                                        </p:tav>
                                      </p:tavLst>
                                    </p:anim>
                                    <p:anim calcmode="lin" valueType="num">
                                      <p:cBhvr>
                                        <p:cTn id="9" dur="1000" fill="hold"/>
                                        <p:tgtEl>
                                          <p:spTgt spid="3">
                                            <p:bg/>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1000"/>
                                        <p:tgtEl>
                                          <p:spTgt spid="3">
                                            <p:txEl>
                                              <p:pRg st="0" end="0"/>
                                            </p:txEl>
                                          </p:spTgt>
                                        </p:tgtEl>
                                      </p:cBhvr>
                                    </p:animEffect>
                                    <p:anim calcmode="lin" valueType="num">
                                      <p:cBhvr>
                                        <p:cTn id="15"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964108-26F7-47AC-B92B-AA3FB328C46A}"/>
              </a:ext>
            </a:extLst>
          </p:cNvPr>
          <p:cNvSpPr>
            <a:spLocks noGrp="1"/>
          </p:cNvSpPr>
          <p:nvPr>
            <p:ph type="title"/>
          </p:nvPr>
        </p:nvSpPr>
        <p:spPr>
          <a:xfrm>
            <a:off x="556591" y="1741714"/>
            <a:ext cx="3518452" cy="4117749"/>
          </a:xfrm>
        </p:spPr>
        <p:txBody>
          <a:bodyPr anchor="t">
            <a:normAutofit/>
          </a:bodyPr>
          <a:lstStyle/>
          <a:p>
            <a:r>
              <a:rPr lang="en-US" dirty="0"/>
              <a:t>Industrial Psychology</a:t>
            </a:r>
          </a:p>
        </p:txBody>
      </p:sp>
      <p:graphicFrame>
        <p:nvGraphicFramePr>
          <p:cNvPr id="5" name="Content Placeholder 2">
            <a:extLst>
              <a:ext uri="{FF2B5EF4-FFF2-40B4-BE49-F238E27FC236}">
                <a16:creationId xmlns:a16="http://schemas.microsoft.com/office/drawing/2014/main" id="{A64FAAEC-FB67-4BD4-B912-68C2011A05FB}"/>
              </a:ext>
            </a:extLst>
          </p:cNvPr>
          <p:cNvGraphicFramePr>
            <a:graphicFrameLocks noGrp="1"/>
          </p:cNvGraphicFramePr>
          <p:nvPr>
            <p:ph idx="1"/>
          </p:nvPr>
        </p:nvGraphicFramePr>
        <p:xfrm>
          <a:off x="5466523" y="1172818"/>
          <a:ext cx="5906328" cy="468664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TextBox 5">
            <a:extLst>
              <a:ext uri="{FF2B5EF4-FFF2-40B4-BE49-F238E27FC236}">
                <a16:creationId xmlns:a16="http://schemas.microsoft.com/office/drawing/2014/main" id="{2763A946-C49E-4482-9120-31D4AEC53EF3}"/>
              </a:ext>
            </a:extLst>
          </p:cNvPr>
          <p:cNvSpPr txBox="1"/>
          <p:nvPr/>
        </p:nvSpPr>
        <p:spPr>
          <a:xfrm>
            <a:off x="675249" y="4220308"/>
            <a:ext cx="3399794" cy="369332"/>
          </a:xfrm>
          <a:prstGeom prst="rect">
            <a:avLst/>
          </a:prstGeom>
          <a:effectLst>
            <a:outerShdw blurRad="50800" dist="38100" dir="2700000" algn="tl" rotWithShape="0">
              <a:prstClr val="black">
                <a:alpha val="40000"/>
              </a:prstClr>
            </a:outerShdw>
          </a:effectLst>
          <a:scene3d>
            <a:camera prst="perspectiveLeft"/>
            <a:lightRig rig="threePt" dir="t"/>
          </a:scene3d>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dirty="0">
                <a:hlinkClick r:id="rId8"/>
              </a:rPr>
              <a:t>https://www.onetonline.org/</a:t>
            </a:r>
            <a:endParaRPr lang="en-US" dirty="0"/>
          </a:p>
        </p:txBody>
      </p:sp>
    </p:spTree>
    <p:extLst>
      <p:ext uri="{BB962C8B-B14F-4D97-AF65-F5344CB8AC3E}">
        <p14:creationId xmlns:p14="http://schemas.microsoft.com/office/powerpoint/2010/main" val="39633679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90D9154-A591-1D8E-6DAA-8B1570B31795}"/>
              </a:ext>
            </a:extLst>
          </p:cNvPr>
          <p:cNvSpPr>
            <a:spLocks noGrp="1"/>
          </p:cNvSpPr>
          <p:nvPr>
            <p:ph type="title"/>
          </p:nvPr>
        </p:nvSpPr>
        <p:spPr/>
        <p:txBody>
          <a:bodyPr/>
          <a:lstStyle/>
          <a:p>
            <a:r>
              <a:rPr lang="en-US" dirty="0"/>
              <a:t>360-Degree Feedback Appraisal</a:t>
            </a:r>
          </a:p>
        </p:txBody>
      </p:sp>
      <p:sp>
        <p:nvSpPr>
          <p:cNvPr id="6" name="Content Placeholder 5">
            <a:extLst>
              <a:ext uri="{FF2B5EF4-FFF2-40B4-BE49-F238E27FC236}">
                <a16:creationId xmlns:a16="http://schemas.microsoft.com/office/drawing/2014/main" id="{054E2C5A-F4DC-4E2E-052B-0FA5DAF9E21D}"/>
              </a:ext>
            </a:extLst>
          </p:cNvPr>
          <p:cNvSpPr>
            <a:spLocks noGrp="1"/>
          </p:cNvSpPr>
          <p:nvPr>
            <p:ph idx="13"/>
          </p:nvPr>
        </p:nvSpPr>
        <p:spPr>
          <a:xfrm>
            <a:off x="804672" y="2093976"/>
            <a:ext cx="5881136" cy="4014216"/>
          </a:xfrm>
        </p:spPr>
        <p:txBody>
          <a:bodyPr/>
          <a:lstStyle/>
          <a:p>
            <a:r>
              <a:rPr lang="en-US" dirty="0"/>
              <a:t>Supervisors, customers, direct reports, peers, and the employee himself rate an employee’s performance.</a:t>
            </a:r>
          </a:p>
          <a:p>
            <a:r>
              <a:rPr lang="en-US" dirty="0"/>
              <a:t>Provides different perspectives of employees’ job performance.</a:t>
            </a:r>
          </a:p>
          <a:p>
            <a:r>
              <a:rPr lang="en-US" dirty="0"/>
              <a:t>Often fail to accomplish their purpose because they are used incorrectly.</a:t>
            </a:r>
          </a:p>
        </p:txBody>
      </p:sp>
      <p:sp>
        <p:nvSpPr>
          <p:cNvPr id="4" name="Slide Number Placeholder 3">
            <a:extLst>
              <a:ext uri="{FF2B5EF4-FFF2-40B4-BE49-F238E27FC236}">
                <a16:creationId xmlns:a16="http://schemas.microsoft.com/office/drawing/2014/main" id="{BCB57890-CCCC-29A5-ECB1-0F965ABFD758}"/>
              </a:ext>
            </a:extLst>
          </p:cNvPr>
          <p:cNvSpPr>
            <a:spLocks noGrp="1"/>
          </p:cNvSpPr>
          <p:nvPr>
            <p:ph type="sldNum" sz="quarter" idx="12"/>
          </p:nvPr>
        </p:nvSpPr>
        <p:spPr/>
        <p:txBody>
          <a:bodyPr/>
          <a:lstStyle/>
          <a:p>
            <a:fld id="{CBD12358-51D2-46B3-9BDE-DF29528B9454}" type="slidenum">
              <a:rPr lang="en-US" smtClean="0"/>
              <a:t>11</a:t>
            </a:fld>
            <a:endParaRPr lang="en-US" dirty="0"/>
          </a:p>
        </p:txBody>
      </p:sp>
      <p:pic>
        <p:nvPicPr>
          <p:cNvPr id="7" name="Google Shape;153;p19" descr="A diagram depicts a box titled “Self,” which is surrounded on all four sides by four more boxes. The box to the left is titled “Peers.” The box above is titled “Supervisors.” The box to the right is titled “Customers.” The box below is titled “Reports.” Lines connect each of these surrounding boxes to the box titled “Self.” In the space between each of the surrounding boxes, a line with an arrow at each end points to and from the nearest surrounding box.">
            <a:extLst>
              <a:ext uri="{FF2B5EF4-FFF2-40B4-BE49-F238E27FC236}">
                <a16:creationId xmlns:a16="http://schemas.microsoft.com/office/drawing/2014/main" id="{5AC6ED9A-103F-7CA6-8DFF-BD0FC98BA0B2}"/>
              </a:ext>
            </a:extLst>
          </p:cNvPr>
          <p:cNvPicPr preferRelativeResize="0">
            <a:picLocks/>
          </p:cNvPicPr>
          <p:nvPr/>
        </p:nvPicPr>
        <p:blipFill rotWithShape="1">
          <a:blip r:embed="rId3">
            <a:alphaModFix/>
          </a:blip>
          <a:srcRect l="1084" r="1441"/>
          <a:stretch>
            <a:fillRect/>
          </a:stretch>
        </p:blipFill>
        <p:spPr>
          <a:xfrm>
            <a:off x="6685808" y="1836904"/>
            <a:ext cx="4453246" cy="4188574"/>
          </a:xfrm>
          <a:prstGeom prst="rect">
            <a:avLst/>
          </a:prstGeom>
          <a:noFill/>
          <a:ln>
            <a:noFill/>
          </a:ln>
        </p:spPr>
      </p:pic>
    </p:spTree>
    <p:extLst>
      <p:ext uri="{BB962C8B-B14F-4D97-AF65-F5344CB8AC3E}">
        <p14:creationId xmlns:p14="http://schemas.microsoft.com/office/powerpoint/2010/main" val="18965301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265FE-6AEA-4E2B-82EC-04BD78C9034E}"/>
              </a:ext>
            </a:extLst>
          </p:cNvPr>
          <p:cNvSpPr>
            <a:spLocks noGrp="1"/>
          </p:cNvSpPr>
          <p:nvPr>
            <p:ph type="title"/>
          </p:nvPr>
        </p:nvSpPr>
        <p:spPr>
          <a:xfrm>
            <a:off x="556591" y="1741714"/>
            <a:ext cx="3518452" cy="1120239"/>
          </a:xfrm>
        </p:spPr>
        <p:txBody>
          <a:bodyPr anchor="t">
            <a:normAutofit/>
          </a:bodyPr>
          <a:lstStyle/>
          <a:p>
            <a:r>
              <a:rPr lang="en-US" dirty="0"/>
              <a:t>Legalities</a:t>
            </a:r>
          </a:p>
        </p:txBody>
      </p:sp>
      <p:graphicFrame>
        <p:nvGraphicFramePr>
          <p:cNvPr id="5" name="Content Placeholder 2">
            <a:extLst>
              <a:ext uri="{FF2B5EF4-FFF2-40B4-BE49-F238E27FC236}">
                <a16:creationId xmlns:a16="http://schemas.microsoft.com/office/drawing/2014/main" id="{6F60F802-BE0D-47E8-8A44-55D7F35EAEB3}"/>
              </a:ext>
            </a:extLst>
          </p:cNvPr>
          <p:cNvGraphicFramePr>
            <a:graphicFrameLocks noGrp="1"/>
          </p:cNvGraphicFramePr>
          <p:nvPr>
            <p:ph idx="1"/>
            <p:extLst>
              <p:ext uri="{D42A27DB-BD31-4B8C-83A1-F6EECF244321}">
                <p14:modId xmlns:p14="http://schemas.microsoft.com/office/powerpoint/2010/main" val="1790531128"/>
              </p:ext>
            </p:extLst>
          </p:nvPr>
        </p:nvGraphicFramePr>
        <p:xfrm>
          <a:off x="4293688" y="1251298"/>
          <a:ext cx="5055015" cy="468664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6435765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868B2D0-7F53-F48E-524C-DA6DDFFBF1C5}"/>
              </a:ext>
            </a:extLst>
          </p:cNvPr>
          <p:cNvSpPr>
            <a:spLocks noGrp="1"/>
          </p:cNvSpPr>
          <p:nvPr>
            <p:ph type="title"/>
          </p:nvPr>
        </p:nvSpPr>
        <p:spPr>
          <a:xfrm>
            <a:off x="445770" y="1131570"/>
            <a:ext cx="4572000" cy="3211830"/>
          </a:xfrm>
        </p:spPr>
        <p:txBody>
          <a:bodyPr anchor="ctr">
            <a:normAutofit/>
          </a:bodyPr>
          <a:lstStyle/>
          <a:p>
            <a:r>
              <a:rPr lang="en-US" dirty="0"/>
              <a:t>Organizational Psychology</a:t>
            </a:r>
          </a:p>
        </p:txBody>
      </p:sp>
      <p:pic>
        <p:nvPicPr>
          <p:cNvPr id="8" name="Picture Placeholder 7">
            <a:extLst>
              <a:ext uri="{FF2B5EF4-FFF2-40B4-BE49-F238E27FC236}">
                <a16:creationId xmlns:a16="http://schemas.microsoft.com/office/drawing/2014/main" id="{6BE32633-ECAF-AAD3-1264-E0A2F97A8618}"/>
              </a:ext>
              <a:ext uri="{C183D7F6-B498-43B3-948B-1728B52AA6E4}">
                <adec:decorative xmlns:adec="http://schemas.microsoft.com/office/drawing/2017/decorative" val="1"/>
              </a:ext>
            </a:extLst>
          </p:cNvPr>
          <p:cNvPicPr>
            <a:picLocks noGrp="1" noChangeAspect="1"/>
          </p:cNvPicPr>
          <p:nvPr>
            <p:ph idx="13"/>
          </p:nvPr>
        </p:nvPicPr>
        <p:blipFill>
          <a:blip r:embed="rId3">
            <a:extLst>
              <a:ext uri="{837473B0-CC2E-450A-ABE3-18F120FF3D39}">
                <a1611:picAttrSrcUrl xmlns:a1611="http://schemas.microsoft.com/office/drawing/2016/11/main" r:id="rId4"/>
              </a:ext>
            </a:extLst>
          </a:blip>
          <a:stretch>
            <a:fillRect/>
          </a:stretch>
        </p:blipFill>
        <p:spPr>
          <a:xfrm>
            <a:off x="4100105" y="2189988"/>
            <a:ext cx="7646125" cy="4014216"/>
          </a:xfrm>
          <a:noFill/>
        </p:spPr>
      </p:pic>
      <p:sp>
        <p:nvSpPr>
          <p:cNvPr id="4" name="Slide Number Placeholder 3">
            <a:extLst>
              <a:ext uri="{FF2B5EF4-FFF2-40B4-BE49-F238E27FC236}">
                <a16:creationId xmlns:a16="http://schemas.microsoft.com/office/drawing/2014/main" id="{4A85F87A-7D96-572B-B3AF-59C4F685262C}"/>
              </a:ext>
            </a:extLst>
          </p:cNvPr>
          <p:cNvSpPr>
            <a:spLocks noGrp="1"/>
          </p:cNvSpPr>
          <p:nvPr>
            <p:ph type="sldNum" sz="quarter" idx="12"/>
          </p:nvPr>
        </p:nvSpPr>
        <p:spPr>
          <a:xfrm>
            <a:off x="8610600" y="6356350"/>
            <a:ext cx="2743200" cy="365125"/>
          </a:xfrm>
        </p:spPr>
        <p:txBody>
          <a:bodyPr anchor="ctr">
            <a:normAutofit/>
          </a:bodyPr>
          <a:lstStyle/>
          <a:p>
            <a:pPr>
              <a:spcAft>
                <a:spcPts val="600"/>
              </a:spcAft>
            </a:pPr>
            <a:fld id="{CBD12358-51D2-46B3-9BDE-DF29528B9454}" type="slidenum">
              <a:rPr lang="en-US" smtClean="0"/>
              <a:pPr>
                <a:spcAft>
                  <a:spcPts val="600"/>
                </a:spcAft>
              </a:pPr>
              <a:t>13</a:t>
            </a:fld>
            <a:endParaRPr lang="en-US"/>
          </a:p>
        </p:txBody>
      </p:sp>
    </p:spTree>
    <p:extLst>
      <p:ext uri="{BB962C8B-B14F-4D97-AF65-F5344CB8AC3E}">
        <p14:creationId xmlns:p14="http://schemas.microsoft.com/office/powerpoint/2010/main" val="22555457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B61776-598F-441C-8428-AB667F4F639F}"/>
              </a:ext>
            </a:extLst>
          </p:cNvPr>
          <p:cNvSpPr>
            <a:spLocks noGrp="1"/>
          </p:cNvSpPr>
          <p:nvPr>
            <p:ph type="title"/>
          </p:nvPr>
        </p:nvSpPr>
        <p:spPr>
          <a:xfrm>
            <a:off x="965199" y="1917871"/>
            <a:ext cx="10261602" cy="3022257"/>
          </a:xfrm>
          <a:effectLst/>
        </p:spPr>
        <p:txBody>
          <a:bodyPr vert="horz" lIns="91440" tIns="45720" rIns="91440" bIns="45720" rtlCol="0" anchor="b">
            <a:normAutofit fontScale="90000"/>
          </a:bodyPr>
          <a:lstStyle/>
          <a:p>
            <a:pPr algn="ctr">
              <a:lnSpc>
                <a:spcPct val="90000"/>
              </a:lnSpc>
            </a:pPr>
            <a:br>
              <a:rPr lang="en-US" sz="6700" dirty="0">
                <a:solidFill>
                  <a:schemeClr val="tx1"/>
                </a:solidFill>
              </a:rPr>
            </a:br>
            <a:r>
              <a:rPr lang="en-US" sz="6700" dirty="0">
                <a:solidFill>
                  <a:schemeClr val="tx1"/>
                </a:solidFill>
              </a:rPr>
              <a:t>What do you think impacts job satisfaction?</a:t>
            </a:r>
            <a:br>
              <a:rPr lang="en-US" sz="6700" dirty="0">
                <a:solidFill>
                  <a:schemeClr val="tx1"/>
                </a:solidFill>
              </a:rPr>
            </a:br>
            <a:endParaRPr lang="en-US" sz="6700" dirty="0">
              <a:solidFill>
                <a:schemeClr val="tx1"/>
              </a:solidFill>
            </a:endParaRPr>
          </a:p>
        </p:txBody>
      </p:sp>
    </p:spTree>
    <p:extLst>
      <p:ext uri="{BB962C8B-B14F-4D97-AF65-F5344CB8AC3E}">
        <p14:creationId xmlns:p14="http://schemas.microsoft.com/office/powerpoint/2010/main" val="20580147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B61776-598F-441C-8428-AB667F4F639F}"/>
              </a:ext>
            </a:extLst>
          </p:cNvPr>
          <p:cNvSpPr>
            <a:spLocks noGrp="1"/>
          </p:cNvSpPr>
          <p:nvPr>
            <p:ph type="title"/>
          </p:nvPr>
        </p:nvSpPr>
        <p:spPr>
          <a:xfrm>
            <a:off x="965199" y="1917871"/>
            <a:ext cx="10261602" cy="3022257"/>
          </a:xfrm>
          <a:effectLst/>
        </p:spPr>
        <p:txBody>
          <a:bodyPr vert="horz" lIns="91440" tIns="45720" rIns="91440" bIns="45720" rtlCol="0" anchor="b">
            <a:normAutofit/>
          </a:bodyPr>
          <a:lstStyle/>
          <a:p>
            <a:pPr algn="ctr">
              <a:lnSpc>
                <a:spcPct val="90000"/>
              </a:lnSpc>
            </a:pPr>
            <a:r>
              <a:rPr lang="en-US" sz="6700" dirty="0">
                <a:solidFill>
                  <a:schemeClr val="tx1"/>
                </a:solidFill>
              </a:rPr>
              <a:t>What do you think a healthy balance between work and family entails?</a:t>
            </a:r>
          </a:p>
        </p:txBody>
      </p:sp>
    </p:spTree>
    <p:extLst>
      <p:ext uri="{BB962C8B-B14F-4D97-AF65-F5344CB8AC3E}">
        <p14:creationId xmlns:p14="http://schemas.microsoft.com/office/powerpoint/2010/main" val="11645565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1E6344-28E7-47EE-85B3-758AC43D4D6F}"/>
              </a:ext>
            </a:extLst>
          </p:cNvPr>
          <p:cNvSpPr>
            <a:spLocks noGrp="1"/>
          </p:cNvSpPr>
          <p:nvPr>
            <p:ph type="title"/>
          </p:nvPr>
        </p:nvSpPr>
        <p:spPr>
          <a:xfrm>
            <a:off x="316872" y="1800225"/>
            <a:ext cx="4481466" cy="4241136"/>
          </a:xfrm>
        </p:spPr>
        <p:txBody>
          <a:bodyPr vert="horz" lIns="91440" tIns="45720" rIns="91440" bIns="45720" rtlCol="0" anchor="t">
            <a:normAutofit/>
          </a:bodyPr>
          <a:lstStyle/>
          <a:p>
            <a:r>
              <a:rPr lang="en-US" sz="2400" b="1" dirty="0"/>
              <a:t>Douglas McGregor – </a:t>
            </a:r>
            <a:br>
              <a:rPr lang="en-US" sz="2400" b="1" dirty="0"/>
            </a:br>
            <a:br>
              <a:rPr lang="en-US" sz="2400" b="1" dirty="0"/>
            </a:br>
            <a:br>
              <a:rPr lang="en-US" sz="2400" b="1" dirty="0"/>
            </a:br>
            <a:r>
              <a:rPr lang="en-US" sz="2400" b="1" dirty="0"/>
              <a:t>Scientific Management Theory:</a:t>
            </a:r>
            <a:br>
              <a:rPr lang="en-US" sz="2400" dirty="0"/>
            </a:br>
            <a:r>
              <a:rPr lang="en-US" sz="2400" dirty="0"/>
              <a:t>A theory of management that analyzed and synthesized workflows with the main objective of improving economic efficiency, especially labor productivity.</a:t>
            </a:r>
            <a:br>
              <a:rPr lang="en-US" sz="2400" dirty="0"/>
            </a:br>
            <a:br>
              <a:rPr lang="en-US" sz="2400" dirty="0"/>
            </a:br>
            <a:r>
              <a:rPr lang="en-US" sz="2400" dirty="0"/>
              <a:t>Two main styles: Theory X and Theory Y</a:t>
            </a:r>
          </a:p>
        </p:txBody>
      </p:sp>
      <p:sp>
        <p:nvSpPr>
          <p:cNvPr id="5" name="Rectangle 1">
            <a:extLst>
              <a:ext uri="{FF2B5EF4-FFF2-40B4-BE49-F238E27FC236}">
                <a16:creationId xmlns:a16="http://schemas.microsoft.com/office/drawing/2014/main" id="{63537EA0-44A8-4579-AD34-F845CBECB75C}"/>
              </a:ext>
            </a:extLst>
          </p:cNvPr>
          <p:cNvSpPr>
            <a:spLocks noChangeArrowheads="1"/>
          </p:cNvSpPr>
          <p:nvPr/>
        </p:nvSpPr>
        <p:spPr bwMode="auto">
          <a:xfrm>
            <a:off x="0" y="-323165"/>
            <a:ext cx="18473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spcBef>
                <a:spcPct val="0"/>
              </a:spcBef>
              <a:spcAft>
                <a:spcPts val="600"/>
              </a:spcAft>
              <a:buClrTx/>
              <a:buSzTx/>
              <a:buFontTx/>
              <a:buNone/>
              <a:tabLst/>
            </a:pPr>
            <a:br>
              <a:rPr kumimoji="0" lang="en-US" altLang="en-US" b="0" i="0" u="none" strike="noStrike" cap="none" normalizeH="0" baseline="0">
                <a:ln>
                  <a:noFill/>
                </a:ln>
                <a:solidFill>
                  <a:schemeClr val="tx1"/>
                </a:solidFill>
                <a:effectLst/>
                <a:latin typeface="Arial" panose="020B0604020202020204" pitchFamily="34" charset="0"/>
              </a:rPr>
            </a:br>
            <a:endParaRPr kumimoji="0" lang="en-US" altLang="en-US" b="0" i="0" u="none" strike="noStrike" cap="none" normalizeH="0" baseline="0">
              <a:ln>
                <a:noFill/>
              </a:ln>
              <a:solidFill>
                <a:schemeClr val="tx1"/>
              </a:solidFill>
              <a:effectLst/>
              <a:latin typeface="Arial" panose="020B0604020202020204" pitchFamily="34" charset="0"/>
            </a:endParaRPr>
          </a:p>
        </p:txBody>
      </p:sp>
      <p:graphicFrame>
        <p:nvGraphicFramePr>
          <p:cNvPr id="8" name="Content Placeholder 3">
            <a:extLst>
              <a:ext uri="{FF2B5EF4-FFF2-40B4-BE49-F238E27FC236}">
                <a16:creationId xmlns:a16="http://schemas.microsoft.com/office/drawing/2014/main" id="{09F5F64F-FE1A-4B3C-A277-526BD7927780}"/>
              </a:ext>
            </a:extLst>
          </p:cNvPr>
          <p:cNvGraphicFramePr>
            <a:graphicFrameLocks/>
          </p:cNvGraphicFramePr>
          <p:nvPr>
            <p:extLst>
              <p:ext uri="{D42A27DB-BD31-4B8C-83A1-F6EECF244321}">
                <p14:modId xmlns:p14="http://schemas.microsoft.com/office/powerpoint/2010/main" val="531438871"/>
              </p:ext>
            </p:extLst>
          </p:nvPr>
        </p:nvGraphicFramePr>
        <p:xfrm>
          <a:off x="4981708" y="1157899"/>
          <a:ext cx="6268063" cy="4676850"/>
        </p:xfrm>
        <a:graphic>
          <a:graphicData uri="http://schemas.openxmlformats.org/drawingml/2006/table">
            <a:tbl>
              <a:tblPr firstRow="1" bandRow="1">
                <a:tableStyleId>{0660B408-B3CF-4A94-85FC-2B1E0A45F4A2}</a:tableStyleId>
              </a:tblPr>
              <a:tblGrid>
                <a:gridCol w="3034873">
                  <a:extLst>
                    <a:ext uri="{9D8B030D-6E8A-4147-A177-3AD203B41FA5}">
                      <a16:colId xmlns:a16="http://schemas.microsoft.com/office/drawing/2014/main" val="103433123"/>
                    </a:ext>
                  </a:extLst>
                </a:gridCol>
                <a:gridCol w="3233190">
                  <a:extLst>
                    <a:ext uri="{9D8B030D-6E8A-4147-A177-3AD203B41FA5}">
                      <a16:colId xmlns:a16="http://schemas.microsoft.com/office/drawing/2014/main" val="2280505484"/>
                    </a:ext>
                  </a:extLst>
                </a:gridCol>
              </a:tblGrid>
              <a:tr h="587710">
                <a:tc>
                  <a:txBody>
                    <a:bodyPr/>
                    <a:lstStyle/>
                    <a:p>
                      <a:pPr algn="l" fontAlgn="b"/>
                      <a:r>
                        <a:rPr lang="en-US" sz="1900" b="1" cap="none" spc="0" dirty="0">
                          <a:solidFill>
                            <a:schemeClr val="bg1"/>
                          </a:solidFill>
                          <a:effectLst/>
                        </a:rPr>
                        <a:t>Theory X</a:t>
                      </a:r>
                    </a:p>
                  </a:txBody>
                  <a:tcPr marL="161413" marR="210930" marT="124164" marB="124164" anchor="ctr"/>
                </a:tc>
                <a:tc>
                  <a:txBody>
                    <a:bodyPr/>
                    <a:lstStyle/>
                    <a:p>
                      <a:pPr algn="l" fontAlgn="b"/>
                      <a:r>
                        <a:rPr lang="en-US" sz="1900" b="1" cap="none" spc="0" dirty="0">
                          <a:solidFill>
                            <a:schemeClr val="bg1"/>
                          </a:solidFill>
                          <a:effectLst/>
                        </a:rPr>
                        <a:t>Theory Y</a:t>
                      </a:r>
                    </a:p>
                  </a:txBody>
                  <a:tcPr marL="161413" marR="210930" marT="124164" marB="124164" anchor="ctr"/>
                </a:tc>
                <a:extLst>
                  <a:ext uri="{0D108BD9-81ED-4DB2-BD59-A6C34878D82A}">
                    <a16:rowId xmlns:a16="http://schemas.microsoft.com/office/drawing/2014/main" val="3819634898"/>
                  </a:ext>
                </a:extLst>
              </a:tr>
              <a:tr h="877427">
                <a:tc>
                  <a:txBody>
                    <a:bodyPr/>
                    <a:lstStyle/>
                    <a:p>
                      <a:pPr fontAlgn="ctr"/>
                      <a:r>
                        <a:rPr lang="en-US" sz="1900" cap="none" spc="0">
                          <a:solidFill>
                            <a:schemeClr val="tx1"/>
                          </a:solidFill>
                          <a:effectLst/>
                        </a:rPr>
                        <a:t>People dislike work and avoid it.</a:t>
                      </a:r>
                    </a:p>
                  </a:txBody>
                  <a:tcPr marL="161413" marR="182805" marT="124164" marB="124164" anchor="ctr"/>
                </a:tc>
                <a:tc>
                  <a:txBody>
                    <a:bodyPr/>
                    <a:lstStyle/>
                    <a:p>
                      <a:pPr fontAlgn="ctr"/>
                      <a:r>
                        <a:rPr lang="en-US" sz="1900" cap="none" spc="0" dirty="0">
                          <a:solidFill>
                            <a:schemeClr val="tx1"/>
                          </a:solidFill>
                          <a:effectLst/>
                        </a:rPr>
                        <a:t>People enjoy work and find it natural.</a:t>
                      </a:r>
                    </a:p>
                  </a:txBody>
                  <a:tcPr marL="161413" marR="182805" marT="124164" marB="124164" anchor="ctr"/>
                </a:tc>
                <a:extLst>
                  <a:ext uri="{0D108BD9-81ED-4DB2-BD59-A6C34878D82A}">
                    <a16:rowId xmlns:a16="http://schemas.microsoft.com/office/drawing/2014/main" val="1798822081"/>
                  </a:ext>
                </a:extLst>
              </a:tr>
              <a:tr h="877427">
                <a:tc>
                  <a:txBody>
                    <a:bodyPr/>
                    <a:lstStyle/>
                    <a:p>
                      <a:pPr fontAlgn="ctr"/>
                      <a:r>
                        <a:rPr lang="en-US" sz="1900" cap="none" spc="0">
                          <a:solidFill>
                            <a:schemeClr val="tx1"/>
                          </a:solidFill>
                          <a:effectLst/>
                        </a:rPr>
                        <a:t>People avoid responsibility.</a:t>
                      </a:r>
                    </a:p>
                  </a:txBody>
                  <a:tcPr marL="161413" marR="182805" marT="124164" marB="124164" anchor="ctr"/>
                </a:tc>
                <a:tc>
                  <a:txBody>
                    <a:bodyPr/>
                    <a:lstStyle/>
                    <a:p>
                      <a:pPr fontAlgn="ctr"/>
                      <a:r>
                        <a:rPr lang="en-US" sz="1900" cap="none" spc="0">
                          <a:solidFill>
                            <a:schemeClr val="tx1"/>
                          </a:solidFill>
                          <a:effectLst/>
                        </a:rPr>
                        <a:t>People are more satisfied when given responsibility.</a:t>
                      </a:r>
                    </a:p>
                  </a:txBody>
                  <a:tcPr marL="161413" marR="182805" marT="124164" marB="124164" anchor="ctr"/>
                </a:tc>
                <a:extLst>
                  <a:ext uri="{0D108BD9-81ED-4DB2-BD59-A6C34878D82A}">
                    <a16:rowId xmlns:a16="http://schemas.microsoft.com/office/drawing/2014/main" val="1681518005"/>
                  </a:ext>
                </a:extLst>
              </a:tr>
              <a:tr h="1167143">
                <a:tc>
                  <a:txBody>
                    <a:bodyPr/>
                    <a:lstStyle/>
                    <a:p>
                      <a:pPr fontAlgn="ctr"/>
                      <a:r>
                        <a:rPr lang="en-US" sz="1900" cap="none" spc="0">
                          <a:solidFill>
                            <a:schemeClr val="tx1"/>
                          </a:solidFill>
                          <a:effectLst/>
                        </a:rPr>
                        <a:t>People want to be told what to do.</a:t>
                      </a:r>
                    </a:p>
                  </a:txBody>
                  <a:tcPr marL="161413" marR="182805" marT="124164" marB="124164" anchor="ctr"/>
                </a:tc>
                <a:tc>
                  <a:txBody>
                    <a:bodyPr/>
                    <a:lstStyle/>
                    <a:p>
                      <a:pPr fontAlgn="ctr"/>
                      <a:r>
                        <a:rPr lang="en-US" sz="1900" cap="none" spc="0">
                          <a:solidFill>
                            <a:schemeClr val="tx1"/>
                          </a:solidFill>
                          <a:effectLst/>
                        </a:rPr>
                        <a:t>People want to take part in setting their own work goals.</a:t>
                      </a:r>
                    </a:p>
                  </a:txBody>
                  <a:tcPr marL="161413" marR="182805" marT="124164" marB="124164" anchor="ctr"/>
                </a:tc>
                <a:extLst>
                  <a:ext uri="{0D108BD9-81ED-4DB2-BD59-A6C34878D82A}">
                    <a16:rowId xmlns:a16="http://schemas.microsoft.com/office/drawing/2014/main" val="96113267"/>
                  </a:ext>
                </a:extLst>
              </a:tr>
              <a:tr h="1167143">
                <a:tc>
                  <a:txBody>
                    <a:bodyPr/>
                    <a:lstStyle/>
                    <a:p>
                      <a:pPr fontAlgn="ctr"/>
                      <a:r>
                        <a:rPr lang="en-US" sz="1900" cap="none" spc="0">
                          <a:solidFill>
                            <a:schemeClr val="tx1"/>
                          </a:solidFill>
                          <a:effectLst/>
                        </a:rPr>
                        <a:t>Goals are achieved through rules and punishments.</a:t>
                      </a:r>
                    </a:p>
                  </a:txBody>
                  <a:tcPr marL="161413" marR="182805" marT="124164" marB="124164" anchor="ctr"/>
                </a:tc>
                <a:tc>
                  <a:txBody>
                    <a:bodyPr/>
                    <a:lstStyle/>
                    <a:p>
                      <a:pPr fontAlgn="ctr"/>
                      <a:r>
                        <a:rPr lang="en-US" sz="1900" cap="none" spc="0" dirty="0">
                          <a:solidFill>
                            <a:schemeClr val="tx1"/>
                          </a:solidFill>
                          <a:effectLst/>
                        </a:rPr>
                        <a:t>Goals are achieved through enticements and rewards.</a:t>
                      </a:r>
                    </a:p>
                  </a:txBody>
                  <a:tcPr marL="161413" marR="182805" marT="124164" marB="124164" anchor="ctr"/>
                </a:tc>
                <a:extLst>
                  <a:ext uri="{0D108BD9-81ED-4DB2-BD59-A6C34878D82A}">
                    <a16:rowId xmlns:a16="http://schemas.microsoft.com/office/drawing/2014/main" val="2780623145"/>
                  </a:ext>
                </a:extLst>
              </a:tr>
            </a:tbl>
          </a:graphicData>
        </a:graphic>
      </p:graphicFrame>
    </p:spTree>
    <p:extLst>
      <p:ext uri="{BB962C8B-B14F-4D97-AF65-F5344CB8AC3E}">
        <p14:creationId xmlns:p14="http://schemas.microsoft.com/office/powerpoint/2010/main" val="20649519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Transactional Leadership vs Transformational Leadership.&#10;Transactional:&#10;-Focus on tasks and processes&#10;-Rewards and penalties&#10;-Short-term goals&#10;-Resistant to change&#10;Transformational leadership:&#10;-focus on vision and innovation&#10;-inspiration and motivation&#10;-long-term goals&#10;-open to change">
            <a:extLst>
              <a:ext uri="{FF2B5EF4-FFF2-40B4-BE49-F238E27FC236}">
                <a16:creationId xmlns:a16="http://schemas.microsoft.com/office/drawing/2014/main" id="{303588F1-83F1-8DDF-B1F7-3BCD5A9AC5E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38273" y="657874"/>
            <a:ext cx="7974330" cy="53162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481587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AE4B59-C7BF-4C2B-A284-02EAC7B97F89}"/>
              </a:ext>
            </a:extLst>
          </p:cNvPr>
          <p:cNvSpPr>
            <a:spLocks noGrp="1"/>
          </p:cNvSpPr>
          <p:nvPr>
            <p:ph type="title"/>
          </p:nvPr>
        </p:nvSpPr>
        <p:spPr>
          <a:xfrm>
            <a:off x="556591" y="1741714"/>
            <a:ext cx="3518452" cy="4117749"/>
          </a:xfrm>
        </p:spPr>
        <p:txBody>
          <a:bodyPr anchor="t">
            <a:normAutofit/>
          </a:bodyPr>
          <a:lstStyle/>
          <a:p>
            <a:r>
              <a:rPr lang="en-US" dirty="0"/>
              <a:t>Things that Impact Work Environment</a:t>
            </a:r>
          </a:p>
        </p:txBody>
      </p:sp>
      <p:graphicFrame>
        <p:nvGraphicFramePr>
          <p:cNvPr id="5" name="Content Placeholder 2">
            <a:extLst>
              <a:ext uri="{FF2B5EF4-FFF2-40B4-BE49-F238E27FC236}">
                <a16:creationId xmlns:a16="http://schemas.microsoft.com/office/drawing/2014/main" id="{709233EA-9772-4A5A-B18B-73E45EEBC87B}"/>
              </a:ext>
            </a:extLst>
          </p:cNvPr>
          <p:cNvGraphicFramePr>
            <a:graphicFrameLocks noGrp="1"/>
          </p:cNvGraphicFramePr>
          <p:nvPr>
            <p:ph idx="1"/>
          </p:nvPr>
        </p:nvGraphicFramePr>
        <p:xfrm>
          <a:off x="5466523" y="1172818"/>
          <a:ext cx="5906328" cy="468664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4807709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659CA4-F1F7-1F02-A435-F94A9A43CBA1}"/>
              </a:ext>
            </a:extLst>
          </p:cNvPr>
          <p:cNvSpPr>
            <a:spLocks noGrp="1"/>
          </p:cNvSpPr>
          <p:nvPr>
            <p:ph type="title"/>
          </p:nvPr>
        </p:nvSpPr>
        <p:spPr>
          <a:xfrm>
            <a:off x="777240" y="1348966"/>
            <a:ext cx="4555251" cy="2080034"/>
          </a:xfrm>
        </p:spPr>
        <p:txBody>
          <a:bodyPr anchor="ctr">
            <a:normAutofit/>
          </a:bodyPr>
          <a:lstStyle/>
          <a:p>
            <a:r>
              <a:rPr lang="en-US" dirty="0"/>
              <a:t>Human Factors Psychology</a:t>
            </a:r>
          </a:p>
        </p:txBody>
      </p:sp>
      <p:pic>
        <p:nvPicPr>
          <p:cNvPr id="6" name="Content Placeholder 5">
            <a:extLst>
              <a:ext uri="{FF2B5EF4-FFF2-40B4-BE49-F238E27FC236}">
                <a16:creationId xmlns:a16="http://schemas.microsoft.com/office/drawing/2014/main" id="{69BC38B1-C08D-0F7A-4CC1-2CB6942D311B}"/>
              </a:ext>
              <a:ext uri="{C183D7F6-B498-43B3-948B-1728B52AA6E4}">
                <adec:decorative xmlns:adec="http://schemas.microsoft.com/office/drawing/2017/decorative" val="1"/>
              </a:ext>
            </a:extLst>
          </p:cNvPr>
          <p:cNvPicPr>
            <a:picLocks noGrp="1" noChangeAspect="1"/>
          </p:cNvPicPr>
          <p:nvPr>
            <p:ph idx="13"/>
          </p:nvPr>
        </p:nvPicPr>
        <p:blipFill>
          <a:blip r:embed="rId3">
            <a:extLst>
              <a:ext uri="{837473B0-CC2E-450A-ABE3-18F120FF3D39}">
                <a1611:picAttrSrcUrl xmlns:a1611="http://schemas.microsoft.com/office/drawing/2016/11/main" r:id="rId4"/>
              </a:ext>
            </a:extLst>
          </a:blip>
          <a:stretch>
            <a:fillRect/>
          </a:stretch>
        </p:blipFill>
        <p:spPr>
          <a:xfrm>
            <a:off x="4555479" y="2247885"/>
            <a:ext cx="6690360" cy="4014216"/>
          </a:xfrm>
          <a:noFill/>
        </p:spPr>
      </p:pic>
      <p:sp>
        <p:nvSpPr>
          <p:cNvPr id="4" name="Slide Number Placeholder 3">
            <a:extLst>
              <a:ext uri="{FF2B5EF4-FFF2-40B4-BE49-F238E27FC236}">
                <a16:creationId xmlns:a16="http://schemas.microsoft.com/office/drawing/2014/main" id="{9CF9F565-8547-443F-B951-B25915BD33C2}"/>
              </a:ext>
            </a:extLst>
          </p:cNvPr>
          <p:cNvSpPr>
            <a:spLocks noGrp="1"/>
          </p:cNvSpPr>
          <p:nvPr>
            <p:ph type="sldNum" sz="quarter" idx="12"/>
          </p:nvPr>
        </p:nvSpPr>
        <p:spPr>
          <a:xfrm>
            <a:off x="8610600" y="6356350"/>
            <a:ext cx="2743200" cy="365125"/>
          </a:xfrm>
        </p:spPr>
        <p:txBody>
          <a:bodyPr anchor="ctr">
            <a:normAutofit/>
          </a:bodyPr>
          <a:lstStyle/>
          <a:p>
            <a:pPr>
              <a:spcAft>
                <a:spcPts val="600"/>
              </a:spcAft>
            </a:pPr>
            <a:fld id="{CBD12358-51D2-46B3-9BDE-DF29528B9454}" type="slidenum">
              <a:rPr lang="en-US" smtClean="0"/>
              <a:pPr>
                <a:spcAft>
                  <a:spcPts val="600"/>
                </a:spcAft>
              </a:pPr>
              <a:t>19</a:t>
            </a:fld>
            <a:endParaRPr lang="en-US"/>
          </a:p>
        </p:txBody>
      </p:sp>
    </p:spTree>
    <p:extLst>
      <p:ext uri="{BB962C8B-B14F-4D97-AF65-F5344CB8AC3E}">
        <p14:creationId xmlns:p14="http://schemas.microsoft.com/office/powerpoint/2010/main" val="22928749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0189F3-CE96-4F2D-BE43-830E1D55D032}"/>
              </a:ext>
            </a:extLst>
          </p:cNvPr>
          <p:cNvSpPr>
            <a:spLocks noGrp="1"/>
          </p:cNvSpPr>
          <p:nvPr>
            <p:ph type="title"/>
          </p:nvPr>
        </p:nvSpPr>
        <p:spPr>
          <a:xfrm>
            <a:off x="810001" y="1117144"/>
            <a:ext cx="10571998" cy="970450"/>
          </a:xfrm>
        </p:spPr>
        <p:txBody>
          <a:bodyPr>
            <a:normAutofit/>
          </a:bodyPr>
          <a:lstStyle/>
          <a:p>
            <a:r>
              <a:rPr lang="en-US" sz="3700" dirty="0"/>
              <a:t>Areas of Study in Human Factors Psychology</a:t>
            </a:r>
          </a:p>
        </p:txBody>
      </p:sp>
      <p:graphicFrame>
        <p:nvGraphicFramePr>
          <p:cNvPr id="4" name="Content Placeholder 3">
            <a:extLst>
              <a:ext uri="{FF2B5EF4-FFF2-40B4-BE49-F238E27FC236}">
                <a16:creationId xmlns:a16="http://schemas.microsoft.com/office/drawing/2014/main" id="{3017D43D-9823-4C82-8BEA-B3C86C60DD8C}"/>
              </a:ext>
            </a:extLst>
          </p:cNvPr>
          <p:cNvGraphicFramePr>
            <a:graphicFrameLocks noGrp="1"/>
          </p:cNvGraphicFramePr>
          <p:nvPr>
            <p:ph idx="1"/>
            <p:extLst>
              <p:ext uri="{D42A27DB-BD31-4B8C-83A1-F6EECF244321}">
                <p14:modId xmlns:p14="http://schemas.microsoft.com/office/powerpoint/2010/main" val="1367146673"/>
              </p:ext>
            </p:extLst>
          </p:nvPr>
        </p:nvGraphicFramePr>
        <p:xfrm>
          <a:off x="800853" y="2335794"/>
          <a:ext cx="10553701" cy="3750622"/>
        </p:xfrm>
        <a:graphic>
          <a:graphicData uri="http://schemas.openxmlformats.org/drawingml/2006/table">
            <a:tbl>
              <a:tblPr firstRow="1" bandRow="1"/>
              <a:tblGrid>
                <a:gridCol w="1362546">
                  <a:extLst>
                    <a:ext uri="{9D8B030D-6E8A-4147-A177-3AD203B41FA5}">
                      <a16:colId xmlns:a16="http://schemas.microsoft.com/office/drawing/2014/main" val="713588120"/>
                    </a:ext>
                  </a:extLst>
                </a:gridCol>
                <a:gridCol w="4604333">
                  <a:extLst>
                    <a:ext uri="{9D8B030D-6E8A-4147-A177-3AD203B41FA5}">
                      <a16:colId xmlns:a16="http://schemas.microsoft.com/office/drawing/2014/main" val="779806759"/>
                    </a:ext>
                  </a:extLst>
                </a:gridCol>
                <a:gridCol w="4586822">
                  <a:extLst>
                    <a:ext uri="{9D8B030D-6E8A-4147-A177-3AD203B41FA5}">
                      <a16:colId xmlns:a16="http://schemas.microsoft.com/office/drawing/2014/main" val="579475002"/>
                    </a:ext>
                  </a:extLst>
                </a:gridCol>
              </a:tblGrid>
              <a:tr h="421400">
                <a:tc>
                  <a:txBody>
                    <a:bodyPr/>
                    <a:lstStyle/>
                    <a:p>
                      <a:pPr algn="l" fontAlgn="b"/>
                      <a:r>
                        <a:rPr lang="en-US" sz="1400" b="1">
                          <a:effectLst/>
                        </a:rPr>
                        <a:t>Area</a:t>
                      </a:r>
                    </a:p>
                  </a:txBody>
                  <a:tcPr marL="62685" marR="62685" marT="31343" marB="31343" anchor="b">
                    <a:lnL>
                      <a:noFill/>
                    </a:lnL>
                    <a:lnR>
                      <a:noFill/>
                    </a:lnR>
                    <a:lnT>
                      <a:noFill/>
                    </a:lnT>
                    <a:lnB>
                      <a:noFill/>
                    </a:lnB>
                    <a:solidFill>
                      <a:srgbClr val="FFFFFF"/>
                    </a:solidFill>
                  </a:tcPr>
                </a:tc>
                <a:tc>
                  <a:txBody>
                    <a:bodyPr/>
                    <a:lstStyle/>
                    <a:p>
                      <a:pPr algn="l" fontAlgn="b"/>
                      <a:r>
                        <a:rPr lang="en-US" sz="1400" b="1">
                          <a:effectLst/>
                        </a:rPr>
                        <a:t>Description</a:t>
                      </a:r>
                    </a:p>
                  </a:txBody>
                  <a:tcPr marL="62685" marR="62685" marT="31343" marB="31343" anchor="b">
                    <a:lnL>
                      <a:noFill/>
                    </a:lnL>
                    <a:lnR>
                      <a:noFill/>
                    </a:lnR>
                    <a:lnT>
                      <a:noFill/>
                    </a:lnT>
                    <a:lnB>
                      <a:noFill/>
                    </a:lnB>
                    <a:solidFill>
                      <a:srgbClr val="FFFFFF"/>
                    </a:solidFill>
                  </a:tcPr>
                </a:tc>
                <a:tc>
                  <a:txBody>
                    <a:bodyPr/>
                    <a:lstStyle/>
                    <a:p>
                      <a:pPr algn="l" fontAlgn="b"/>
                      <a:r>
                        <a:rPr lang="en-US" sz="1400" b="1">
                          <a:effectLst/>
                        </a:rPr>
                        <a:t>I-O Questions</a:t>
                      </a:r>
                    </a:p>
                  </a:txBody>
                  <a:tcPr marL="62685" marR="62685" marT="31343" marB="31343" anchor="b">
                    <a:lnL>
                      <a:noFill/>
                    </a:lnL>
                    <a:lnR>
                      <a:noFill/>
                    </a:lnR>
                    <a:lnT>
                      <a:noFill/>
                    </a:lnT>
                    <a:lnB>
                      <a:noFill/>
                    </a:lnB>
                    <a:solidFill>
                      <a:srgbClr val="FFFFFF"/>
                    </a:solidFill>
                  </a:tcPr>
                </a:tc>
                <a:extLst>
                  <a:ext uri="{0D108BD9-81ED-4DB2-BD59-A6C34878D82A}">
                    <a16:rowId xmlns:a16="http://schemas.microsoft.com/office/drawing/2014/main" val="491996384"/>
                  </a:ext>
                </a:extLst>
              </a:tr>
              <a:tr h="695337">
                <a:tc>
                  <a:txBody>
                    <a:bodyPr/>
                    <a:lstStyle/>
                    <a:p>
                      <a:pPr fontAlgn="ctr"/>
                      <a:r>
                        <a:rPr lang="en-US" sz="1400">
                          <a:effectLst/>
                        </a:rPr>
                        <a:t>Attention</a:t>
                      </a:r>
                    </a:p>
                  </a:txBody>
                  <a:tcPr marL="62685" marR="62685" marT="31343" marB="31343" anchor="ctr">
                    <a:lnL>
                      <a:noFill/>
                    </a:lnL>
                    <a:lnR>
                      <a:noFill/>
                    </a:lnR>
                    <a:lnT>
                      <a:noFill/>
                    </a:lnT>
                    <a:lnB>
                      <a:noFill/>
                    </a:lnB>
                    <a:solidFill>
                      <a:srgbClr val="FFFFFF"/>
                    </a:solidFill>
                  </a:tcPr>
                </a:tc>
                <a:tc>
                  <a:txBody>
                    <a:bodyPr/>
                    <a:lstStyle/>
                    <a:p>
                      <a:pPr fontAlgn="ctr"/>
                      <a:r>
                        <a:rPr lang="en-US" sz="1400" dirty="0">
                          <a:effectLst/>
                        </a:rPr>
                        <a:t>Includes vigilance and monitoring, recognizing signals in noise, mental resources, and divided attention</a:t>
                      </a:r>
                    </a:p>
                  </a:txBody>
                  <a:tcPr marL="62685" marR="62685" marT="31343" marB="31343" anchor="ctr">
                    <a:lnL>
                      <a:noFill/>
                    </a:lnL>
                    <a:lnR>
                      <a:noFill/>
                    </a:lnR>
                    <a:lnT>
                      <a:noFill/>
                    </a:lnT>
                    <a:lnB>
                      <a:noFill/>
                    </a:lnB>
                    <a:solidFill>
                      <a:srgbClr val="FFFFFF"/>
                    </a:solidFill>
                  </a:tcPr>
                </a:tc>
                <a:tc>
                  <a:txBody>
                    <a:bodyPr/>
                    <a:lstStyle/>
                    <a:p>
                      <a:pPr fontAlgn="ctr"/>
                      <a:r>
                        <a:rPr lang="en-US" sz="1400">
                          <a:effectLst/>
                        </a:rPr>
                        <a:t>How is attention maintained? What about tasks maintains attention? How to design systems to support attention?</a:t>
                      </a:r>
                    </a:p>
                  </a:txBody>
                  <a:tcPr marL="62685" marR="62685" marT="31343" marB="31343" anchor="ctr">
                    <a:lnL>
                      <a:noFill/>
                    </a:lnL>
                    <a:lnR>
                      <a:noFill/>
                    </a:lnR>
                    <a:lnT>
                      <a:noFill/>
                    </a:lnT>
                    <a:lnB>
                      <a:noFill/>
                    </a:lnB>
                    <a:solidFill>
                      <a:srgbClr val="FFFFFF"/>
                    </a:solidFill>
                  </a:tcPr>
                </a:tc>
                <a:extLst>
                  <a:ext uri="{0D108BD9-81ED-4DB2-BD59-A6C34878D82A}">
                    <a16:rowId xmlns:a16="http://schemas.microsoft.com/office/drawing/2014/main" val="723770862"/>
                  </a:ext>
                </a:extLst>
              </a:tr>
              <a:tr h="1243211">
                <a:tc>
                  <a:txBody>
                    <a:bodyPr/>
                    <a:lstStyle/>
                    <a:p>
                      <a:pPr fontAlgn="ctr"/>
                      <a:r>
                        <a:rPr lang="en-US" sz="1400">
                          <a:effectLst/>
                        </a:rPr>
                        <a:t>Cognitive engineering</a:t>
                      </a:r>
                    </a:p>
                  </a:txBody>
                  <a:tcPr marL="62685" marR="62685" marT="31343" marB="31343" anchor="ctr">
                    <a:lnL>
                      <a:noFill/>
                    </a:lnL>
                    <a:lnR>
                      <a:noFill/>
                    </a:lnR>
                    <a:lnT>
                      <a:noFill/>
                    </a:lnT>
                    <a:lnB>
                      <a:noFill/>
                    </a:lnB>
                    <a:solidFill>
                      <a:srgbClr val="FFFFFF"/>
                    </a:solidFill>
                  </a:tcPr>
                </a:tc>
                <a:tc>
                  <a:txBody>
                    <a:bodyPr/>
                    <a:lstStyle/>
                    <a:p>
                      <a:pPr fontAlgn="ctr"/>
                      <a:r>
                        <a:rPr lang="en-US" sz="1400">
                          <a:effectLst/>
                        </a:rPr>
                        <a:t>Includes human software interactions in complex automated systems, especially the decision-making processes of workers as they are supported by the software system</a:t>
                      </a:r>
                    </a:p>
                  </a:txBody>
                  <a:tcPr marL="62685" marR="62685" marT="31343" marB="31343" anchor="ctr">
                    <a:lnL>
                      <a:noFill/>
                    </a:lnL>
                    <a:lnR>
                      <a:noFill/>
                    </a:lnR>
                    <a:lnT>
                      <a:noFill/>
                    </a:lnT>
                    <a:lnB>
                      <a:noFill/>
                    </a:lnB>
                    <a:solidFill>
                      <a:srgbClr val="FFFFFF"/>
                    </a:solidFill>
                  </a:tcPr>
                </a:tc>
                <a:tc>
                  <a:txBody>
                    <a:bodyPr/>
                    <a:lstStyle/>
                    <a:p>
                      <a:pPr fontAlgn="ctr"/>
                      <a:r>
                        <a:rPr lang="en-US" sz="1400">
                          <a:effectLst/>
                        </a:rPr>
                        <a:t>How do workers use and obtain information provided by software?</a:t>
                      </a:r>
                    </a:p>
                  </a:txBody>
                  <a:tcPr marL="62685" marR="62685" marT="31343" marB="31343" anchor="ctr">
                    <a:lnL>
                      <a:noFill/>
                    </a:lnL>
                    <a:lnR>
                      <a:noFill/>
                    </a:lnR>
                    <a:lnT>
                      <a:noFill/>
                    </a:lnT>
                    <a:lnB>
                      <a:noFill/>
                    </a:lnB>
                    <a:solidFill>
                      <a:srgbClr val="FFFFFF"/>
                    </a:solidFill>
                  </a:tcPr>
                </a:tc>
                <a:extLst>
                  <a:ext uri="{0D108BD9-81ED-4DB2-BD59-A6C34878D82A}">
                    <a16:rowId xmlns:a16="http://schemas.microsoft.com/office/drawing/2014/main" val="1654350029"/>
                  </a:ext>
                </a:extLst>
              </a:tr>
              <a:tr h="695337">
                <a:tc>
                  <a:txBody>
                    <a:bodyPr/>
                    <a:lstStyle/>
                    <a:p>
                      <a:pPr fontAlgn="ctr"/>
                      <a:r>
                        <a:rPr lang="en-US" sz="1400">
                          <a:effectLst/>
                        </a:rPr>
                        <a:t>Task analysis</a:t>
                      </a:r>
                    </a:p>
                  </a:txBody>
                  <a:tcPr marL="62685" marR="62685" marT="31343" marB="31343" anchor="ctr">
                    <a:lnL>
                      <a:noFill/>
                    </a:lnL>
                    <a:lnR>
                      <a:noFill/>
                    </a:lnR>
                    <a:lnT>
                      <a:noFill/>
                    </a:lnT>
                    <a:lnB>
                      <a:noFill/>
                    </a:lnB>
                    <a:solidFill>
                      <a:srgbClr val="FFFFFF"/>
                    </a:solidFill>
                  </a:tcPr>
                </a:tc>
                <a:tc>
                  <a:txBody>
                    <a:bodyPr/>
                    <a:lstStyle/>
                    <a:p>
                      <a:pPr fontAlgn="ctr"/>
                      <a:r>
                        <a:rPr lang="en-US" sz="1400">
                          <a:effectLst/>
                        </a:rPr>
                        <a:t>Breaking down the elements of a task</a:t>
                      </a:r>
                    </a:p>
                  </a:txBody>
                  <a:tcPr marL="62685" marR="62685" marT="31343" marB="31343" anchor="ctr">
                    <a:lnL>
                      <a:noFill/>
                    </a:lnL>
                    <a:lnR>
                      <a:noFill/>
                    </a:lnR>
                    <a:lnT>
                      <a:noFill/>
                    </a:lnT>
                    <a:lnB>
                      <a:noFill/>
                    </a:lnB>
                    <a:solidFill>
                      <a:srgbClr val="FFFFFF"/>
                    </a:solidFill>
                  </a:tcPr>
                </a:tc>
                <a:tc>
                  <a:txBody>
                    <a:bodyPr/>
                    <a:lstStyle/>
                    <a:p>
                      <a:pPr fontAlgn="ctr"/>
                      <a:r>
                        <a:rPr lang="en-US" sz="1400">
                          <a:effectLst/>
                        </a:rPr>
                        <a:t>How can a task be performed more efficiently? How can a task be performed more safely?</a:t>
                      </a:r>
                    </a:p>
                  </a:txBody>
                  <a:tcPr marL="62685" marR="62685" marT="31343" marB="31343" anchor="ctr">
                    <a:lnL>
                      <a:noFill/>
                    </a:lnL>
                    <a:lnR>
                      <a:noFill/>
                    </a:lnR>
                    <a:lnT>
                      <a:noFill/>
                    </a:lnT>
                    <a:lnB>
                      <a:noFill/>
                    </a:lnB>
                    <a:solidFill>
                      <a:srgbClr val="FFFFFF"/>
                    </a:solidFill>
                  </a:tcPr>
                </a:tc>
                <a:extLst>
                  <a:ext uri="{0D108BD9-81ED-4DB2-BD59-A6C34878D82A}">
                    <a16:rowId xmlns:a16="http://schemas.microsoft.com/office/drawing/2014/main" val="1018432235"/>
                  </a:ext>
                </a:extLst>
              </a:tr>
              <a:tr h="695337">
                <a:tc>
                  <a:txBody>
                    <a:bodyPr/>
                    <a:lstStyle/>
                    <a:p>
                      <a:pPr fontAlgn="ctr"/>
                      <a:r>
                        <a:rPr lang="en-US" sz="1400">
                          <a:effectLst/>
                        </a:rPr>
                        <a:t>Cognitive task analysis</a:t>
                      </a:r>
                    </a:p>
                  </a:txBody>
                  <a:tcPr marL="62685" marR="62685" marT="31343" marB="31343" anchor="ctr">
                    <a:lnL>
                      <a:noFill/>
                    </a:lnL>
                    <a:lnR>
                      <a:noFill/>
                    </a:lnR>
                    <a:lnT>
                      <a:noFill/>
                    </a:lnT>
                    <a:lnB>
                      <a:noFill/>
                    </a:lnB>
                    <a:solidFill>
                      <a:srgbClr val="FFFFFF"/>
                    </a:solidFill>
                  </a:tcPr>
                </a:tc>
                <a:tc>
                  <a:txBody>
                    <a:bodyPr/>
                    <a:lstStyle/>
                    <a:p>
                      <a:pPr fontAlgn="ctr"/>
                      <a:r>
                        <a:rPr lang="en-US" sz="1400">
                          <a:effectLst/>
                        </a:rPr>
                        <a:t>Breaking down the elements of a cognitive task</a:t>
                      </a:r>
                    </a:p>
                  </a:txBody>
                  <a:tcPr marL="62685" marR="62685" marT="31343" marB="31343" anchor="ctr">
                    <a:lnL>
                      <a:noFill/>
                    </a:lnL>
                    <a:lnR>
                      <a:noFill/>
                    </a:lnR>
                    <a:lnT>
                      <a:noFill/>
                    </a:lnT>
                    <a:lnB>
                      <a:noFill/>
                    </a:lnB>
                    <a:solidFill>
                      <a:srgbClr val="FFFFFF"/>
                    </a:solidFill>
                  </a:tcPr>
                </a:tc>
                <a:tc>
                  <a:txBody>
                    <a:bodyPr/>
                    <a:lstStyle/>
                    <a:p>
                      <a:pPr fontAlgn="ctr"/>
                      <a:r>
                        <a:rPr lang="en-US" sz="1400" dirty="0">
                          <a:effectLst/>
                        </a:rPr>
                        <a:t>How are decisions made?</a:t>
                      </a:r>
                    </a:p>
                  </a:txBody>
                  <a:tcPr marL="62685" marR="62685" marT="31343" marB="31343" anchor="ctr">
                    <a:lnL>
                      <a:noFill/>
                    </a:lnL>
                    <a:lnR>
                      <a:noFill/>
                    </a:lnR>
                    <a:lnT>
                      <a:noFill/>
                    </a:lnT>
                    <a:lnB>
                      <a:noFill/>
                    </a:lnB>
                    <a:solidFill>
                      <a:srgbClr val="FFFFFF"/>
                    </a:solidFill>
                  </a:tcPr>
                </a:tc>
                <a:extLst>
                  <a:ext uri="{0D108BD9-81ED-4DB2-BD59-A6C34878D82A}">
                    <a16:rowId xmlns:a16="http://schemas.microsoft.com/office/drawing/2014/main" val="346559779"/>
                  </a:ext>
                </a:extLst>
              </a:tr>
            </a:tbl>
          </a:graphicData>
        </a:graphic>
      </p:graphicFrame>
    </p:spTree>
    <p:extLst>
      <p:ext uri="{BB962C8B-B14F-4D97-AF65-F5344CB8AC3E}">
        <p14:creationId xmlns:p14="http://schemas.microsoft.com/office/powerpoint/2010/main" val="8941256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2E090BA-E351-E4F3-A685-7CAE91ED18BA}"/>
              </a:ext>
            </a:extLst>
          </p:cNvPr>
          <p:cNvSpPr>
            <a:spLocks noGrp="1"/>
          </p:cNvSpPr>
          <p:nvPr>
            <p:ph type="title"/>
          </p:nvPr>
        </p:nvSpPr>
        <p:spPr/>
        <p:txBody>
          <a:bodyPr/>
          <a:lstStyle/>
          <a:p>
            <a:r>
              <a:rPr lang="en-US" dirty="0"/>
              <a:t>Next time on PSY 203…</a:t>
            </a:r>
          </a:p>
        </p:txBody>
      </p:sp>
      <p:sp>
        <p:nvSpPr>
          <p:cNvPr id="6" name="Content Placeholder 5">
            <a:extLst>
              <a:ext uri="{FF2B5EF4-FFF2-40B4-BE49-F238E27FC236}">
                <a16:creationId xmlns:a16="http://schemas.microsoft.com/office/drawing/2014/main" id="{694F2E81-9C7C-B5C9-1DD9-4F07341C51FB}"/>
              </a:ext>
            </a:extLst>
          </p:cNvPr>
          <p:cNvSpPr>
            <a:spLocks noGrp="1"/>
          </p:cNvSpPr>
          <p:nvPr>
            <p:ph idx="1"/>
          </p:nvPr>
        </p:nvSpPr>
        <p:spPr/>
        <p:txBody>
          <a:bodyPr/>
          <a:lstStyle/>
          <a:p>
            <a:pPr marL="0" indent="0">
              <a:buNone/>
            </a:pPr>
            <a:r>
              <a:rPr lang="en-US" dirty="0"/>
              <a:t>BEFORE NEXT CLASS:</a:t>
            </a:r>
          </a:p>
          <a:p>
            <a:r>
              <a:rPr lang="en-US" dirty="0"/>
              <a:t>Study for Exam 3</a:t>
            </a:r>
          </a:p>
          <a:p>
            <a:pPr lvl="1"/>
            <a:r>
              <a:rPr lang="en-US" dirty="0"/>
              <a:t>Remember distributed practice!</a:t>
            </a:r>
          </a:p>
          <a:p>
            <a:pPr marL="457200" lvl="1" indent="0">
              <a:buNone/>
            </a:pPr>
            <a:endParaRPr lang="en-US" dirty="0"/>
          </a:p>
        </p:txBody>
      </p:sp>
      <p:sp>
        <p:nvSpPr>
          <p:cNvPr id="7" name="Content Placeholder 6">
            <a:extLst>
              <a:ext uri="{FF2B5EF4-FFF2-40B4-BE49-F238E27FC236}">
                <a16:creationId xmlns:a16="http://schemas.microsoft.com/office/drawing/2014/main" id="{D5A1EB2A-BB63-6729-EE0B-292C510190F7}"/>
              </a:ext>
            </a:extLst>
          </p:cNvPr>
          <p:cNvSpPr>
            <a:spLocks noGrp="1"/>
          </p:cNvSpPr>
          <p:nvPr>
            <p:ph idx="13"/>
          </p:nvPr>
        </p:nvSpPr>
        <p:spPr/>
        <p:txBody>
          <a:bodyPr/>
          <a:lstStyle/>
          <a:p>
            <a:pPr marL="0" indent="0">
              <a:buNone/>
            </a:pPr>
            <a:r>
              <a:rPr lang="en-US" dirty="0"/>
              <a:t>NEXT CLASS:</a:t>
            </a:r>
          </a:p>
          <a:p>
            <a:r>
              <a:rPr lang="en-US" dirty="0"/>
              <a:t>Exam 3</a:t>
            </a:r>
          </a:p>
        </p:txBody>
      </p:sp>
      <p:sp>
        <p:nvSpPr>
          <p:cNvPr id="4" name="Slide Number Placeholder 3">
            <a:extLst>
              <a:ext uri="{FF2B5EF4-FFF2-40B4-BE49-F238E27FC236}">
                <a16:creationId xmlns:a16="http://schemas.microsoft.com/office/drawing/2014/main" id="{35828B26-5C4D-2E5A-3769-813B239AAC6F}"/>
              </a:ext>
            </a:extLst>
          </p:cNvPr>
          <p:cNvSpPr>
            <a:spLocks noGrp="1"/>
          </p:cNvSpPr>
          <p:nvPr>
            <p:ph type="sldNum" sz="quarter" idx="12"/>
          </p:nvPr>
        </p:nvSpPr>
        <p:spPr/>
        <p:txBody>
          <a:bodyPr/>
          <a:lstStyle/>
          <a:p>
            <a:fld id="{CBD12358-51D2-46B3-9BDE-DF29528B9454}" type="slidenum">
              <a:rPr lang="en-US" smtClean="0"/>
              <a:t>21</a:t>
            </a:fld>
            <a:endParaRPr lang="en-US" dirty="0"/>
          </a:p>
        </p:txBody>
      </p:sp>
    </p:spTree>
    <p:extLst>
      <p:ext uri="{BB962C8B-B14F-4D97-AF65-F5344CB8AC3E}">
        <p14:creationId xmlns:p14="http://schemas.microsoft.com/office/powerpoint/2010/main" val="1226345955"/>
      </p:ext>
    </p:extLst>
  </p:cSld>
  <p:clrMapOvr>
    <a:masterClrMapping/>
  </p:clrMapOvr>
</p:sld>
</file>

<file path=ppt/theme/theme1.xml><?xml version="1.0" encoding="utf-8"?>
<a:theme xmlns:a="http://schemas.openxmlformats.org/drawingml/2006/main" name="Custom">
  <a:themeElements>
    <a:clrScheme name="Custom 17">
      <a:dk1>
        <a:sysClr val="windowText" lastClr="000000"/>
      </a:dk1>
      <a:lt1>
        <a:sysClr val="window" lastClr="FFFFFF"/>
      </a:lt1>
      <a:dk2>
        <a:srgbClr val="44546A"/>
      </a:dk2>
      <a:lt2>
        <a:srgbClr val="E7E6E6"/>
      </a:lt2>
      <a:accent1>
        <a:srgbClr val="BED6DA"/>
      </a:accent1>
      <a:accent2>
        <a:srgbClr val="3E7090"/>
      </a:accent2>
      <a:accent3>
        <a:srgbClr val="93A5A8"/>
      </a:accent3>
      <a:accent4>
        <a:srgbClr val="627272"/>
      </a:accent4>
      <a:accent5>
        <a:srgbClr val="BDA07D"/>
      </a:accent5>
      <a:accent6>
        <a:srgbClr val="D8CAB7"/>
      </a:accent6>
      <a:hlink>
        <a:srgbClr val="0563C1"/>
      </a:hlink>
      <a:folHlink>
        <a:srgbClr val="954F72"/>
      </a:folHlink>
    </a:clrScheme>
    <a:fontScheme name="Custom 24">
      <a:majorFont>
        <a:latin typeface="Segoe UI Light"/>
        <a:ea typeface=""/>
        <a:cs typeface=""/>
      </a:majorFont>
      <a:minorFont>
        <a:latin typeface="Segoe UI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33468121_win32_CP_V3" id="{DB41292E-DA07-4A60-84D2-21F0B686AF93}" vid="{CD2DD4A9-674C-44A3-BA93-D7C3019ED0B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Background xmlns="71af3243-3dd4-4a8d-8c0d-dd76da1f02a5">false</Background>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2AF5DA8-6387-4138-BF96-B65D39F2FC21}">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7279BBA1-1277-4614-8DDE-B2EB22751222}">
  <ds:schemaRefs>
    <ds:schemaRef ds:uri="http://schemas.microsoft.com/sharepoint/v3/contenttype/forms"/>
  </ds:schemaRefs>
</ds:datastoreItem>
</file>

<file path=customXml/itemProps3.xml><?xml version="1.0" encoding="utf-8"?>
<ds:datastoreItem xmlns:ds="http://schemas.openxmlformats.org/officeDocument/2006/customXml" ds:itemID="{BE47603A-423C-4B8F-AA3D-8E6FA47105A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Coastal presentation</Template>
  <TotalTime>494</TotalTime>
  <Words>871</Words>
  <Application>Microsoft Office PowerPoint</Application>
  <PresentationFormat>Widescreen</PresentationFormat>
  <Paragraphs>141</Paragraphs>
  <Slides>21</Slides>
  <Notes>21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Arial</vt:lpstr>
      <vt:lpstr>Calibri</vt:lpstr>
      <vt:lpstr>Segoe UI Light</vt:lpstr>
      <vt:lpstr>Custom</vt:lpstr>
      <vt:lpstr>Industrial-Organizational Psychology </vt:lpstr>
      <vt:lpstr>Agenda</vt:lpstr>
      <vt:lpstr>What is the focus of each area of I-O psychology? </vt:lpstr>
      <vt:lpstr>Industrial Psychologist</vt:lpstr>
      <vt:lpstr>Organizational Psychologist</vt:lpstr>
      <vt:lpstr>Human Factors and Engineering</vt:lpstr>
      <vt:lpstr>Sub-Specialties in I-O Psychology</vt:lpstr>
      <vt:lpstr>How I-O Psychology Began</vt:lpstr>
      <vt:lpstr>How might being watched impact how people act?</vt:lpstr>
      <vt:lpstr>Industrial Psychology</vt:lpstr>
      <vt:lpstr>360-Degree Feedback Appraisal</vt:lpstr>
      <vt:lpstr>Legalities</vt:lpstr>
      <vt:lpstr>Organizational Psychology</vt:lpstr>
      <vt:lpstr> What do you think impacts job satisfaction? </vt:lpstr>
      <vt:lpstr>What do you think a healthy balance between work and family entails?</vt:lpstr>
      <vt:lpstr>Douglas McGregor –    Scientific Management Theory: A theory of management that analyzed and synthesized workflows with the main objective of improving economic efficiency, especially labor productivity.  Two main styles: Theory X and Theory Y</vt:lpstr>
      <vt:lpstr>PowerPoint Presentation</vt:lpstr>
      <vt:lpstr>Things that Impact Work Environment</vt:lpstr>
      <vt:lpstr>Human Factors Psychology</vt:lpstr>
      <vt:lpstr>Areas of Study in Human Factors Psychology</vt:lpstr>
      <vt:lpstr>Next time on PSY 203…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Scheuler, Bryanna</dc:creator>
  <cp:lastModifiedBy>Bryanna Scheuler</cp:lastModifiedBy>
  <cp:revision>26</cp:revision>
  <dcterms:created xsi:type="dcterms:W3CDTF">2025-10-16T09:38:32Z</dcterms:created>
  <dcterms:modified xsi:type="dcterms:W3CDTF">2026-03-26T15:34:38Z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